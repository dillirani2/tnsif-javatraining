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16" r:id="rId3"/>
    <p:sldMasterId id="2147483717" r:id="rId4"/>
    <p:sldMasterId id="2147483718" r:id="rId5"/>
    <p:sldMasterId id="214748371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1" Type="http://schemas.openxmlformats.org/officeDocument/2006/relationships/theme" Target="theme/theme4.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2.xml"/><Relationship Id="rId5" Type="http://schemas.openxmlformats.org/officeDocument/2006/relationships/slideMaster" Target="slideMasters/slideMaster3.xml"/><Relationship Id="rId6" Type="http://schemas.openxmlformats.org/officeDocument/2006/relationships/slideMaster" Target="slideMasters/slideMaster4.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5" name="Shape 1035"/>
        <p:cNvGrpSpPr/>
        <p:nvPr/>
      </p:nvGrpSpPr>
      <p:grpSpPr>
        <a:xfrm>
          <a:off x="0" y="0"/>
          <a:ext cx="0" cy="0"/>
          <a:chOff x="0" y="0"/>
          <a:chExt cx="0" cy="0"/>
        </a:xfrm>
      </p:grpSpPr>
      <p:sp>
        <p:nvSpPr>
          <p:cNvPr id="1036" name="Google Shape;1036;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1" name="Shape 1041"/>
        <p:cNvGrpSpPr/>
        <p:nvPr/>
      </p:nvGrpSpPr>
      <p:grpSpPr>
        <a:xfrm>
          <a:off x="0" y="0"/>
          <a:ext cx="0" cy="0"/>
          <a:chOff x="0" y="0"/>
          <a:chExt cx="0" cy="0"/>
        </a:xfrm>
      </p:grpSpPr>
      <p:sp>
        <p:nvSpPr>
          <p:cNvPr id="1042" name="Google Shape;104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7" name="Shape 1047"/>
        <p:cNvGrpSpPr/>
        <p:nvPr/>
      </p:nvGrpSpPr>
      <p:grpSpPr>
        <a:xfrm>
          <a:off x="0" y="0"/>
          <a:ext cx="0" cy="0"/>
          <a:chOff x="0" y="0"/>
          <a:chExt cx="0" cy="0"/>
        </a:xfrm>
      </p:grpSpPr>
      <p:sp>
        <p:nvSpPr>
          <p:cNvPr id="1048" name="Google Shape;1048;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1" name="Shape 1081"/>
        <p:cNvGrpSpPr/>
        <p:nvPr/>
      </p:nvGrpSpPr>
      <p:grpSpPr>
        <a:xfrm>
          <a:off x="0" y="0"/>
          <a:ext cx="0" cy="0"/>
          <a:chOff x="0" y="0"/>
          <a:chExt cx="0" cy="0"/>
        </a:xfrm>
      </p:grpSpPr>
      <p:sp>
        <p:nvSpPr>
          <p:cNvPr id="1082" name="Google Shape;108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6" name="Shape 1196"/>
        <p:cNvGrpSpPr/>
        <p:nvPr/>
      </p:nvGrpSpPr>
      <p:grpSpPr>
        <a:xfrm>
          <a:off x="0" y="0"/>
          <a:ext cx="0" cy="0"/>
          <a:chOff x="0" y="0"/>
          <a:chExt cx="0" cy="0"/>
        </a:xfrm>
      </p:grpSpPr>
      <p:sp>
        <p:nvSpPr>
          <p:cNvPr id="1197" name="Google Shape;119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0" name="Shape 1240"/>
        <p:cNvGrpSpPr/>
        <p:nvPr/>
      </p:nvGrpSpPr>
      <p:grpSpPr>
        <a:xfrm>
          <a:off x="0" y="0"/>
          <a:ext cx="0" cy="0"/>
          <a:chOff x="0" y="0"/>
          <a:chExt cx="0" cy="0"/>
        </a:xfrm>
      </p:grpSpPr>
      <p:sp>
        <p:nvSpPr>
          <p:cNvPr id="1241" name="Google Shape;124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7" name="Shape 1247"/>
        <p:cNvGrpSpPr/>
        <p:nvPr/>
      </p:nvGrpSpPr>
      <p:grpSpPr>
        <a:xfrm>
          <a:off x="0" y="0"/>
          <a:ext cx="0" cy="0"/>
          <a:chOff x="0" y="0"/>
          <a:chExt cx="0" cy="0"/>
        </a:xfrm>
      </p:grpSpPr>
      <p:sp>
        <p:nvSpPr>
          <p:cNvPr id="1248" name="Google Shape;124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4" name="Shape 1254"/>
        <p:cNvGrpSpPr/>
        <p:nvPr/>
      </p:nvGrpSpPr>
      <p:grpSpPr>
        <a:xfrm>
          <a:off x="0" y="0"/>
          <a:ext cx="0" cy="0"/>
          <a:chOff x="0" y="0"/>
          <a:chExt cx="0" cy="0"/>
        </a:xfrm>
      </p:grpSpPr>
      <p:sp>
        <p:nvSpPr>
          <p:cNvPr id="1255" name="Google Shape;1255;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s://www.capgemini.com/optimize-your-business-and-it-operations" TargetMode="Externa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www.capgemini.com/optimize-your-business-and-it-operations" TargetMode="Externa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www.capgemini.com/optimize-your-business-and-it-operations" TargetMode="Externa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www.capgemini.com/optimize-your-business-and-it-operations" TargetMode="Externa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www.capgemini.com/optimize-your-business-and-it-operations" TargetMode="Externa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www.capgemini.com/optimize-your-business-and-it-operations" TargetMode="Externa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www.capgemini.com/optimize-your-business-and-it-operations" TargetMode="Externa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www.capgemini.com/optimize-your-business-and-it-operations" TargetMode="Externa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www.capgemini.com/optimize-your-business-and-it-operations" TargetMode="Externa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www.capgemini.com/optimize-your-business-and-it-operations" TargetMode="Externa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www.capgemini.com/optimize-your-business-and-it-operations" TargetMode="Externa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www.capgemini.com/optimize-your-business-and-it-operations" TargetMode="Externa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www.capgemini.com/optimize-your-business-and-it-operations" TargetMode="Externa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www.capgemini.com/optimize-your-business-and-it-operations" TargetMode="Externa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www.capgemini.com/optimize-your-business-and-it-operations" TargetMode="Externa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www.capgemini.com/optimize-your-business-and-it-operations" TargetMode="Externa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www.capgemini.com/optimize-your-business-and-it-operations" TargetMode="Externa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www.capgemini.com/optimize-your-business-and-it-operations" TargetMode="Externa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www.capgemini.com/optimize-your-business-and-it-operations" TargetMode="Externa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www.capgemini.com/optimize-your-business-and-it-operations" TargetMode="Externa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www.capgemini.com/optimize-your-business-and-it-operations" TargetMode="External"/></Relationships>
</file>

<file path=ppt/slideLayouts/_rels/slideLayout22.xml.rels><?xml version="1.0" encoding="UTF-8" standalone="yes"?><Relationships xmlns="http://schemas.openxmlformats.org/package/2006/relationships"><Relationship Id="rId11" Type="http://schemas.openxmlformats.org/officeDocument/2006/relationships/image" Target="../media/image5.png"/><Relationship Id="rId10" Type="http://schemas.openxmlformats.org/officeDocument/2006/relationships/hyperlink" Target="http://www.facebook.com/capgemini" TargetMode="External"/><Relationship Id="rId13" Type="http://schemas.openxmlformats.org/officeDocument/2006/relationships/hyperlink" Target="http://www.capgemini.com/about/how-we-work/rightshorer" TargetMode="External"/><Relationship Id="rId12" Type="http://schemas.openxmlformats.org/officeDocument/2006/relationships/hyperlink" Target="http://www.capgemini.com/about/how-we-work/the-collaborative-business-experiencetm" TargetMode="External"/><Relationship Id="rId1" Type="http://schemas.openxmlformats.org/officeDocument/2006/relationships/slideMaster" Target="../slideMasters/slideMaster1.xml"/><Relationship Id="rId2" Type="http://schemas.openxmlformats.org/officeDocument/2006/relationships/hyperlink" Target="http://www.linkedin.com/company/capgemini" TargetMode="External"/><Relationship Id="rId3" Type="http://schemas.openxmlformats.org/officeDocument/2006/relationships/image" Target="../media/image3.png"/><Relationship Id="rId4" Type="http://schemas.openxmlformats.org/officeDocument/2006/relationships/hyperlink" Target="http://www.slideshare.net/capgemini" TargetMode="External"/><Relationship Id="rId9" Type="http://schemas.openxmlformats.org/officeDocument/2006/relationships/image" Target="../media/image6.png"/><Relationship Id="rId15" Type="http://schemas.openxmlformats.org/officeDocument/2006/relationships/image" Target="../media/image7.png"/><Relationship Id="rId14" Type="http://schemas.openxmlformats.org/officeDocument/2006/relationships/hyperlink" Target="http://www.capgemini.com/" TargetMode="External"/><Relationship Id="rId5" Type="http://schemas.openxmlformats.org/officeDocument/2006/relationships/image" Target="../media/image4.png"/><Relationship Id="rId6" Type="http://schemas.openxmlformats.org/officeDocument/2006/relationships/hyperlink" Target="http://www.twitter.com/capgemini" TargetMode="External"/><Relationship Id="rId7" Type="http://schemas.openxmlformats.org/officeDocument/2006/relationships/image" Target="../media/image2.png"/><Relationship Id="rId8" Type="http://schemas.openxmlformats.org/officeDocument/2006/relationships/hyperlink" Target="http://www.youtube.com/capgeminimedia" TargetMode="Externa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 Id="rId3" Type="http://schemas.openxmlformats.org/officeDocument/2006/relationships/hyperlink" Target="https://www.capgemini.com/optimize-your-business-and-it-operations" TargetMode="Externa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hyperlink" Target="https://www.capgemini.com/optimize-your-business-and-it-operations" TargetMode="Externa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hyperlink" Target="https://www.capgemini.com/optimize-your-business-and-it-operations" TargetMode="Externa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hyperlink" Target="https://www.capgemini.com/optimize-your-business-and-it-operations" TargetMode="Externa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hyperlink" Target="https://www.capgemini.com/optimize-your-business-and-it-operations" TargetMode="Externa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hyperlink" Target="https://www.capgemini.com/optimize-your-business-and-it-operations" TargetMode="Externa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hyperlink" Target="https://www.capgemini.com/optimize-your-business-and-it-operations" TargetMode="Externa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hyperlink" Target="https://www.capgemini.com/optimize-your-business-and-it-operations" TargetMode="Externa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hyperlink" Target="https://www.capgemini.com/optimize-your-business-and-it-operations" TargetMode="Externa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hyperlink" Target="https://www.capgemini.com/optimize-your-business-and-it-operations" TargetMode="Externa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hyperlink" Target="https://www.capgemini.com/optimize-your-business-and-it-operations" TargetMode="Externa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hyperlink" Target="https://www.capgemini.com/optimize-your-business-and-it-operations" TargetMode="Externa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hyperlink" Target="https://www.capgemini.com/optimize-your-business-and-it-operations" TargetMode="Externa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hyperlink" Target="https://www.capgemini.com/optimize-your-business-and-it-operations" TargetMode="Externa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hyperlink" Target="https://www.capgemini.com/optimize-your-business-and-it-operations" TargetMode="Externa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hyperlink" Target="https://www.capgemini.com/optimize-your-business-and-it-operations" TargetMode="Externa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hyperlink" Target="https://www.capgemini.com/optimize-your-business-and-it-operations" TargetMode="Externa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hyperlink" Target="https://www.capgemini.com/optimize-your-business-and-it-operations" TargetMode="Externa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hyperlink" Target="https://www.capgemini.com/optimize-your-business-and-it-operations" TargetMode="Externa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hyperlink" Target="https://www.capgemini.com/optimize-your-business-and-it-operations" TargetMode="Externa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hyperlink" Target="https://www.capgemini.com/optimize-your-business-and-it-operations" TargetMode="Externa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hyperlink" Target="https://www.capgemini.com/optimize-your-business-and-it-operations" TargetMode="Externa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hyperlink" Target="https://www.capgemini.com/optimize-your-business-and-it-operations" TargetMode="Externa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hyperlink" Target="https://www.capgemini.com/optimize-your-business-and-it-operations" TargetMode="Externa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 Id="rId3" Type="http://schemas.openxmlformats.org/officeDocument/2006/relationships/hyperlink" Target="https://www.capgemini.com/optimize-your-business-and-it-operations" TargetMode="Externa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hyperlink" Target="https://www.capgemini.com/optimize-your-business-and-it-operations" TargetMode="Externa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hyperlink" Target="https://www.capgemini.com/optimize-your-business-and-it-operations" TargetMode="Externa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hyperlink" Target="https://www.capgemini.com/optimize-your-business-and-it-operations" TargetMode="Externa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hyperlink" Target="https://www.capgemini.com/optimize-your-business-and-it-operations" TargetMode="Externa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hyperlink" Target="https://www.capgemini.com/optimize-your-business-and-it-operations" TargetMode="Externa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hyperlink" Target="https://www.capgemini.com/optimize-your-business-and-it-operations" TargetMode="Externa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hyperlink" Target="https://www.capgemini.com/optimize-your-business-and-it-operations" TargetMode="Externa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hyperlink" Target="https://www.capgemini.com/optimize-your-business-and-it-operations" TargetMode="Externa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hyperlink" Target="https://www.capgemini.com/optimize-your-business-and-it-operations" TargetMode="Externa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hyperlink" Target="https://www.capgemini.com/optimize-your-business-and-it-operations" TargetMode="Externa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hyperlink" Target="https://www.capgemini.com/optimize-your-business-and-it-operations" TargetMode="Externa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hyperlink" Target="https://www.capgemini.com/optimize-your-business-and-it-operations" TargetMode="External"/></Relationships>
</file>

<file path=ppt/slideLayouts/_rels/slideLayout66.xml.rels><?xml version="1.0" encoding="UTF-8" standalone="yes"?><Relationships xmlns="http://schemas.openxmlformats.org/package/2006/relationships"><Relationship Id="rId11" Type="http://schemas.openxmlformats.org/officeDocument/2006/relationships/image" Target="../media/image5.png"/><Relationship Id="rId10" Type="http://schemas.openxmlformats.org/officeDocument/2006/relationships/hyperlink" Target="http://www.facebook.com/capgemini" TargetMode="External"/><Relationship Id="rId13" Type="http://schemas.openxmlformats.org/officeDocument/2006/relationships/hyperlink" Target="http://www.capgemini.com/about/how-we-work/rightshorer" TargetMode="External"/><Relationship Id="rId12" Type="http://schemas.openxmlformats.org/officeDocument/2006/relationships/hyperlink" Target="http://www.capgemini.com/about/how-we-work/the-collaborative-business-experiencetm" TargetMode="External"/><Relationship Id="rId1" Type="http://schemas.openxmlformats.org/officeDocument/2006/relationships/slideMaster" Target="../slideMasters/slideMaster4.xml"/><Relationship Id="rId2" Type="http://schemas.openxmlformats.org/officeDocument/2006/relationships/hyperlink" Target="http://www.linkedin.com/company/capgemini" TargetMode="External"/><Relationship Id="rId3" Type="http://schemas.openxmlformats.org/officeDocument/2006/relationships/image" Target="../media/image3.png"/><Relationship Id="rId4" Type="http://schemas.openxmlformats.org/officeDocument/2006/relationships/hyperlink" Target="http://www.slideshare.net/capgemini" TargetMode="External"/><Relationship Id="rId9" Type="http://schemas.openxmlformats.org/officeDocument/2006/relationships/image" Target="../media/image6.png"/><Relationship Id="rId15" Type="http://schemas.openxmlformats.org/officeDocument/2006/relationships/image" Target="../media/image7.png"/><Relationship Id="rId14" Type="http://schemas.openxmlformats.org/officeDocument/2006/relationships/hyperlink" Target="http://www.capgemini.com/" TargetMode="External"/><Relationship Id="rId5" Type="http://schemas.openxmlformats.org/officeDocument/2006/relationships/image" Target="../media/image4.png"/><Relationship Id="rId6" Type="http://schemas.openxmlformats.org/officeDocument/2006/relationships/hyperlink" Target="http://www.twitter.com/capgemini" TargetMode="External"/><Relationship Id="rId7" Type="http://schemas.openxmlformats.org/officeDocument/2006/relationships/image" Target="../media/image2.png"/><Relationship Id="rId8" Type="http://schemas.openxmlformats.org/officeDocument/2006/relationships/hyperlink" Target="http://www.youtube.com/capgeminimedia" TargetMode="Externa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5.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with Filled Background">
  <p:cSld name="Text with Filled Background">
    <p:bg>
      <p:bgPr>
        <a:solidFill>
          <a:schemeClr val="lt1"/>
        </a:solidFill>
      </p:bgPr>
    </p:bg>
    <p:spTree>
      <p:nvGrpSpPr>
        <p:cNvPr id="31" name="Shape 31"/>
        <p:cNvGrpSpPr/>
        <p:nvPr/>
      </p:nvGrpSpPr>
      <p:grpSpPr>
        <a:xfrm>
          <a:off x="0" y="0"/>
          <a:ext cx="0" cy="0"/>
          <a:chOff x="0" y="0"/>
          <a:chExt cx="0" cy="0"/>
        </a:xfrm>
      </p:grpSpPr>
      <p:sp>
        <p:nvSpPr>
          <p:cNvPr id="32" name="Google Shape;32;p2"/>
          <p:cNvSpPr/>
          <p:nvPr/>
        </p:nvSpPr>
        <p:spPr>
          <a:xfrm>
            <a:off x="0" y="0"/>
            <a:ext cx="4439816" cy="6858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pic>
        <p:nvPicPr>
          <p:cNvPr id="33" name="Google Shape;33;p2"/>
          <p:cNvPicPr preferRelativeResize="0"/>
          <p:nvPr/>
        </p:nvPicPr>
        <p:blipFill rotWithShape="1">
          <a:blip r:embed="rId2">
            <a:alphaModFix/>
          </a:blip>
          <a:srcRect b="0" l="2839" r="32420" t="0"/>
          <a:stretch/>
        </p:blipFill>
        <p:spPr>
          <a:xfrm>
            <a:off x="4253790" y="-2148"/>
            <a:ext cx="7938210" cy="6898276"/>
          </a:xfrm>
          <a:prstGeom prst="rect">
            <a:avLst/>
          </a:prstGeom>
          <a:noFill/>
          <a:ln>
            <a:noFill/>
          </a:ln>
        </p:spPr>
      </p:pic>
      <p:sp>
        <p:nvSpPr>
          <p:cNvPr id="34" name="Google Shape;34;p2"/>
          <p:cNvSpPr txBox="1"/>
          <p:nvPr>
            <p:ph idx="1" type="body"/>
          </p:nvPr>
        </p:nvSpPr>
        <p:spPr>
          <a:xfrm>
            <a:off x="407988" y="3068960"/>
            <a:ext cx="6696124" cy="3375382"/>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lt1"/>
              </a:buClr>
              <a:buSzPts val="1600"/>
              <a:buNone/>
              <a:defRPr sz="1600">
                <a:solidFill>
                  <a:schemeClr val="lt1"/>
                </a:solidFill>
              </a:defRPr>
            </a:lvl1pPr>
            <a:lvl2pPr indent="-304800" lvl="1" marL="914400" algn="l">
              <a:lnSpc>
                <a:spcPct val="100000"/>
              </a:lnSpc>
              <a:spcBef>
                <a:spcPts val="1800"/>
              </a:spcBef>
              <a:spcAft>
                <a:spcPts val="0"/>
              </a:spcAft>
              <a:buSzPts val="1200"/>
              <a:buChar char="▪"/>
              <a:defRPr sz="1200"/>
            </a:lvl2pPr>
            <a:lvl3pPr indent="-304800" lvl="2" marL="1371600" algn="l">
              <a:lnSpc>
                <a:spcPct val="100000"/>
              </a:lnSpc>
              <a:spcBef>
                <a:spcPts val="600"/>
              </a:spcBef>
              <a:spcAft>
                <a:spcPts val="0"/>
              </a:spcAft>
              <a:buSzPts val="1200"/>
              <a:buChar char="•"/>
              <a:defRPr sz="1200"/>
            </a:lvl3pPr>
            <a:lvl4pPr indent="-304800" lvl="3" marL="1828800" algn="l">
              <a:lnSpc>
                <a:spcPct val="100000"/>
              </a:lnSpc>
              <a:spcBef>
                <a:spcPts val="600"/>
              </a:spcBef>
              <a:spcAft>
                <a:spcPts val="0"/>
              </a:spcAft>
              <a:buSzPts val="1200"/>
              <a:buChar char="‒"/>
              <a:defRPr sz="12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2"/>
          <p:cNvSpPr txBox="1"/>
          <p:nvPr>
            <p:ph type="title"/>
          </p:nvPr>
        </p:nvSpPr>
        <p:spPr>
          <a:xfrm>
            <a:off x="407988" y="2002973"/>
            <a:ext cx="10044635" cy="859536"/>
          </a:xfrm>
          <a:prstGeom prst="rect">
            <a:avLst/>
          </a:prstGeom>
          <a:noFill/>
          <a:ln>
            <a:noFill/>
          </a:ln>
        </p:spPr>
        <p:txBody>
          <a:bodyPr anchorCtr="0" anchor="b" bIns="0" lIns="0" spcFirstLastPara="1" rIns="0" wrap="square" tIns="0">
            <a:normAutofit/>
          </a:bodyPr>
          <a:lstStyle>
            <a:lvl1pPr lvl="0" algn="l">
              <a:lnSpc>
                <a:spcPct val="90000"/>
              </a:lnSpc>
              <a:spcBef>
                <a:spcPts val="0"/>
              </a:spcBef>
              <a:spcAft>
                <a:spcPts val="0"/>
              </a:spcAft>
              <a:buClr>
                <a:schemeClr val="lt1"/>
              </a:buClr>
              <a:buSzPts val="2600"/>
              <a:buFont typeface="Verdana"/>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2"/>
          <p:cNvSpPr/>
          <p:nvPr/>
        </p:nvSpPr>
        <p:spPr>
          <a:xfrm>
            <a:off x="11665391" y="6555758"/>
            <a:ext cx="360997"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chemeClr val="lt1"/>
                </a:solidFill>
                <a:latin typeface="Verdana"/>
                <a:ea typeface="Verdana"/>
                <a:cs typeface="Verdana"/>
                <a:sym typeface="Verdana"/>
              </a:rPr>
              <a:t>‹#›</a:t>
            </a:fld>
            <a:endParaRPr sz="800">
              <a:solidFill>
                <a:schemeClr val="lt1"/>
              </a:solidFill>
              <a:latin typeface="Verdana"/>
              <a:ea typeface="Verdana"/>
              <a:cs typeface="Verdana"/>
              <a:sym typeface="Verdana"/>
            </a:endParaRPr>
          </a:p>
        </p:txBody>
      </p:sp>
      <p:sp>
        <p:nvSpPr>
          <p:cNvPr id="37" name="Google Shape;37;p2"/>
          <p:cNvSpPr/>
          <p:nvPr/>
        </p:nvSpPr>
        <p:spPr>
          <a:xfrm>
            <a:off x="3411379" y="6555758"/>
            <a:ext cx="222368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800">
                <a:solidFill>
                  <a:schemeClr val="lt1"/>
                </a:solidFill>
                <a:latin typeface="Verdana"/>
                <a:ea typeface="Verdana"/>
                <a:cs typeface="Verdana"/>
                <a:sym typeface="Verdana"/>
              </a:rPr>
              <a:t>© 2017 Capgemini. All rights reserved.</a:t>
            </a:r>
            <a:endParaRPr/>
          </a:p>
        </p:txBody>
      </p:sp>
      <p:cxnSp>
        <p:nvCxnSpPr>
          <p:cNvPr id="38" name="Google Shape;38;p2"/>
          <p:cNvCxnSpPr/>
          <p:nvPr/>
        </p:nvCxnSpPr>
        <p:spPr>
          <a:xfrm rot="10800000">
            <a:off x="3283674" y="6587911"/>
            <a:ext cx="0" cy="155576"/>
          </a:xfrm>
          <a:prstGeom prst="straightConnector1">
            <a:avLst/>
          </a:prstGeom>
          <a:solidFill>
            <a:schemeClr val="dk1"/>
          </a:solidFill>
          <a:ln cap="rnd" cmpd="sng" w="12700">
            <a:solidFill>
              <a:schemeClr val="lt1"/>
            </a:solidFill>
            <a:prstDash val="solid"/>
            <a:round/>
            <a:headEnd len="sm" w="sm" type="none"/>
            <a:tailEnd len="sm" w="sm" type="none"/>
          </a:ln>
        </p:spPr>
      </p:cxnSp>
      <p:sp>
        <p:nvSpPr>
          <p:cNvPr id="39" name="Google Shape;39;p2">
            <a:hlinkClick r:id="rId3"/>
          </p:cNvPr>
          <p:cNvSpPr/>
          <p:nvPr/>
        </p:nvSpPr>
        <p:spPr>
          <a:xfrm>
            <a:off x="407988" y="6555971"/>
            <a:ext cx="2829007" cy="219456"/>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lang="en-US" sz="800">
                <a:solidFill>
                  <a:schemeClr val="lt1"/>
                </a:solidFill>
                <a:latin typeface="Verdana"/>
                <a:ea typeface="Verdana"/>
                <a:cs typeface="Verdana"/>
                <a:sym typeface="Verdana"/>
              </a:rPr>
              <a:t>Presentation Title | Author | Date</a:t>
            </a:r>
            <a:endParaRPr/>
          </a:p>
        </p:txBody>
      </p:sp>
    </p:spTree>
  </p:cSld>
  <p:clrMapOvr>
    <a:masterClrMapping/>
  </p:clrMapOvr>
  <p:extLst>
    <p:ext uri="{DCECCB84-F9BA-43D5-87BE-67443E8EF086}">
      <p15:sldGuideLst>
        <p15:guide id="1" orient="horz" pos="255">
          <p15:clr>
            <a:srgbClr val="FBAE40"/>
          </p15:clr>
        </p15:guide>
        <p15:guide id="2" pos="257">
          <p15:clr>
            <a:srgbClr val="FBAE40"/>
          </p15:clr>
        </p15:guide>
        <p15:guide id="3" pos="6879">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White">
  <p:cSld name="Blank-White">
    <p:spTree>
      <p:nvGrpSpPr>
        <p:cNvPr id="40" name="Shape 40"/>
        <p:cNvGrpSpPr/>
        <p:nvPr/>
      </p:nvGrpSpPr>
      <p:grpSpPr>
        <a:xfrm>
          <a:off x="0" y="0"/>
          <a:ext cx="0" cy="0"/>
          <a:chOff x="0" y="0"/>
          <a:chExt cx="0" cy="0"/>
        </a:xfrm>
      </p:grpSpPr>
      <p:sp>
        <p:nvSpPr>
          <p:cNvPr id="41" name="Google Shape;41;p3"/>
          <p:cNvSpPr/>
          <p:nvPr/>
        </p:nvSpPr>
        <p:spPr>
          <a:xfrm>
            <a:off x="11784013" y="6555758"/>
            <a:ext cx="242375"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rgbClr val="7F7F7F"/>
                </a:solidFill>
                <a:latin typeface="Verdana"/>
                <a:ea typeface="Verdana"/>
                <a:cs typeface="Verdana"/>
                <a:sym typeface="Verdana"/>
              </a:rPr>
              <a:t>‹#›</a:t>
            </a:fld>
            <a:endParaRPr sz="800">
              <a:solidFill>
                <a:srgbClr val="7F7F7F"/>
              </a:solidFill>
              <a:latin typeface="Verdana"/>
              <a:ea typeface="Verdana"/>
              <a:cs typeface="Verdana"/>
              <a:sym typeface="Verdana"/>
            </a:endParaRPr>
          </a:p>
        </p:txBody>
      </p:sp>
      <p:cxnSp>
        <p:nvCxnSpPr>
          <p:cNvPr id="42" name="Google Shape;42;p3"/>
          <p:cNvCxnSpPr/>
          <p:nvPr/>
        </p:nvCxnSpPr>
        <p:spPr>
          <a:xfrm rot="10800000">
            <a:off x="3283674" y="6587911"/>
            <a:ext cx="0" cy="155576"/>
          </a:xfrm>
          <a:prstGeom prst="straightConnector1">
            <a:avLst/>
          </a:prstGeom>
          <a:solidFill>
            <a:schemeClr val="dk1"/>
          </a:solidFill>
          <a:ln cap="rnd" cmpd="sng" w="12700">
            <a:solidFill>
              <a:schemeClr val="accent2"/>
            </a:solidFill>
            <a:prstDash val="solid"/>
            <a:round/>
            <a:headEnd len="sm" w="sm" type="none"/>
            <a:tailEnd len="sm" w="sm" type="none"/>
          </a:ln>
        </p:spPr>
      </p:cxnSp>
      <p:sp>
        <p:nvSpPr>
          <p:cNvPr id="43" name="Google Shape;43;p3">
            <a:hlinkClick r:id="rId2"/>
          </p:cNvPr>
          <p:cNvSpPr/>
          <p:nvPr/>
        </p:nvSpPr>
        <p:spPr>
          <a:xfrm>
            <a:off x="407988" y="6555971"/>
            <a:ext cx="2829007" cy="219456"/>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lang="en-US" sz="800">
                <a:solidFill>
                  <a:srgbClr val="00458D"/>
                </a:solidFill>
                <a:latin typeface="Verdana"/>
                <a:ea typeface="Verdana"/>
                <a:cs typeface="Verdana"/>
                <a:sym typeface="Verdana"/>
              </a:rPr>
              <a:t>Presentation Title | Author | Date</a:t>
            </a:r>
            <a:endParaRPr/>
          </a:p>
        </p:txBody>
      </p:sp>
      <p:sp>
        <p:nvSpPr>
          <p:cNvPr id="44" name="Google Shape;44;p3"/>
          <p:cNvSpPr/>
          <p:nvPr/>
        </p:nvSpPr>
        <p:spPr>
          <a:xfrm>
            <a:off x="3411379" y="6555758"/>
            <a:ext cx="222368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800">
                <a:solidFill>
                  <a:srgbClr val="767676"/>
                </a:solidFill>
                <a:latin typeface="Verdana"/>
                <a:ea typeface="Verdana"/>
                <a:cs typeface="Verdana"/>
                <a:sym typeface="Verdana"/>
              </a:rPr>
              <a:t>© 2017 Capgemini. All rights reserved.</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with Shapes - Layout1">
  <p:cSld name="Text with Shapes - Layout1">
    <p:bg>
      <p:bgPr>
        <a:solidFill>
          <a:schemeClr val="lt1"/>
        </a:solidFill>
      </p:bgPr>
    </p:bg>
    <p:spTree>
      <p:nvGrpSpPr>
        <p:cNvPr id="45" name="Shape 45"/>
        <p:cNvGrpSpPr/>
        <p:nvPr/>
      </p:nvGrpSpPr>
      <p:grpSpPr>
        <a:xfrm>
          <a:off x="0" y="0"/>
          <a:ext cx="0" cy="0"/>
          <a:chOff x="0" y="0"/>
          <a:chExt cx="0" cy="0"/>
        </a:xfrm>
      </p:grpSpPr>
      <p:sp>
        <p:nvSpPr>
          <p:cNvPr id="46" name="Google Shape;46;p4"/>
          <p:cNvSpPr/>
          <p:nvPr/>
        </p:nvSpPr>
        <p:spPr>
          <a:xfrm rot="-5400000">
            <a:off x="5413032" y="79029"/>
            <a:ext cx="6857997" cy="6699938"/>
          </a:xfrm>
          <a:prstGeom prst="rect">
            <a:avLst/>
          </a:prstGeom>
          <a:noFill/>
          <a:ln>
            <a:noFill/>
          </a:ln>
        </p:spPr>
      </p:sp>
      <p:sp>
        <p:nvSpPr>
          <p:cNvPr id="47" name="Google Shape;47;p4"/>
          <p:cNvSpPr txBox="1"/>
          <p:nvPr>
            <p:ph idx="1" type="body"/>
          </p:nvPr>
        </p:nvSpPr>
        <p:spPr>
          <a:xfrm>
            <a:off x="1847528" y="2708920"/>
            <a:ext cx="3312368" cy="720080"/>
          </a:xfrm>
          <a:prstGeom prst="rect">
            <a:avLst/>
          </a:prstGeom>
          <a:noFill/>
          <a:ln>
            <a:noFill/>
          </a:ln>
        </p:spPr>
        <p:txBody>
          <a:bodyPr anchorCtr="0" anchor="ctr" bIns="0" lIns="0" spcFirstLastPara="1" rIns="0" wrap="square" tIns="0">
            <a:noAutofit/>
          </a:bodyPr>
          <a:lstStyle>
            <a:lvl1pPr indent="-228600" lvl="0" marL="457200" marR="0" algn="l">
              <a:lnSpc>
                <a:spcPct val="100000"/>
              </a:lnSpc>
              <a:spcBef>
                <a:spcPts val="1000"/>
              </a:spcBef>
              <a:spcAft>
                <a:spcPts val="0"/>
              </a:spcAft>
              <a:buClr>
                <a:schemeClr val="dk1"/>
              </a:buClr>
              <a:buSzPts val="1600"/>
              <a:buFont typeface="Arial"/>
              <a:buNone/>
              <a:defRPr sz="1600"/>
            </a:lvl1pPr>
            <a:lvl2pPr indent="-317500" lvl="1" marL="914400" algn="l">
              <a:lnSpc>
                <a:spcPct val="100000"/>
              </a:lnSpc>
              <a:spcBef>
                <a:spcPts val="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4"/>
          <p:cNvSpPr txBox="1"/>
          <p:nvPr>
            <p:ph idx="2" type="body"/>
          </p:nvPr>
        </p:nvSpPr>
        <p:spPr>
          <a:xfrm>
            <a:off x="1847528" y="3645024"/>
            <a:ext cx="3312368" cy="720080"/>
          </a:xfrm>
          <a:prstGeom prst="rect">
            <a:avLst/>
          </a:prstGeom>
          <a:noFill/>
          <a:ln>
            <a:noFill/>
          </a:ln>
        </p:spPr>
        <p:txBody>
          <a:bodyPr anchorCtr="0" anchor="ctr" bIns="0" lIns="0" spcFirstLastPara="1" rIns="0" wrap="square" tIns="0">
            <a:noAutofit/>
          </a:bodyPr>
          <a:lstStyle>
            <a:lvl1pPr indent="-228600" lvl="0" marL="457200" marR="0" algn="l">
              <a:lnSpc>
                <a:spcPct val="100000"/>
              </a:lnSpc>
              <a:spcBef>
                <a:spcPts val="1000"/>
              </a:spcBef>
              <a:spcAft>
                <a:spcPts val="0"/>
              </a:spcAft>
              <a:buClr>
                <a:schemeClr val="dk1"/>
              </a:buClr>
              <a:buSzPts val="1600"/>
              <a:buFont typeface="Arial"/>
              <a:buNone/>
              <a:defRPr sz="1600"/>
            </a:lvl1pPr>
            <a:lvl2pPr indent="-317500" lvl="1" marL="914400" algn="l">
              <a:lnSpc>
                <a:spcPct val="100000"/>
              </a:lnSpc>
              <a:spcBef>
                <a:spcPts val="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4"/>
          <p:cNvSpPr/>
          <p:nvPr>
            <p:ph idx="3" type="pic"/>
          </p:nvPr>
        </p:nvSpPr>
        <p:spPr>
          <a:xfrm>
            <a:off x="6553200" y="2060575"/>
            <a:ext cx="4910138" cy="2722563"/>
          </a:xfrm>
          <a:prstGeom prst="rect">
            <a:avLst/>
          </a:prstGeom>
          <a:noFill/>
          <a:ln>
            <a:noFill/>
          </a:ln>
        </p:spPr>
      </p:sp>
      <p:sp>
        <p:nvSpPr>
          <p:cNvPr id="50" name="Google Shape;50;p4"/>
          <p:cNvSpPr txBox="1"/>
          <p:nvPr>
            <p:ph idx="4" type="body"/>
          </p:nvPr>
        </p:nvSpPr>
        <p:spPr>
          <a:xfrm>
            <a:off x="1847528" y="4630276"/>
            <a:ext cx="3312368" cy="720080"/>
          </a:xfrm>
          <a:prstGeom prst="rect">
            <a:avLst/>
          </a:prstGeom>
          <a:noFill/>
          <a:ln>
            <a:noFill/>
          </a:ln>
        </p:spPr>
        <p:txBody>
          <a:bodyPr anchorCtr="0" anchor="ctr" bIns="0" lIns="0" spcFirstLastPara="1" rIns="0" wrap="square" tIns="0">
            <a:noAutofit/>
          </a:bodyPr>
          <a:lstStyle>
            <a:lvl1pPr indent="-228600" lvl="0" marL="457200" marR="0" algn="l">
              <a:lnSpc>
                <a:spcPct val="100000"/>
              </a:lnSpc>
              <a:spcBef>
                <a:spcPts val="1000"/>
              </a:spcBef>
              <a:spcAft>
                <a:spcPts val="0"/>
              </a:spcAft>
              <a:buClr>
                <a:schemeClr val="dk1"/>
              </a:buClr>
              <a:buSzPts val="1600"/>
              <a:buFont typeface="Arial"/>
              <a:buNone/>
              <a:defRPr sz="1600"/>
            </a:lvl1pPr>
            <a:lvl2pPr indent="-317500" lvl="1" marL="914400" algn="l">
              <a:lnSpc>
                <a:spcPct val="100000"/>
              </a:lnSpc>
              <a:spcBef>
                <a:spcPts val="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4"/>
          <p:cNvSpPr txBox="1"/>
          <p:nvPr>
            <p:ph type="title"/>
          </p:nvPr>
        </p:nvSpPr>
        <p:spPr>
          <a:xfrm>
            <a:off x="407988" y="404813"/>
            <a:ext cx="9864476" cy="863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2"/>
              </a:buClr>
              <a:buSzPts val="2600"/>
              <a:buFont typeface="Verdana"/>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4"/>
          <p:cNvSpPr/>
          <p:nvPr/>
        </p:nvSpPr>
        <p:spPr>
          <a:xfrm>
            <a:off x="11491419" y="164829"/>
            <a:ext cx="424356" cy="459624"/>
          </a:xfrm>
          <a:prstGeom prst="rect">
            <a:avLst/>
          </a:prstGeom>
          <a:noFill/>
          <a:ln>
            <a:noFill/>
          </a:ln>
        </p:spPr>
      </p:sp>
      <p:cxnSp>
        <p:nvCxnSpPr>
          <p:cNvPr id="53" name="Google Shape;53;p4"/>
          <p:cNvCxnSpPr/>
          <p:nvPr/>
        </p:nvCxnSpPr>
        <p:spPr>
          <a:xfrm rot="10800000">
            <a:off x="3283674" y="6587911"/>
            <a:ext cx="0" cy="155576"/>
          </a:xfrm>
          <a:prstGeom prst="straightConnector1">
            <a:avLst/>
          </a:prstGeom>
          <a:solidFill>
            <a:schemeClr val="dk1"/>
          </a:solidFill>
          <a:ln cap="rnd" cmpd="sng" w="12700">
            <a:solidFill>
              <a:schemeClr val="accent2"/>
            </a:solidFill>
            <a:prstDash val="solid"/>
            <a:round/>
            <a:headEnd len="sm" w="sm" type="none"/>
            <a:tailEnd len="sm" w="sm" type="none"/>
          </a:ln>
        </p:spPr>
      </p:cxnSp>
      <p:sp>
        <p:nvSpPr>
          <p:cNvPr id="54" name="Google Shape;54;p4">
            <a:hlinkClick r:id="rId2"/>
          </p:cNvPr>
          <p:cNvSpPr/>
          <p:nvPr/>
        </p:nvSpPr>
        <p:spPr>
          <a:xfrm>
            <a:off x="407988" y="6555971"/>
            <a:ext cx="2829007" cy="219456"/>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lang="en-US" sz="800">
                <a:solidFill>
                  <a:srgbClr val="00458D"/>
                </a:solidFill>
                <a:latin typeface="Verdana"/>
                <a:ea typeface="Verdana"/>
                <a:cs typeface="Verdana"/>
                <a:sym typeface="Verdana"/>
              </a:rPr>
              <a:t>Presentation Title | Author | Date</a:t>
            </a:r>
            <a:endParaRPr/>
          </a:p>
        </p:txBody>
      </p:sp>
      <p:sp>
        <p:nvSpPr>
          <p:cNvPr id="55" name="Google Shape;55;p4"/>
          <p:cNvSpPr/>
          <p:nvPr/>
        </p:nvSpPr>
        <p:spPr>
          <a:xfrm>
            <a:off x="11665391" y="6555758"/>
            <a:ext cx="360997"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chemeClr val="lt1"/>
                </a:solidFill>
                <a:latin typeface="Verdana"/>
                <a:ea typeface="Verdana"/>
                <a:cs typeface="Verdana"/>
                <a:sym typeface="Verdana"/>
              </a:rPr>
              <a:t>‹#›</a:t>
            </a:fld>
            <a:endParaRPr sz="800">
              <a:solidFill>
                <a:schemeClr val="lt1"/>
              </a:solidFill>
              <a:latin typeface="Verdana"/>
              <a:ea typeface="Verdana"/>
              <a:cs typeface="Verdana"/>
              <a:sym typeface="Verdana"/>
            </a:endParaRPr>
          </a:p>
        </p:txBody>
      </p:sp>
      <p:sp>
        <p:nvSpPr>
          <p:cNvPr id="56" name="Google Shape;56;p4"/>
          <p:cNvSpPr/>
          <p:nvPr/>
        </p:nvSpPr>
        <p:spPr>
          <a:xfrm>
            <a:off x="3411379" y="6555758"/>
            <a:ext cx="222368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800">
                <a:solidFill>
                  <a:srgbClr val="767676"/>
                </a:solidFill>
                <a:latin typeface="Verdana"/>
                <a:ea typeface="Verdana"/>
                <a:cs typeface="Verdana"/>
                <a:sym typeface="Verdana"/>
              </a:rPr>
              <a:t>© 2017 Capgemini. All rights reserved.</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with Shapes - Layout2">
  <p:cSld name="Text with Shapes - Layout2">
    <p:bg>
      <p:bgPr>
        <a:solidFill>
          <a:srgbClr val="E6E7E7"/>
        </a:solidFill>
      </p:bgPr>
    </p:bg>
    <p:spTree>
      <p:nvGrpSpPr>
        <p:cNvPr id="57" name="Shape 57"/>
        <p:cNvGrpSpPr/>
        <p:nvPr/>
      </p:nvGrpSpPr>
      <p:grpSpPr>
        <a:xfrm>
          <a:off x="0" y="0"/>
          <a:ext cx="0" cy="0"/>
          <a:chOff x="0" y="0"/>
          <a:chExt cx="0" cy="0"/>
        </a:xfrm>
      </p:grpSpPr>
      <p:sp>
        <p:nvSpPr>
          <p:cNvPr id="58" name="Google Shape;58;p5"/>
          <p:cNvSpPr txBox="1"/>
          <p:nvPr>
            <p:ph idx="1" type="body"/>
          </p:nvPr>
        </p:nvSpPr>
        <p:spPr>
          <a:xfrm>
            <a:off x="407988" y="2204864"/>
            <a:ext cx="3618859" cy="2924629"/>
          </a:xfrm>
          <a:prstGeom prst="rect">
            <a:avLst/>
          </a:prstGeom>
          <a:noFill/>
          <a:ln>
            <a:noFill/>
          </a:ln>
        </p:spPr>
        <p:txBody>
          <a:bodyPr anchorCtr="0" anchor="b" bIns="0" lIns="0" spcFirstLastPara="1" rIns="0" wrap="square" tIns="0">
            <a:normAutofit/>
          </a:bodyPr>
          <a:lstStyle>
            <a:lvl1pPr indent="-228600" lvl="0" marL="457200" algn="l">
              <a:lnSpc>
                <a:spcPct val="114814"/>
              </a:lnSpc>
              <a:spcBef>
                <a:spcPts val="0"/>
              </a:spcBef>
              <a:spcAft>
                <a:spcPts val="0"/>
              </a:spcAft>
              <a:buClr>
                <a:srgbClr val="2C004B"/>
              </a:buClr>
              <a:buSzPts val="5400"/>
              <a:buNone/>
              <a:defRPr sz="5400">
                <a:solidFill>
                  <a:srgbClr val="2C004B"/>
                </a:solidFill>
              </a:defRPr>
            </a:lvl1pPr>
            <a:lvl2pPr indent="-228600" lvl="1" marL="914400" algn="l">
              <a:lnSpc>
                <a:spcPct val="114814"/>
              </a:lnSpc>
              <a:spcBef>
                <a:spcPts val="600"/>
              </a:spcBef>
              <a:spcAft>
                <a:spcPts val="0"/>
              </a:spcAft>
              <a:buSzPts val="5400"/>
              <a:buNone/>
              <a:defRPr sz="5400">
                <a:solidFill>
                  <a:srgbClr val="2C004B"/>
                </a:solidFill>
              </a:defRPr>
            </a:lvl2pPr>
            <a:lvl3pPr indent="-342900" lvl="2" marL="1371600" algn="l">
              <a:lnSpc>
                <a:spcPct val="88888"/>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5"/>
          <p:cNvSpPr txBox="1"/>
          <p:nvPr>
            <p:ph idx="2" type="body"/>
          </p:nvPr>
        </p:nvSpPr>
        <p:spPr>
          <a:xfrm>
            <a:off x="407988" y="5273460"/>
            <a:ext cx="3618859" cy="675820"/>
          </a:xfrm>
          <a:prstGeom prst="rect">
            <a:avLst/>
          </a:prstGeom>
          <a:noFill/>
          <a:ln>
            <a:noFill/>
          </a:ln>
        </p:spPr>
        <p:txBody>
          <a:bodyPr anchorCtr="0" anchor="t" bIns="0" lIns="0" spcFirstLastPara="1" rIns="0" wrap="square" tIns="0">
            <a:normAutofit/>
          </a:bodyPr>
          <a:lstStyle>
            <a:lvl1pPr indent="-228600" lvl="0" marL="457200" algn="l">
              <a:lnSpc>
                <a:spcPct val="112500"/>
              </a:lnSpc>
              <a:spcBef>
                <a:spcPts val="0"/>
              </a:spcBef>
              <a:spcAft>
                <a:spcPts val="0"/>
              </a:spcAft>
              <a:buClr>
                <a:srgbClr val="2C004B"/>
              </a:buClr>
              <a:buSzPts val="1600"/>
              <a:buNone/>
              <a:defRPr sz="1600">
                <a:solidFill>
                  <a:srgbClr val="2C004B"/>
                </a:solidFill>
              </a:defRPr>
            </a:lvl1pPr>
            <a:lvl2pPr indent="-228600" lvl="1" marL="914400" algn="l">
              <a:lnSpc>
                <a:spcPct val="111111"/>
              </a:lnSpc>
              <a:spcBef>
                <a:spcPts val="600"/>
              </a:spcBef>
              <a:spcAft>
                <a:spcPts val="0"/>
              </a:spcAft>
              <a:buSzPts val="1800"/>
              <a:buNone/>
              <a:defRPr sz="1800">
                <a:solidFill>
                  <a:srgbClr val="2C004B"/>
                </a:solidFill>
              </a:defRPr>
            </a:lvl2pPr>
            <a:lvl3pPr indent="-342900" lvl="2" marL="1371600" algn="l">
              <a:lnSpc>
                <a:spcPct val="88888"/>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60" name="Google Shape;60;p5"/>
          <p:cNvGrpSpPr/>
          <p:nvPr/>
        </p:nvGrpSpPr>
        <p:grpSpPr>
          <a:xfrm>
            <a:off x="3461852" y="0"/>
            <a:ext cx="8730148" cy="6858000"/>
            <a:chOff x="3461852" y="0"/>
            <a:chExt cx="8730148" cy="6858000"/>
          </a:xfrm>
        </p:grpSpPr>
        <p:sp>
          <p:nvSpPr>
            <p:cNvPr id="61" name="Google Shape;61;p5"/>
            <p:cNvSpPr/>
            <p:nvPr/>
          </p:nvSpPr>
          <p:spPr>
            <a:xfrm>
              <a:off x="3461852" y="0"/>
              <a:ext cx="8730148" cy="6858000"/>
            </a:xfrm>
            <a:custGeom>
              <a:rect b="b" l="l" r="r" t="t"/>
              <a:pathLst>
                <a:path extrusionOk="0" h="6858000" w="8730148">
                  <a:moveTo>
                    <a:pt x="0" y="0"/>
                  </a:moveTo>
                  <a:lnTo>
                    <a:pt x="8730148" y="0"/>
                  </a:lnTo>
                  <a:lnTo>
                    <a:pt x="8730148" y="23679"/>
                  </a:lnTo>
                  <a:lnTo>
                    <a:pt x="8730148" y="495863"/>
                  </a:lnTo>
                  <a:lnTo>
                    <a:pt x="8730148" y="952308"/>
                  </a:lnTo>
                  <a:lnTo>
                    <a:pt x="8730148" y="1393283"/>
                  </a:lnTo>
                  <a:lnTo>
                    <a:pt x="8730148" y="1819052"/>
                  </a:lnTo>
                  <a:lnTo>
                    <a:pt x="8730148" y="2229885"/>
                  </a:lnTo>
                  <a:lnTo>
                    <a:pt x="8730148" y="2626046"/>
                  </a:lnTo>
                  <a:lnTo>
                    <a:pt x="8730148" y="3007803"/>
                  </a:lnTo>
                  <a:lnTo>
                    <a:pt x="8730148" y="3375422"/>
                  </a:lnTo>
                  <a:lnTo>
                    <a:pt x="8730148" y="3729171"/>
                  </a:lnTo>
                  <a:lnTo>
                    <a:pt x="8730148" y="4069315"/>
                  </a:lnTo>
                  <a:lnTo>
                    <a:pt x="8730148" y="4396123"/>
                  </a:lnTo>
                  <a:lnTo>
                    <a:pt x="8730148" y="4709860"/>
                  </a:lnTo>
                  <a:lnTo>
                    <a:pt x="8730148" y="5010793"/>
                  </a:lnTo>
                  <a:lnTo>
                    <a:pt x="8730148" y="5299189"/>
                  </a:lnTo>
                  <a:lnTo>
                    <a:pt x="8730148" y="5575315"/>
                  </a:lnTo>
                  <a:lnTo>
                    <a:pt x="8730148" y="5839437"/>
                  </a:lnTo>
                  <a:lnTo>
                    <a:pt x="8730148" y="6091822"/>
                  </a:lnTo>
                  <a:lnTo>
                    <a:pt x="8730148" y="6332738"/>
                  </a:lnTo>
                  <a:lnTo>
                    <a:pt x="8730148" y="6562450"/>
                  </a:lnTo>
                  <a:lnTo>
                    <a:pt x="8730148" y="6781226"/>
                  </a:lnTo>
                  <a:lnTo>
                    <a:pt x="8730148" y="6858000"/>
                  </a:lnTo>
                  <a:lnTo>
                    <a:pt x="1680266" y="6858000"/>
                  </a:lnTo>
                  <a:lnTo>
                    <a:pt x="1725275" y="6819058"/>
                  </a:lnTo>
                  <a:cubicBezTo>
                    <a:pt x="4662995" y="4201443"/>
                    <a:pt x="4141233" y="1217168"/>
                    <a:pt x="3705962" y="2012619"/>
                  </a:cubicBezTo>
                  <a:cubicBezTo>
                    <a:pt x="3516434" y="3033940"/>
                    <a:pt x="1425698" y="2929072"/>
                    <a:pt x="116582" y="253235"/>
                  </a:cubicBezTo>
                  <a:close/>
                </a:path>
              </a:pathLst>
            </a:custGeom>
            <a:solidFill>
              <a:srgbClr val="2C00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62" name="Google Shape;62;p5"/>
            <p:cNvSpPr/>
            <p:nvPr/>
          </p:nvSpPr>
          <p:spPr>
            <a:xfrm>
              <a:off x="6813803" y="2034666"/>
              <a:ext cx="669225" cy="544797"/>
            </a:xfrm>
            <a:custGeom>
              <a:rect b="b" l="l" r="r" t="t"/>
              <a:pathLst>
                <a:path extrusionOk="0" h="121" w="149">
                  <a:moveTo>
                    <a:pt x="98" y="84"/>
                  </a:moveTo>
                  <a:cubicBezTo>
                    <a:pt x="127" y="84"/>
                    <a:pt x="149" y="61"/>
                    <a:pt x="149" y="34"/>
                  </a:cubicBezTo>
                  <a:cubicBezTo>
                    <a:pt x="147" y="22"/>
                    <a:pt x="143" y="0"/>
                    <a:pt x="112" y="0"/>
                  </a:cubicBezTo>
                  <a:cubicBezTo>
                    <a:pt x="78" y="0"/>
                    <a:pt x="67" y="47"/>
                    <a:pt x="39" y="78"/>
                  </a:cubicBezTo>
                  <a:cubicBezTo>
                    <a:pt x="37" y="95"/>
                    <a:pt x="20" y="111"/>
                    <a:pt x="0" y="113"/>
                  </a:cubicBezTo>
                  <a:cubicBezTo>
                    <a:pt x="5" y="118"/>
                    <a:pt x="16" y="121"/>
                    <a:pt x="29" y="121"/>
                  </a:cubicBezTo>
                  <a:cubicBezTo>
                    <a:pt x="54" y="121"/>
                    <a:pt x="83" y="114"/>
                    <a:pt x="99" y="99"/>
                  </a:cubicBezTo>
                  <a:cubicBezTo>
                    <a:pt x="78" y="99"/>
                    <a:pt x="65" y="86"/>
                    <a:pt x="64" y="67"/>
                  </a:cubicBezTo>
                  <a:cubicBezTo>
                    <a:pt x="74" y="79"/>
                    <a:pt x="85" y="84"/>
                    <a:pt x="98" y="84"/>
                  </a:cubicBezTo>
                </a:path>
              </a:pathLst>
            </a:custGeom>
            <a:solidFill>
              <a:srgbClr val="00B9E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sp>
          <p:nvSpPr>
            <p:cNvPr id="63" name="Google Shape;63;p5"/>
            <p:cNvSpPr/>
            <p:nvPr/>
          </p:nvSpPr>
          <p:spPr>
            <a:xfrm>
              <a:off x="6464057" y="1641201"/>
              <a:ext cx="1018971" cy="860913"/>
            </a:xfrm>
            <a:custGeom>
              <a:rect b="b" l="l" r="r" t="t"/>
              <a:pathLst>
                <a:path extrusionOk="0" h="192" w="227">
                  <a:moveTo>
                    <a:pt x="227" y="120"/>
                  </a:moveTo>
                  <a:cubicBezTo>
                    <a:pt x="226" y="88"/>
                    <a:pt x="211" y="61"/>
                    <a:pt x="188" y="40"/>
                  </a:cubicBezTo>
                  <a:cubicBezTo>
                    <a:pt x="170" y="23"/>
                    <a:pt x="149" y="11"/>
                    <a:pt x="127" y="2"/>
                  </a:cubicBezTo>
                  <a:cubicBezTo>
                    <a:pt x="125" y="1"/>
                    <a:pt x="123" y="0"/>
                    <a:pt x="122" y="0"/>
                  </a:cubicBezTo>
                  <a:cubicBezTo>
                    <a:pt x="122" y="0"/>
                    <a:pt x="122" y="0"/>
                    <a:pt x="121" y="0"/>
                  </a:cubicBezTo>
                  <a:cubicBezTo>
                    <a:pt x="94" y="32"/>
                    <a:pt x="0" y="57"/>
                    <a:pt x="0" y="125"/>
                  </a:cubicBezTo>
                  <a:cubicBezTo>
                    <a:pt x="0" y="152"/>
                    <a:pt x="17" y="176"/>
                    <a:pt x="42" y="187"/>
                  </a:cubicBezTo>
                  <a:cubicBezTo>
                    <a:pt x="56" y="192"/>
                    <a:pt x="70" y="192"/>
                    <a:pt x="85" y="187"/>
                  </a:cubicBezTo>
                  <a:cubicBezTo>
                    <a:pt x="98" y="183"/>
                    <a:pt x="108" y="175"/>
                    <a:pt x="117" y="166"/>
                  </a:cubicBezTo>
                  <a:cubicBezTo>
                    <a:pt x="145" y="135"/>
                    <a:pt x="156" y="88"/>
                    <a:pt x="190" y="88"/>
                  </a:cubicBezTo>
                  <a:cubicBezTo>
                    <a:pt x="221" y="88"/>
                    <a:pt x="225" y="110"/>
                    <a:pt x="227" y="122"/>
                  </a:cubicBezTo>
                  <a:cubicBezTo>
                    <a:pt x="227" y="122"/>
                    <a:pt x="227" y="121"/>
                    <a:pt x="227" y="120"/>
                  </a:cubicBezTo>
                </a:path>
              </a:pathLst>
            </a:custGeom>
            <a:solidFill>
              <a:srgbClr val="007DB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grpSp>
      <p:sp>
        <p:nvSpPr>
          <p:cNvPr id="64" name="Google Shape;64;p5"/>
          <p:cNvSpPr/>
          <p:nvPr/>
        </p:nvSpPr>
        <p:spPr>
          <a:xfrm>
            <a:off x="9496659" y="6555758"/>
            <a:ext cx="222368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800">
                <a:solidFill>
                  <a:schemeClr val="lt1"/>
                </a:solidFill>
                <a:latin typeface="Verdana"/>
                <a:ea typeface="Verdana"/>
                <a:cs typeface="Verdana"/>
                <a:sym typeface="Verdana"/>
              </a:rPr>
              <a:t>© 2017 Capgemini. All rights reserved.</a:t>
            </a:r>
            <a:endParaRPr/>
          </a:p>
        </p:txBody>
      </p:sp>
      <p:sp>
        <p:nvSpPr>
          <p:cNvPr id="65" name="Google Shape;65;p5"/>
          <p:cNvSpPr/>
          <p:nvPr/>
        </p:nvSpPr>
        <p:spPr>
          <a:xfrm>
            <a:off x="11665391" y="6555758"/>
            <a:ext cx="360997"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chemeClr val="lt1"/>
                </a:solidFill>
                <a:latin typeface="Verdana"/>
                <a:ea typeface="Verdana"/>
                <a:cs typeface="Verdana"/>
                <a:sym typeface="Verdana"/>
              </a:rPr>
              <a:t>‹#›</a:t>
            </a:fld>
            <a:endParaRPr sz="800">
              <a:solidFill>
                <a:schemeClr val="lt1"/>
              </a:solidFill>
              <a:latin typeface="Verdana"/>
              <a:ea typeface="Verdana"/>
              <a:cs typeface="Verdana"/>
              <a:sym typeface="Verdana"/>
            </a:endParaRPr>
          </a:p>
        </p:txBody>
      </p:sp>
      <p:sp>
        <p:nvSpPr>
          <p:cNvPr id="66" name="Google Shape;66;p5">
            <a:hlinkClick r:id="rId2"/>
          </p:cNvPr>
          <p:cNvSpPr/>
          <p:nvPr/>
        </p:nvSpPr>
        <p:spPr>
          <a:xfrm>
            <a:off x="407988" y="6555971"/>
            <a:ext cx="2829007" cy="219456"/>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lang="en-US" sz="800">
                <a:solidFill>
                  <a:srgbClr val="00458D"/>
                </a:solidFill>
                <a:latin typeface="Verdana"/>
                <a:ea typeface="Verdana"/>
                <a:cs typeface="Verdana"/>
                <a:sym typeface="Verdana"/>
              </a:rPr>
              <a:t>Presentation Title | Author | Date</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Grey">
  <p:cSld name="Blank-Grey">
    <p:spTree>
      <p:nvGrpSpPr>
        <p:cNvPr id="67" name="Shape 67"/>
        <p:cNvGrpSpPr/>
        <p:nvPr/>
      </p:nvGrpSpPr>
      <p:grpSpPr>
        <a:xfrm>
          <a:off x="0" y="0"/>
          <a:ext cx="0" cy="0"/>
          <a:chOff x="0" y="0"/>
          <a:chExt cx="0" cy="0"/>
        </a:xfrm>
      </p:grpSpPr>
      <p:sp>
        <p:nvSpPr>
          <p:cNvPr id="68" name="Google Shape;68;p6"/>
          <p:cNvSpPr/>
          <p:nvPr/>
        </p:nvSpPr>
        <p:spPr>
          <a:xfrm>
            <a:off x="0"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69" name="Google Shape;69;p6"/>
          <p:cNvSpPr/>
          <p:nvPr/>
        </p:nvSpPr>
        <p:spPr>
          <a:xfrm>
            <a:off x="11784013" y="6555758"/>
            <a:ext cx="242375"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rgbClr val="7F7F7F"/>
                </a:solidFill>
                <a:latin typeface="Verdana"/>
                <a:ea typeface="Verdana"/>
                <a:cs typeface="Verdana"/>
                <a:sym typeface="Verdana"/>
              </a:rPr>
              <a:t>‹#›</a:t>
            </a:fld>
            <a:endParaRPr sz="800">
              <a:solidFill>
                <a:srgbClr val="7F7F7F"/>
              </a:solidFill>
              <a:latin typeface="Verdana"/>
              <a:ea typeface="Verdana"/>
              <a:cs typeface="Verdana"/>
              <a:sym typeface="Verdana"/>
            </a:endParaRPr>
          </a:p>
        </p:txBody>
      </p:sp>
      <p:cxnSp>
        <p:nvCxnSpPr>
          <p:cNvPr id="70" name="Google Shape;70;p6"/>
          <p:cNvCxnSpPr/>
          <p:nvPr/>
        </p:nvCxnSpPr>
        <p:spPr>
          <a:xfrm rot="10800000">
            <a:off x="3283674" y="6587911"/>
            <a:ext cx="0" cy="155576"/>
          </a:xfrm>
          <a:prstGeom prst="straightConnector1">
            <a:avLst/>
          </a:prstGeom>
          <a:solidFill>
            <a:schemeClr val="dk1"/>
          </a:solidFill>
          <a:ln cap="rnd" cmpd="sng" w="12700">
            <a:solidFill>
              <a:schemeClr val="accent2"/>
            </a:solidFill>
            <a:prstDash val="solid"/>
            <a:round/>
            <a:headEnd len="sm" w="sm" type="none"/>
            <a:tailEnd len="sm" w="sm" type="none"/>
          </a:ln>
        </p:spPr>
      </p:cxnSp>
      <p:sp>
        <p:nvSpPr>
          <p:cNvPr id="71" name="Google Shape;71;p6">
            <a:hlinkClick r:id="rId2"/>
          </p:cNvPr>
          <p:cNvSpPr/>
          <p:nvPr/>
        </p:nvSpPr>
        <p:spPr>
          <a:xfrm>
            <a:off x="407988" y="6555971"/>
            <a:ext cx="2829007" cy="219456"/>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lang="en-US" sz="800">
                <a:solidFill>
                  <a:srgbClr val="00458D"/>
                </a:solidFill>
                <a:latin typeface="Verdana"/>
                <a:ea typeface="Verdana"/>
                <a:cs typeface="Verdana"/>
                <a:sym typeface="Verdana"/>
              </a:rPr>
              <a:t>Presentation Title | Author | Date</a:t>
            </a:r>
            <a:endParaRPr/>
          </a:p>
        </p:txBody>
      </p:sp>
      <p:sp>
        <p:nvSpPr>
          <p:cNvPr id="72" name="Google Shape;72;p6"/>
          <p:cNvSpPr/>
          <p:nvPr/>
        </p:nvSpPr>
        <p:spPr>
          <a:xfrm>
            <a:off x="3411379" y="6555758"/>
            <a:ext cx="222368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800">
                <a:solidFill>
                  <a:srgbClr val="767676"/>
                </a:solidFill>
                <a:latin typeface="Verdana"/>
                <a:ea typeface="Verdana"/>
                <a:cs typeface="Verdana"/>
                <a:sym typeface="Verdana"/>
              </a:rPr>
              <a:t>© 2017 Capgemini. All rights reserved.</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Charts">
  <p:cSld name="4 Charts">
    <p:bg>
      <p:bgPr>
        <a:solidFill>
          <a:schemeClr val="lt1"/>
        </a:solidFill>
      </p:bgPr>
    </p:bg>
    <p:spTree>
      <p:nvGrpSpPr>
        <p:cNvPr id="73" name="Shape 73"/>
        <p:cNvGrpSpPr/>
        <p:nvPr/>
      </p:nvGrpSpPr>
      <p:grpSpPr>
        <a:xfrm>
          <a:off x="0" y="0"/>
          <a:ext cx="0" cy="0"/>
          <a:chOff x="0" y="0"/>
          <a:chExt cx="0" cy="0"/>
        </a:xfrm>
      </p:grpSpPr>
      <p:sp>
        <p:nvSpPr>
          <p:cNvPr id="74" name="Google Shape;74;p7"/>
          <p:cNvSpPr txBox="1"/>
          <p:nvPr>
            <p:ph idx="1" type="body"/>
          </p:nvPr>
        </p:nvSpPr>
        <p:spPr>
          <a:xfrm>
            <a:off x="407988" y="1428075"/>
            <a:ext cx="5543550" cy="412363"/>
          </a:xfrm>
          <a:prstGeom prst="rect">
            <a:avLst/>
          </a:prstGeom>
          <a:noFill/>
          <a:ln>
            <a:noFill/>
          </a:ln>
        </p:spPr>
        <p:txBody>
          <a:bodyPr anchorCtr="0" anchor="b" bIns="0" lIns="0" spcFirstLastPara="1" rIns="0" wrap="square" tIns="0">
            <a:noAutofit/>
          </a:bodyPr>
          <a:lstStyle>
            <a:lvl1pPr indent="-228600" lvl="0" marL="457200" algn="l">
              <a:lnSpc>
                <a:spcPct val="112500"/>
              </a:lnSpc>
              <a:spcBef>
                <a:spcPts val="0"/>
              </a:spcBef>
              <a:spcAft>
                <a:spcPts val="0"/>
              </a:spcAft>
              <a:buClr>
                <a:schemeClr val="accent2"/>
              </a:buClr>
              <a:buSzPts val="1600"/>
              <a:buNone/>
              <a:defRPr b="0" sz="1600">
                <a:solidFill>
                  <a:schemeClr val="accent2"/>
                </a:solidFill>
              </a:defRPr>
            </a:lvl1pPr>
            <a:lvl2pPr indent="-317500" lvl="1" marL="914400" algn="l">
              <a:lnSpc>
                <a:spcPct val="142857"/>
              </a:lnSpc>
              <a:spcBef>
                <a:spcPts val="600"/>
              </a:spcBef>
              <a:spcAft>
                <a:spcPts val="0"/>
              </a:spcAft>
              <a:buSzPts val="1400"/>
              <a:buChar char="▪"/>
              <a:defRPr sz="1400"/>
            </a:lvl2pPr>
            <a:lvl3pPr indent="-304800" lvl="2" marL="1371600" algn="l">
              <a:lnSpc>
                <a:spcPct val="133333"/>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600"/>
              </a:spcBef>
              <a:spcAft>
                <a:spcPts val="0"/>
              </a:spcAft>
              <a:buClr>
                <a:schemeClr val="dk1"/>
              </a:buClr>
              <a:buSzPts val="1100"/>
              <a:buChar char="•"/>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7"/>
          <p:cNvSpPr/>
          <p:nvPr>
            <p:ph idx="2" type="chart"/>
          </p:nvPr>
        </p:nvSpPr>
        <p:spPr>
          <a:xfrm>
            <a:off x="407988" y="1824707"/>
            <a:ext cx="5543550" cy="1963738"/>
          </a:xfrm>
          <a:prstGeom prst="rect">
            <a:avLst/>
          </a:prstGeom>
          <a:noFill/>
          <a:ln>
            <a:noFill/>
          </a:ln>
        </p:spPr>
        <p:txBody>
          <a:bodyPr anchorCtr="0" anchor="ctr" bIns="0" lIns="0" spcFirstLastPara="1" rIns="0" wrap="square" tIns="0">
            <a:noAutofit/>
          </a:bodyPr>
          <a:lstStyle>
            <a:lvl1pPr lvl="0" marR="0" rtl="0" algn="ctr">
              <a:lnSpc>
                <a:spcPct val="122222"/>
              </a:lnSpc>
              <a:spcBef>
                <a:spcPts val="0"/>
              </a:spcBef>
              <a:spcAft>
                <a:spcPts val="0"/>
              </a:spcAft>
              <a:buClr>
                <a:schemeClr val="dk1"/>
              </a:buClr>
              <a:buSzPts val="1800"/>
              <a:buFont typeface="Arial"/>
              <a:buNone/>
              <a:defRPr b="0" i="0" sz="1800" u="none" cap="none" strike="noStrike">
                <a:solidFill>
                  <a:schemeClr val="dk1"/>
                </a:solidFill>
                <a:latin typeface="Verdana"/>
                <a:ea typeface="Verdana"/>
                <a:cs typeface="Verdana"/>
                <a:sym typeface="Verdana"/>
              </a:defRPr>
            </a:lvl1pPr>
            <a:lvl2pPr lvl="1" marR="0" rtl="0" algn="l">
              <a:lnSpc>
                <a:spcPct val="125000"/>
              </a:lnSpc>
              <a:spcBef>
                <a:spcPts val="600"/>
              </a:spcBef>
              <a:spcAft>
                <a:spcPts val="0"/>
              </a:spcAft>
              <a:buClr>
                <a:schemeClr val="accent1"/>
              </a:buClr>
              <a:buSzPts val="1600"/>
              <a:buFont typeface="Noto Sans Symbols"/>
              <a:buChar char="▪"/>
              <a:defRPr b="0" i="0" sz="1600" u="none" cap="none" strike="noStrike">
                <a:solidFill>
                  <a:schemeClr val="dk1"/>
                </a:solidFill>
                <a:latin typeface="Verdana"/>
                <a:ea typeface="Verdana"/>
                <a:cs typeface="Verdana"/>
                <a:sym typeface="Verdana"/>
              </a:defRPr>
            </a:lvl2pPr>
            <a:lvl3pPr lvl="2" marR="0" rtl="0" algn="l">
              <a:lnSpc>
                <a:spcPct val="114285"/>
              </a:lnSpc>
              <a:spcBef>
                <a:spcPts val="600"/>
              </a:spcBef>
              <a:spcAft>
                <a:spcPts val="0"/>
              </a:spcAft>
              <a:buClr>
                <a:schemeClr val="accent1"/>
              </a:buClr>
              <a:buSzPts val="1400"/>
              <a:buFont typeface="Arial"/>
              <a:buChar char="•"/>
              <a:defRPr b="0" i="0" sz="1400" u="none" cap="none" strike="noStrike">
                <a:solidFill>
                  <a:schemeClr val="dk1"/>
                </a:solidFill>
                <a:latin typeface="Verdana"/>
                <a:ea typeface="Verdana"/>
                <a:cs typeface="Verdana"/>
                <a:sym typeface="Verdana"/>
              </a:defRPr>
            </a:lvl3pPr>
            <a:lvl4pPr lvl="3" marR="0" rtl="0" algn="l">
              <a:lnSpc>
                <a:spcPct val="90000"/>
              </a:lnSpc>
              <a:spcBef>
                <a:spcPts val="600"/>
              </a:spcBef>
              <a:spcAft>
                <a:spcPts val="0"/>
              </a:spcAft>
              <a:buClr>
                <a:schemeClr val="accent1"/>
              </a:buClr>
              <a:buSzPts val="1200"/>
              <a:buFont typeface="Arial"/>
              <a:buChar char="‒"/>
              <a:defRPr b="0" i="0" sz="1200" u="none" cap="none" strike="noStrike">
                <a:solidFill>
                  <a:schemeClr val="dk1"/>
                </a:solidFill>
                <a:latin typeface="Verdana"/>
                <a:ea typeface="Verdana"/>
                <a:cs typeface="Verdana"/>
                <a:sym typeface="Verdana"/>
              </a:defRPr>
            </a:lvl4pPr>
            <a:lvl5pPr lvl="4"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Verdana"/>
                <a:ea typeface="Verdana"/>
                <a:cs typeface="Verdana"/>
                <a:sym typeface="Verdana"/>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9pPr>
          </a:lstStyle>
          <a:p/>
        </p:txBody>
      </p:sp>
      <p:sp>
        <p:nvSpPr>
          <p:cNvPr id="76" name="Google Shape;76;p7"/>
          <p:cNvSpPr/>
          <p:nvPr>
            <p:ph idx="3" type="chart"/>
          </p:nvPr>
        </p:nvSpPr>
        <p:spPr>
          <a:xfrm>
            <a:off x="6240463" y="1824707"/>
            <a:ext cx="5543550" cy="1963738"/>
          </a:xfrm>
          <a:prstGeom prst="rect">
            <a:avLst/>
          </a:prstGeom>
          <a:noFill/>
          <a:ln>
            <a:noFill/>
          </a:ln>
        </p:spPr>
        <p:txBody>
          <a:bodyPr anchorCtr="0" anchor="ctr" bIns="0" lIns="0" spcFirstLastPara="1" rIns="0" wrap="square" tIns="0">
            <a:noAutofit/>
          </a:bodyPr>
          <a:lstStyle>
            <a:lvl1pPr lvl="0" marR="0" rtl="0" algn="ctr">
              <a:lnSpc>
                <a:spcPct val="122222"/>
              </a:lnSpc>
              <a:spcBef>
                <a:spcPts val="0"/>
              </a:spcBef>
              <a:spcAft>
                <a:spcPts val="0"/>
              </a:spcAft>
              <a:buClr>
                <a:schemeClr val="dk1"/>
              </a:buClr>
              <a:buSzPts val="1800"/>
              <a:buFont typeface="Arial"/>
              <a:buNone/>
              <a:defRPr b="0" i="0" sz="1800" u="none" cap="none" strike="noStrike">
                <a:solidFill>
                  <a:schemeClr val="dk1"/>
                </a:solidFill>
                <a:latin typeface="Verdana"/>
                <a:ea typeface="Verdana"/>
                <a:cs typeface="Verdana"/>
                <a:sym typeface="Verdana"/>
              </a:defRPr>
            </a:lvl1pPr>
            <a:lvl2pPr lvl="1" marR="0" rtl="0" algn="l">
              <a:lnSpc>
                <a:spcPct val="125000"/>
              </a:lnSpc>
              <a:spcBef>
                <a:spcPts val="600"/>
              </a:spcBef>
              <a:spcAft>
                <a:spcPts val="0"/>
              </a:spcAft>
              <a:buClr>
                <a:schemeClr val="accent1"/>
              </a:buClr>
              <a:buSzPts val="1600"/>
              <a:buFont typeface="Noto Sans Symbols"/>
              <a:buChar char="▪"/>
              <a:defRPr b="0" i="0" sz="1600" u="none" cap="none" strike="noStrike">
                <a:solidFill>
                  <a:schemeClr val="dk1"/>
                </a:solidFill>
                <a:latin typeface="Verdana"/>
                <a:ea typeface="Verdana"/>
                <a:cs typeface="Verdana"/>
                <a:sym typeface="Verdana"/>
              </a:defRPr>
            </a:lvl2pPr>
            <a:lvl3pPr lvl="2" marR="0" rtl="0" algn="l">
              <a:lnSpc>
                <a:spcPct val="114285"/>
              </a:lnSpc>
              <a:spcBef>
                <a:spcPts val="600"/>
              </a:spcBef>
              <a:spcAft>
                <a:spcPts val="0"/>
              </a:spcAft>
              <a:buClr>
                <a:schemeClr val="accent1"/>
              </a:buClr>
              <a:buSzPts val="1400"/>
              <a:buFont typeface="Arial"/>
              <a:buChar char="•"/>
              <a:defRPr b="0" i="0" sz="1400" u="none" cap="none" strike="noStrike">
                <a:solidFill>
                  <a:schemeClr val="dk1"/>
                </a:solidFill>
                <a:latin typeface="Verdana"/>
                <a:ea typeface="Verdana"/>
                <a:cs typeface="Verdana"/>
                <a:sym typeface="Verdana"/>
              </a:defRPr>
            </a:lvl3pPr>
            <a:lvl4pPr lvl="3" marR="0" rtl="0" algn="l">
              <a:lnSpc>
                <a:spcPct val="90000"/>
              </a:lnSpc>
              <a:spcBef>
                <a:spcPts val="600"/>
              </a:spcBef>
              <a:spcAft>
                <a:spcPts val="0"/>
              </a:spcAft>
              <a:buClr>
                <a:schemeClr val="accent1"/>
              </a:buClr>
              <a:buSzPts val="1200"/>
              <a:buFont typeface="Arial"/>
              <a:buChar char="‒"/>
              <a:defRPr b="0" i="0" sz="1200" u="none" cap="none" strike="noStrike">
                <a:solidFill>
                  <a:schemeClr val="dk1"/>
                </a:solidFill>
                <a:latin typeface="Verdana"/>
                <a:ea typeface="Verdana"/>
                <a:cs typeface="Verdana"/>
                <a:sym typeface="Verdana"/>
              </a:defRPr>
            </a:lvl4pPr>
            <a:lvl5pPr lvl="4"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Verdana"/>
                <a:ea typeface="Verdana"/>
                <a:cs typeface="Verdana"/>
                <a:sym typeface="Verdana"/>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9pPr>
          </a:lstStyle>
          <a:p/>
        </p:txBody>
      </p:sp>
      <p:sp>
        <p:nvSpPr>
          <p:cNvPr id="77" name="Google Shape;77;p7"/>
          <p:cNvSpPr txBox="1"/>
          <p:nvPr>
            <p:ph idx="4" type="body"/>
          </p:nvPr>
        </p:nvSpPr>
        <p:spPr>
          <a:xfrm>
            <a:off x="6240463" y="1412875"/>
            <a:ext cx="5543550" cy="412363"/>
          </a:xfrm>
          <a:prstGeom prst="rect">
            <a:avLst/>
          </a:prstGeom>
          <a:noFill/>
          <a:ln>
            <a:noFill/>
          </a:ln>
        </p:spPr>
        <p:txBody>
          <a:bodyPr anchorCtr="0" anchor="b" bIns="0" lIns="0" spcFirstLastPara="1" rIns="0" wrap="square" tIns="0">
            <a:noAutofit/>
          </a:bodyPr>
          <a:lstStyle>
            <a:lvl1pPr indent="-228600" lvl="0" marL="457200" algn="l">
              <a:lnSpc>
                <a:spcPct val="112500"/>
              </a:lnSpc>
              <a:spcBef>
                <a:spcPts val="0"/>
              </a:spcBef>
              <a:spcAft>
                <a:spcPts val="0"/>
              </a:spcAft>
              <a:buClr>
                <a:schemeClr val="accent2"/>
              </a:buClr>
              <a:buSzPts val="1600"/>
              <a:buNone/>
              <a:defRPr b="0" sz="1600">
                <a:solidFill>
                  <a:schemeClr val="accent2"/>
                </a:solidFill>
              </a:defRPr>
            </a:lvl1pPr>
            <a:lvl2pPr indent="-317500" lvl="1" marL="914400" algn="l">
              <a:lnSpc>
                <a:spcPct val="142857"/>
              </a:lnSpc>
              <a:spcBef>
                <a:spcPts val="600"/>
              </a:spcBef>
              <a:spcAft>
                <a:spcPts val="0"/>
              </a:spcAft>
              <a:buSzPts val="1400"/>
              <a:buChar char="▪"/>
              <a:defRPr sz="1400"/>
            </a:lvl2pPr>
            <a:lvl3pPr indent="-304800" lvl="2" marL="1371600" algn="l">
              <a:lnSpc>
                <a:spcPct val="133333"/>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600"/>
              </a:spcBef>
              <a:spcAft>
                <a:spcPts val="0"/>
              </a:spcAft>
              <a:buClr>
                <a:schemeClr val="dk1"/>
              </a:buClr>
              <a:buSzPts val="1100"/>
              <a:buChar char="•"/>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7"/>
          <p:cNvSpPr/>
          <p:nvPr/>
        </p:nvSpPr>
        <p:spPr>
          <a:xfrm>
            <a:off x="11784013" y="6555758"/>
            <a:ext cx="242375"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rgbClr val="7F7F7F"/>
                </a:solidFill>
                <a:latin typeface="Verdana"/>
                <a:ea typeface="Verdana"/>
                <a:cs typeface="Verdana"/>
                <a:sym typeface="Verdana"/>
              </a:rPr>
              <a:t>‹#›</a:t>
            </a:fld>
            <a:endParaRPr sz="800">
              <a:solidFill>
                <a:srgbClr val="7F7F7F"/>
              </a:solidFill>
              <a:latin typeface="Verdana"/>
              <a:ea typeface="Verdana"/>
              <a:cs typeface="Verdana"/>
              <a:sym typeface="Verdana"/>
            </a:endParaRPr>
          </a:p>
        </p:txBody>
      </p:sp>
      <p:cxnSp>
        <p:nvCxnSpPr>
          <p:cNvPr id="79" name="Google Shape;79;p7"/>
          <p:cNvCxnSpPr/>
          <p:nvPr/>
        </p:nvCxnSpPr>
        <p:spPr>
          <a:xfrm rot="10800000">
            <a:off x="3283674" y="6587911"/>
            <a:ext cx="0" cy="155576"/>
          </a:xfrm>
          <a:prstGeom prst="straightConnector1">
            <a:avLst/>
          </a:prstGeom>
          <a:solidFill>
            <a:schemeClr val="dk1"/>
          </a:solidFill>
          <a:ln cap="rnd" cmpd="sng" w="12700">
            <a:solidFill>
              <a:schemeClr val="accent2"/>
            </a:solidFill>
            <a:prstDash val="solid"/>
            <a:round/>
            <a:headEnd len="sm" w="sm" type="none"/>
            <a:tailEnd len="sm" w="sm" type="none"/>
          </a:ln>
        </p:spPr>
      </p:cxnSp>
      <p:sp>
        <p:nvSpPr>
          <p:cNvPr id="80" name="Google Shape;80;p7">
            <a:hlinkClick r:id="rId2"/>
          </p:cNvPr>
          <p:cNvSpPr/>
          <p:nvPr/>
        </p:nvSpPr>
        <p:spPr>
          <a:xfrm>
            <a:off x="407988" y="6555971"/>
            <a:ext cx="2829007" cy="219456"/>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lang="en-US" sz="800">
                <a:solidFill>
                  <a:srgbClr val="00458D"/>
                </a:solidFill>
                <a:latin typeface="Verdana"/>
                <a:ea typeface="Verdana"/>
                <a:cs typeface="Verdana"/>
                <a:sym typeface="Verdana"/>
              </a:rPr>
              <a:t>Presentation Title | Author | Date</a:t>
            </a:r>
            <a:endParaRPr/>
          </a:p>
        </p:txBody>
      </p:sp>
      <p:sp>
        <p:nvSpPr>
          <p:cNvPr id="81" name="Google Shape;81;p7"/>
          <p:cNvSpPr txBox="1"/>
          <p:nvPr>
            <p:ph type="title"/>
          </p:nvPr>
        </p:nvSpPr>
        <p:spPr>
          <a:xfrm>
            <a:off x="407988" y="404813"/>
            <a:ext cx="11016604" cy="863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2"/>
              </a:buClr>
              <a:buSzPts val="2600"/>
              <a:buFont typeface="Verdana"/>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7"/>
          <p:cNvSpPr txBox="1"/>
          <p:nvPr>
            <p:ph idx="5" type="body"/>
          </p:nvPr>
        </p:nvSpPr>
        <p:spPr>
          <a:xfrm>
            <a:off x="407988" y="4081447"/>
            <a:ext cx="5543550" cy="412363"/>
          </a:xfrm>
          <a:prstGeom prst="rect">
            <a:avLst/>
          </a:prstGeom>
          <a:noFill/>
          <a:ln>
            <a:noFill/>
          </a:ln>
        </p:spPr>
        <p:txBody>
          <a:bodyPr anchorCtr="0" anchor="b" bIns="0" lIns="0" spcFirstLastPara="1" rIns="0" wrap="square" tIns="0">
            <a:noAutofit/>
          </a:bodyPr>
          <a:lstStyle>
            <a:lvl1pPr indent="-228600" lvl="0" marL="457200" algn="l">
              <a:lnSpc>
                <a:spcPct val="112500"/>
              </a:lnSpc>
              <a:spcBef>
                <a:spcPts val="0"/>
              </a:spcBef>
              <a:spcAft>
                <a:spcPts val="0"/>
              </a:spcAft>
              <a:buClr>
                <a:schemeClr val="accent2"/>
              </a:buClr>
              <a:buSzPts val="1600"/>
              <a:buNone/>
              <a:defRPr b="0" sz="1600">
                <a:solidFill>
                  <a:schemeClr val="accent2"/>
                </a:solidFill>
              </a:defRPr>
            </a:lvl1pPr>
            <a:lvl2pPr indent="-317500" lvl="1" marL="914400" algn="l">
              <a:lnSpc>
                <a:spcPct val="142857"/>
              </a:lnSpc>
              <a:spcBef>
                <a:spcPts val="600"/>
              </a:spcBef>
              <a:spcAft>
                <a:spcPts val="0"/>
              </a:spcAft>
              <a:buSzPts val="1400"/>
              <a:buChar char="▪"/>
              <a:defRPr sz="1400"/>
            </a:lvl2pPr>
            <a:lvl3pPr indent="-304800" lvl="2" marL="1371600" algn="l">
              <a:lnSpc>
                <a:spcPct val="133333"/>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600"/>
              </a:spcBef>
              <a:spcAft>
                <a:spcPts val="0"/>
              </a:spcAft>
              <a:buClr>
                <a:schemeClr val="dk1"/>
              </a:buClr>
              <a:buSzPts val="1100"/>
              <a:buChar char="•"/>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 name="Google Shape;83;p7"/>
          <p:cNvSpPr/>
          <p:nvPr>
            <p:ph idx="6" type="chart"/>
          </p:nvPr>
        </p:nvSpPr>
        <p:spPr>
          <a:xfrm>
            <a:off x="407988" y="4478079"/>
            <a:ext cx="5543550" cy="1963738"/>
          </a:xfrm>
          <a:prstGeom prst="rect">
            <a:avLst/>
          </a:prstGeom>
          <a:noFill/>
          <a:ln>
            <a:noFill/>
          </a:ln>
        </p:spPr>
        <p:txBody>
          <a:bodyPr anchorCtr="0" anchor="ctr" bIns="0" lIns="0" spcFirstLastPara="1" rIns="0" wrap="square" tIns="0">
            <a:noAutofit/>
          </a:bodyPr>
          <a:lstStyle>
            <a:lvl1pPr lvl="0" marR="0" rtl="0" algn="ctr">
              <a:lnSpc>
                <a:spcPct val="122222"/>
              </a:lnSpc>
              <a:spcBef>
                <a:spcPts val="0"/>
              </a:spcBef>
              <a:spcAft>
                <a:spcPts val="0"/>
              </a:spcAft>
              <a:buClr>
                <a:schemeClr val="dk1"/>
              </a:buClr>
              <a:buSzPts val="1800"/>
              <a:buFont typeface="Arial"/>
              <a:buNone/>
              <a:defRPr b="0" i="0" sz="1800" u="none" cap="none" strike="noStrike">
                <a:solidFill>
                  <a:schemeClr val="dk1"/>
                </a:solidFill>
                <a:latin typeface="Verdana"/>
                <a:ea typeface="Verdana"/>
                <a:cs typeface="Verdana"/>
                <a:sym typeface="Verdana"/>
              </a:defRPr>
            </a:lvl1pPr>
            <a:lvl2pPr lvl="1" marR="0" rtl="0" algn="l">
              <a:lnSpc>
                <a:spcPct val="125000"/>
              </a:lnSpc>
              <a:spcBef>
                <a:spcPts val="600"/>
              </a:spcBef>
              <a:spcAft>
                <a:spcPts val="0"/>
              </a:spcAft>
              <a:buClr>
                <a:schemeClr val="accent1"/>
              </a:buClr>
              <a:buSzPts val="1600"/>
              <a:buFont typeface="Noto Sans Symbols"/>
              <a:buChar char="▪"/>
              <a:defRPr b="0" i="0" sz="1600" u="none" cap="none" strike="noStrike">
                <a:solidFill>
                  <a:schemeClr val="dk1"/>
                </a:solidFill>
                <a:latin typeface="Verdana"/>
                <a:ea typeface="Verdana"/>
                <a:cs typeface="Verdana"/>
                <a:sym typeface="Verdana"/>
              </a:defRPr>
            </a:lvl2pPr>
            <a:lvl3pPr lvl="2" marR="0" rtl="0" algn="l">
              <a:lnSpc>
                <a:spcPct val="114285"/>
              </a:lnSpc>
              <a:spcBef>
                <a:spcPts val="600"/>
              </a:spcBef>
              <a:spcAft>
                <a:spcPts val="0"/>
              </a:spcAft>
              <a:buClr>
                <a:schemeClr val="accent1"/>
              </a:buClr>
              <a:buSzPts val="1400"/>
              <a:buFont typeface="Arial"/>
              <a:buChar char="•"/>
              <a:defRPr b="0" i="0" sz="1400" u="none" cap="none" strike="noStrike">
                <a:solidFill>
                  <a:schemeClr val="dk1"/>
                </a:solidFill>
                <a:latin typeface="Verdana"/>
                <a:ea typeface="Verdana"/>
                <a:cs typeface="Verdana"/>
                <a:sym typeface="Verdana"/>
              </a:defRPr>
            </a:lvl3pPr>
            <a:lvl4pPr lvl="3" marR="0" rtl="0" algn="l">
              <a:lnSpc>
                <a:spcPct val="90000"/>
              </a:lnSpc>
              <a:spcBef>
                <a:spcPts val="600"/>
              </a:spcBef>
              <a:spcAft>
                <a:spcPts val="0"/>
              </a:spcAft>
              <a:buClr>
                <a:schemeClr val="accent1"/>
              </a:buClr>
              <a:buSzPts val="1200"/>
              <a:buFont typeface="Arial"/>
              <a:buChar char="‒"/>
              <a:defRPr b="0" i="0" sz="1200" u="none" cap="none" strike="noStrike">
                <a:solidFill>
                  <a:schemeClr val="dk1"/>
                </a:solidFill>
                <a:latin typeface="Verdana"/>
                <a:ea typeface="Verdana"/>
                <a:cs typeface="Verdana"/>
                <a:sym typeface="Verdana"/>
              </a:defRPr>
            </a:lvl4pPr>
            <a:lvl5pPr lvl="4"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Verdana"/>
                <a:ea typeface="Verdana"/>
                <a:cs typeface="Verdana"/>
                <a:sym typeface="Verdana"/>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9pPr>
          </a:lstStyle>
          <a:p/>
        </p:txBody>
      </p:sp>
      <p:sp>
        <p:nvSpPr>
          <p:cNvPr id="84" name="Google Shape;84;p7"/>
          <p:cNvSpPr/>
          <p:nvPr>
            <p:ph idx="7" type="chart"/>
          </p:nvPr>
        </p:nvSpPr>
        <p:spPr>
          <a:xfrm>
            <a:off x="6240463" y="4478079"/>
            <a:ext cx="5543550" cy="1963738"/>
          </a:xfrm>
          <a:prstGeom prst="rect">
            <a:avLst/>
          </a:prstGeom>
          <a:noFill/>
          <a:ln>
            <a:noFill/>
          </a:ln>
        </p:spPr>
        <p:txBody>
          <a:bodyPr anchorCtr="0" anchor="ctr" bIns="0" lIns="0" spcFirstLastPara="1" rIns="0" wrap="square" tIns="0">
            <a:noAutofit/>
          </a:bodyPr>
          <a:lstStyle>
            <a:lvl1pPr lvl="0" marR="0" rtl="0" algn="ctr">
              <a:lnSpc>
                <a:spcPct val="122222"/>
              </a:lnSpc>
              <a:spcBef>
                <a:spcPts val="0"/>
              </a:spcBef>
              <a:spcAft>
                <a:spcPts val="0"/>
              </a:spcAft>
              <a:buClr>
                <a:schemeClr val="dk1"/>
              </a:buClr>
              <a:buSzPts val="1800"/>
              <a:buFont typeface="Arial"/>
              <a:buNone/>
              <a:defRPr b="0" i="0" sz="1800" u="none" cap="none" strike="noStrike">
                <a:solidFill>
                  <a:schemeClr val="dk1"/>
                </a:solidFill>
                <a:latin typeface="Verdana"/>
                <a:ea typeface="Verdana"/>
                <a:cs typeface="Verdana"/>
                <a:sym typeface="Verdana"/>
              </a:defRPr>
            </a:lvl1pPr>
            <a:lvl2pPr lvl="1" marR="0" rtl="0" algn="l">
              <a:lnSpc>
                <a:spcPct val="125000"/>
              </a:lnSpc>
              <a:spcBef>
                <a:spcPts val="600"/>
              </a:spcBef>
              <a:spcAft>
                <a:spcPts val="0"/>
              </a:spcAft>
              <a:buClr>
                <a:schemeClr val="accent1"/>
              </a:buClr>
              <a:buSzPts val="1600"/>
              <a:buFont typeface="Noto Sans Symbols"/>
              <a:buChar char="▪"/>
              <a:defRPr b="0" i="0" sz="1600" u="none" cap="none" strike="noStrike">
                <a:solidFill>
                  <a:schemeClr val="dk1"/>
                </a:solidFill>
                <a:latin typeface="Verdana"/>
                <a:ea typeface="Verdana"/>
                <a:cs typeface="Verdana"/>
                <a:sym typeface="Verdana"/>
              </a:defRPr>
            </a:lvl2pPr>
            <a:lvl3pPr lvl="2" marR="0" rtl="0" algn="l">
              <a:lnSpc>
                <a:spcPct val="114285"/>
              </a:lnSpc>
              <a:spcBef>
                <a:spcPts val="600"/>
              </a:spcBef>
              <a:spcAft>
                <a:spcPts val="0"/>
              </a:spcAft>
              <a:buClr>
                <a:schemeClr val="accent1"/>
              </a:buClr>
              <a:buSzPts val="1400"/>
              <a:buFont typeface="Arial"/>
              <a:buChar char="•"/>
              <a:defRPr b="0" i="0" sz="1400" u="none" cap="none" strike="noStrike">
                <a:solidFill>
                  <a:schemeClr val="dk1"/>
                </a:solidFill>
                <a:latin typeface="Verdana"/>
                <a:ea typeface="Verdana"/>
                <a:cs typeface="Verdana"/>
                <a:sym typeface="Verdana"/>
              </a:defRPr>
            </a:lvl3pPr>
            <a:lvl4pPr lvl="3" marR="0" rtl="0" algn="l">
              <a:lnSpc>
                <a:spcPct val="90000"/>
              </a:lnSpc>
              <a:spcBef>
                <a:spcPts val="600"/>
              </a:spcBef>
              <a:spcAft>
                <a:spcPts val="0"/>
              </a:spcAft>
              <a:buClr>
                <a:schemeClr val="accent1"/>
              </a:buClr>
              <a:buSzPts val="1200"/>
              <a:buFont typeface="Arial"/>
              <a:buChar char="‒"/>
              <a:defRPr b="0" i="0" sz="1200" u="none" cap="none" strike="noStrike">
                <a:solidFill>
                  <a:schemeClr val="dk1"/>
                </a:solidFill>
                <a:latin typeface="Verdana"/>
                <a:ea typeface="Verdana"/>
                <a:cs typeface="Verdana"/>
                <a:sym typeface="Verdana"/>
              </a:defRPr>
            </a:lvl4pPr>
            <a:lvl5pPr lvl="4"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Verdana"/>
                <a:ea typeface="Verdana"/>
                <a:cs typeface="Verdana"/>
                <a:sym typeface="Verdana"/>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9pPr>
          </a:lstStyle>
          <a:p/>
        </p:txBody>
      </p:sp>
      <p:sp>
        <p:nvSpPr>
          <p:cNvPr id="85" name="Google Shape;85;p7"/>
          <p:cNvSpPr txBox="1"/>
          <p:nvPr>
            <p:ph idx="8" type="body"/>
          </p:nvPr>
        </p:nvSpPr>
        <p:spPr>
          <a:xfrm>
            <a:off x="6240463" y="4066247"/>
            <a:ext cx="5543550" cy="412363"/>
          </a:xfrm>
          <a:prstGeom prst="rect">
            <a:avLst/>
          </a:prstGeom>
          <a:noFill/>
          <a:ln>
            <a:noFill/>
          </a:ln>
        </p:spPr>
        <p:txBody>
          <a:bodyPr anchorCtr="0" anchor="b" bIns="0" lIns="0" spcFirstLastPara="1" rIns="0" wrap="square" tIns="0">
            <a:noAutofit/>
          </a:bodyPr>
          <a:lstStyle>
            <a:lvl1pPr indent="-228600" lvl="0" marL="457200" algn="l">
              <a:lnSpc>
                <a:spcPct val="112500"/>
              </a:lnSpc>
              <a:spcBef>
                <a:spcPts val="0"/>
              </a:spcBef>
              <a:spcAft>
                <a:spcPts val="0"/>
              </a:spcAft>
              <a:buClr>
                <a:schemeClr val="accent2"/>
              </a:buClr>
              <a:buSzPts val="1600"/>
              <a:buNone/>
              <a:defRPr b="0" sz="1600">
                <a:solidFill>
                  <a:schemeClr val="accent2"/>
                </a:solidFill>
              </a:defRPr>
            </a:lvl1pPr>
            <a:lvl2pPr indent="-317500" lvl="1" marL="914400" algn="l">
              <a:lnSpc>
                <a:spcPct val="142857"/>
              </a:lnSpc>
              <a:spcBef>
                <a:spcPts val="600"/>
              </a:spcBef>
              <a:spcAft>
                <a:spcPts val="0"/>
              </a:spcAft>
              <a:buSzPts val="1400"/>
              <a:buChar char="▪"/>
              <a:defRPr sz="1400"/>
            </a:lvl2pPr>
            <a:lvl3pPr indent="-304800" lvl="2" marL="1371600" algn="l">
              <a:lnSpc>
                <a:spcPct val="133333"/>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600"/>
              </a:spcBef>
              <a:spcAft>
                <a:spcPts val="0"/>
              </a:spcAft>
              <a:buClr>
                <a:schemeClr val="dk1"/>
              </a:buClr>
              <a:buSzPts val="1100"/>
              <a:buChar char="•"/>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 name="Google Shape;86;p7"/>
          <p:cNvSpPr/>
          <p:nvPr/>
        </p:nvSpPr>
        <p:spPr>
          <a:xfrm>
            <a:off x="3411379" y="6555758"/>
            <a:ext cx="222368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800">
                <a:solidFill>
                  <a:srgbClr val="767676"/>
                </a:solidFill>
                <a:latin typeface="Verdana"/>
                <a:ea typeface="Verdana"/>
                <a:cs typeface="Verdana"/>
                <a:sym typeface="Verdana"/>
              </a:rPr>
              <a:t>© 2017 Capgemini. All rights reserved.</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with Bullets">
  <p:cSld name="Agenda with Bullets">
    <p:spTree>
      <p:nvGrpSpPr>
        <p:cNvPr id="87" name="Shape 87"/>
        <p:cNvGrpSpPr/>
        <p:nvPr/>
      </p:nvGrpSpPr>
      <p:grpSpPr>
        <a:xfrm>
          <a:off x="0" y="0"/>
          <a:ext cx="0" cy="0"/>
          <a:chOff x="0" y="0"/>
          <a:chExt cx="0" cy="0"/>
        </a:xfrm>
      </p:grpSpPr>
      <p:sp>
        <p:nvSpPr>
          <p:cNvPr id="88" name="Google Shape;88;p8"/>
          <p:cNvSpPr/>
          <p:nvPr/>
        </p:nvSpPr>
        <p:spPr>
          <a:xfrm>
            <a:off x="0" y="1485900"/>
            <a:ext cx="6423098" cy="5372100"/>
          </a:xfrm>
          <a:custGeom>
            <a:rect b="b" l="l" r="r" t="t"/>
            <a:pathLst>
              <a:path extrusionOk="0" h="5143500" w="6149773">
                <a:moveTo>
                  <a:pt x="0" y="0"/>
                </a:moveTo>
                <a:lnTo>
                  <a:pt x="6149773" y="0"/>
                </a:lnTo>
                <a:lnTo>
                  <a:pt x="6149773" y="5143500"/>
                </a:lnTo>
                <a:lnTo>
                  <a:pt x="0" y="5143500"/>
                </a:lnTo>
                <a:close/>
              </a:path>
            </a:pathLst>
          </a:custGeom>
          <a:noFill/>
          <a:ln>
            <a:noFill/>
          </a:ln>
        </p:spPr>
      </p:sp>
      <p:sp>
        <p:nvSpPr>
          <p:cNvPr id="89" name="Google Shape;89;p8"/>
          <p:cNvSpPr txBox="1"/>
          <p:nvPr>
            <p:ph idx="1" type="body"/>
          </p:nvPr>
        </p:nvSpPr>
        <p:spPr>
          <a:xfrm>
            <a:off x="8075612" y="1268413"/>
            <a:ext cx="3708401" cy="555448"/>
          </a:xfrm>
          <a:prstGeom prst="rect">
            <a:avLst/>
          </a:prstGeom>
          <a:noFill/>
          <a:ln>
            <a:noFill/>
          </a:ln>
        </p:spPr>
        <p:txBody>
          <a:bodyPr anchorCtr="0" anchor="ctr"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17500" lvl="4" marL="2286000" algn="l">
              <a:lnSpc>
                <a:spcPct val="100000"/>
              </a:lnSpc>
              <a:spcBef>
                <a:spcPts val="6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0" name="Google Shape;90;p8"/>
          <p:cNvSpPr txBox="1"/>
          <p:nvPr>
            <p:ph idx="2" type="body"/>
          </p:nvPr>
        </p:nvSpPr>
        <p:spPr>
          <a:xfrm>
            <a:off x="8075612" y="1927538"/>
            <a:ext cx="3708401" cy="555448"/>
          </a:xfrm>
          <a:prstGeom prst="rect">
            <a:avLst/>
          </a:prstGeom>
          <a:noFill/>
          <a:ln>
            <a:noFill/>
          </a:ln>
        </p:spPr>
        <p:txBody>
          <a:bodyPr anchorCtr="0" anchor="ctr" bIns="0" lIns="0" spcFirstLastPara="1" rIns="0" wrap="square" tIns="0">
            <a:noAutofit/>
          </a:bodyPr>
          <a:lstStyle>
            <a:lvl1pPr indent="-228600" lvl="0" marL="457200" marR="0" algn="l">
              <a:lnSpc>
                <a:spcPct val="114285"/>
              </a:lnSpc>
              <a:spcBef>
                <a:spcPts val="0"/>
              </a:spcBef>
              <a:spcAft>
                <a:spcPts val="0"/>
              </a:spcAft>
              <a:buClr>
                <a:schemeClr val="dk1"/>
              </a:buClr>
              <a:buSzPts val="1400"/>
              <a:buFont typeface="Arial"/>
              <a:buNone/>
              <a:defRPr sz="1400">
                <a:solidFill>
                  <a:schemeClr val="dk1"/>
                </a:solidFill>
              </a:defRPr>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17500" lvl="4" marL="2286000" algn="l">
              <a:lnSpc>
                <a:spcPct val="100000"/>
              </a:lnSpc>
              <a:spcBef>
                <a:spcPts val="6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 name="Google Shape;91;p8"/>
          <p:cNvSpPr txBox="1"/>
          <p:nvPr>
            <p:ph idx="3" type="body"/>
          </p:nvPr>
        </p:nvSpPr>
        <p:spPr>
          <a:xfrm>
            <a:off x="8075612" y="2586663"/>
            <a:ext cx="3708401" cy="555448"/>
          </a:xfrm>
          <a:prstGeom prst="rect">
            <a:avLst/>
          </a:prstGeom>
          <a:noFill/>
          <a:ln>
            <a:noFill/>
          </a:ln>
        </p:spPr>
        <p:txBody>
          <a:bodyPr anchorCtr="0" anchor="ctr"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17500" lvl="4" marL="2286000" algn="l">
              <a:lnSpc>
                <a:spcPct val="100000"/>
              </a:lnSpc>
              <a:spcBef>
                <a:spcPts val="6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 name="Google Shape;92;p8"/>
          <p:cNvSpPr txBox="1"/>
          <p:nvPr>
            <p:ph idx="4" type="body"/>
          </p:nvPr>
        </p:nvSpPr>
        <p:spPr>
          <a:xfrm>
            <a:off x="8075612" y="3245788"/>
            <a:ext cx="3708401" cy="555448"/>
          </a:xfrm>
          <a:prstGeom prst="rect">
            <a:avLst/>
          </a:prstGeom>
          <a:noFill/>
          <a:ln>
            <a:noFill/>
          </a:ln>
        </p:spPr>
        <p:txBody>
          <a:bodyPr anchorCtr="0" anchor="ctr"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17500" lvl="4" marL="2286000" algn="l">
              <a:lnSpc>
                <a:spcPct val="100000"/>
              </a:lnSpc>
              <a:spcBef>
                <a:spcPts val="6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 name="Google Shape;93;p8"/>
          <p:cNvSpPr txBox="1"/>
          <p:nvPr>
            <p:ph idx="5" type="body"/>
          </p:nvPr>
        </p:nvSpPr>
        <p:spPr>
          <a:xfrm>
            <a:off x="8075612" y="3904913"/>
            <a:ext cx="3708401" cy="555448"/>
          </a:xfrm>
          <a:prstGeom prst="rect">
            <a:avLst/>
          </a:prstGeom>
          <a:noFill/>
          <a:ln>
            <a:noFill/>
          </a:ln>
        </p:spPr>
        <p:txBody>
          <a:bodyPr anchorCtr="0" anchor="ctr"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17500" lvl="4" marL="2286000" algn="l">
              <a:lnSpc>
                <a:spcPct val="100000"/>
              </a:lnSpc>
              <a:spcBef>
                <a:spcPts val="6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 name="Google Shape;94;p8"/>
          <p:cNvSpPr txBox="1"/>
          <p:nvPr>
            <p:ph idx="6" type="body"/>
          </p:nvPr>
        </p:nvSpPr>
        <p:spPr>
          <a:xfrm>
            <a:off x="8075612" y="4564038"/>
            <a:ext cx="3708401" cy="555448"/>
          </a:xfrm>
          <a:prstGeom prst="rect">
            <a:avLst/>
          </a:prstGeom>
          <a:noFill/>
          <a:ln>
            <a:noFill/>
          </a:ln>
        </p:spPr>
        <p:txBody>
          <a:bodyPr anchorCtr="0" anchor="ctr"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17500" lvl="4" marL="2286000" algn="l">
              <a:lnSpc>
                <a:spcPct val="100000"/>
              </a:lnSpc>
              <a:spcBef>
                <a:spcPts val="6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5" name="Google Shape;95;p8"/>
          <p:cNvSpPr txBox="1"/>
          <p:nvPr>
            <p:ph idx="7" type="body"/>
          </p:nvPr>
        </p:nvSpPr>
        <p:spPr>
          <a:xfrm>
            <a:off x="8075612" y="5223163"/>
            <a:ext cx="3708401" cy="555448"/>
          </a:xfrm>
          <a:prstGeom prst="rect">
            <a:avLst/>
          </a:prstGeom>
          <a:noFill/>
          <a:ln>
            <a:noFill/>
          </a:ln>
        </p:spPr>
        <p:txBody>
          <a:bodyPr anchorCtr="0" anchor="ctr"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17500" lvl="4" marL="2286000" algn="l">
              <a:lnSpc>
                <a:spcPct val="100000"/>
              </a:lnSpc>
              <a:spcBef>
                <a:spcPts val="6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6" name="Google Shape;96;p8"/>
          <p:cNvSpPr txBox="1"/>
          <p:nvPr>
            <p:ph idx="8" type="body"/>
          </p:nvPr>
        </p:nvSpPr>
        <p:spPr>
          <a:xfrm>
            <a:off x="8075612" y="5882286"/>
            <a:ext cx="3708401" cy="555448"/>
          </a:xfrm>
          <a:prstGeom prst="rect">
            <a:avLst/>
          </a:prstGeom>
          <a:noFill/>
          <a:ln>
            <a:noFill/>
          </a:ln>
        </p:spPr>
        <p:txBody>
          <a:bodyPr anchorCtr="0" anchor="ctr"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17500" lvl="4" marL="2286000" algn="l">
              <a:lnSpc>
                <a:spcPct val="100000"/>
              </a:lnSpc>
              <a:spcBef>
                <a:spcPts val="6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 name="Google Shape;97;p8"/>
          <p:cNvSpPr/>
          <p:nvPr>
            <p:ph idx="9" type="pic"/>
          </p:nvPr>
        </p:nvSpPr>
        <p:spPr>
          <a:xfrm>
            <a:off x="0" y="1381125"/>
            <a:ext cx="7494588" cy="5476875"/>
          </a:xfrm>
          <a:prstGeom prst="rect">
            <a:avLst/>
          </a:prstGeom>
          <a:noFill/>
          <a:ln>
            <a:noFill/>
          </a:ln>
        </p:spPr>
      </p:sp>
      <p:sp>
        <p:nvSpPr>
          <p:cNvPr id="98" name="Google Shape;98;p8"/>
          <p:cNvSpPr txBox="1"/>
          <p:nvPr>
            <p:ph type="title"/>
          </p:nvPr>
        </p:nvSpPr>
        <p:spPr>
          <a:xfrm>
            <a:off x="407988" y="404813"/>
            <a:ext cx="11016604" cy="863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accent3"/>
              </a:buClr>
              <a:buSzPts val="2600"/>
              <a:buFont typeface="Verdana"/>
              <a:buNone/>
              <a:defRPr>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9" name="Google Shape;99;p8"/>
          <p:cNvSpPr/>
          <p:nvPr/>
        </p:nvSpPr>
        <p:spPr>
          <a:xfrm>
            <a:off x="11784013" y="6555758"/>
            <a:ext cx="242375"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rgbClr val="7F7F7F"/>
                </a:solidFill>
                <a:latin typeface="Verdana"/>
                <a:ea typeface="Verdana"/>
                <a:cs typeface="Verdana"/>
                <a:sym typeface="Verdana"/>
              </a:rPr>
              <a:t>‹#›</a:t>
            </a:fld>
            <a:endParaRPr sz="800">
              <a:solidFill>
                <a:srgbClr val="7F7F7F"/>
              </a:solidFill>
              <a:latin typeface="Verdana"/>
              <a:ea typeface="Verdana"/>
              <a:cs typeface="Verdana"/>
              <a:sym typeface="Verdana"/>
            </a:endParaRPr>
          </a:p>
        </p:txBody>
      </p:sp>
      <p:cxnSp>
        <p:nvCxnSpPr>
          <p:cNvPr id="100" name="Google Shape;100;p8"/>
          <p:cNvCxnSpPr/>
          <p:nvPr/>
        </p:nvCxnSpPr>
        <p:spPr>
          <a:xfrm rot="10800000">
            <a:off x="3283674" y="6587911"/>
            <a:ext cx="0" cy="155576"/>
          </a:xfrm>
          <a:prstGeom prst="straightConnector1">
            <a:avLst/>
          </a:prstGeom>
          <a:solidFill>
            <a:schemeClr val="dk1"/>
          </a:solidFill>
          <a:ln cap="rnd" cmpd="sng" w="12700">
            <a:solidFill>
              <a:srgbClr val="F2F2F2"/>
            </a:solidFill>
            <a:prstDash val="solid"/>
            <a:round/>
            <a:headEnd len="sm" w="sm" type="none"/>
            <a:tailEnd len="sm" w="sm" type="none"/>
          </a:ln>
        </p:spPr>
      </p:cxnSp>
      <p:sp>
        <p:nvSpPr>
          <p:cNvPr id="101" name="Google Shape;101;p8">
            <a:hlinkClick r:id="rId2"/>
          </p:cNvPr>
          <p:cNvSpPr/>
          <p:nvPr/>
        </p:nvSpPr>
        <p:spPr>
          <a:xfrm>
            <a:off x="407988" y="6555971"/>
            <a:ext cx="2829007" cy="219456"/>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lang="en-US" sz="800">
                <a:solidFill>
                  <a:srgbClr val="00458D"/>
                </a:solidFill>
                <a:latin typeface="Verdana"/>
                <a:ea typeface="Verdana"/>
                <a:cs typeface="Verdana"/>
                <a:sym typeface="Verdana"/>
              </a:rPr>
              <a:t>Presentation Title | Author | Date</a:t>
            </a:r>
            <a:endParaRPr/>
          </a:p>
        </p:txBody>
      </p:sp>
      <p:sp>
        <p:nvSpPr>
          <p:cNvPr id="102" name="Google Shape;102;p8"/>
          <p:cNvSpPr/>
          <p:nvPr/>
        </p:nvSpPr>
        <p:spPr>
          <a:xfrm>
            <a:off x="3411379" y="6555758"/>
            <a:ext cx="222368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800">
                <a:solidFill>
                  <a:schemeClr val="lt1"/>
                </a:solidFill>
                <a:latin typeface="Verdana"/>
                <a:ea typeface="Verdana"/>
                <a:cs typeface="Verdana"/>
                <a:sym typeface="Verdana"/>
              </a:rPr>
              <a:t>© 2017 Capgemini. All rights reserved.</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with Shapes - Layout3">
  <p:cSld name="Text with Shapes - Layout3">
    <p:spTree>
      <p:nvGrpSpPr>
        <p:cNvPr id="103" name="Shape 103"/>
        <p:cNvGrpSpPr/>
        <p:nvPr/>
      </p:nvGrpSpPr>
      <p:grpSpPr>
        <a:xfrm>
          <a:off x="0" y="0"/>
          <a:ext cx="0" cy="0"/>
          <a:chOff x="0" y="0"/>
          <a:chExt cx="0" cy="0"/>
        </a:xfrm>
      </p:grpSpPr>
      <p:sp>
        <p:nvSpPr>
          <p:cNvPr id="104" name="Google Shape;104;p9"/>
          <p:cNvSpPr/>
          <p:nvPr/>
        </p:nvSpPr>
        <p:spPr>
          <a:xfrm>
            <a:off x="5550122" y="732974"/>
            <a:ext cx="6641878" cy="6125027"/>
          </a:xfrm>
          <a:custGeom>
            <a:rect b="b" l="l" r="r" t="t"/>
            <a:pathLst>
              <a:path extrusionOk="0" h="6125027" w="6641878">
                <a:moveTo>
                  <a:pt x="4389354" y="775"/>
                </a:moveTo>
                <a:cubicBezTo>
                  <a:pt x="5042595" y="7500"/>
                  <a:pt x="5686424" y="58155"/>
                  <a:pt x="6309188" y="158122"/>
                </a:cubicBezTo>
                <a:lnTo>
                  <a:pt x="6641878" y="218708"/>
                </a:lnTo>
                <a:lnTo>
                  <a:pt x="6641878" y="6125027"/>
                </a:lnTo>
                <a:lnTo>
                  <a:pt x="0" y="6125027"/>
                </a:lnTo>
                <a:lnTo>
                  <a:pt x="90624" y="5875088"/>
                </a:lnTo>
                <a:cubicBezTo>
                  <a:pt x="963229" y="3633055"/>
                  <a:pt x="2980348" y="1576261"/>
                  <a:pt x="3403890" y="22965"/>
                </a:cubicBezTo>
                <a:cubicBezTo>
                  <a:pt x="3733760" y="5034"/>
                  <a:pt x="4062734" y="-2587"/>
                  <a:pt x="4389354" y="775"/>
                </a:cubicBezTo>
                <a:close/>
              </a:path>
            </a:pathLst>
          </a:custGeom>
          <a:solidFill>
            <a:srgbClr val="FF304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05" name="Google Shape;105;p9"/>
          <p:cNvSpPr txBox="1"/>
          <p:nvPr>
            <p:ph idx="1" type="body"/>
          </p:nvPr>
        </p:nvSpPr>
        <p:spPr>
          <a:xfrm>
            <a:off x="2044699" y="3913792"/>
            <a:ext cx="2994439" cy="894840"/>
          </a:xfrm>
          <a:prstGeom prst="rect">
            <a:avLst/>
          </a:prstGeom>
          <a:noFill/>
          <a:ln>
            <a:noFill/>
          </a:ln>
        </p:spPr>
        <p:txBody>
          <a:bodyPr anchorCtr="0" anchor="ctr"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17500" lvl="4" marL="2286000" algn="l">
              <a:lnSpc>
                <a:spcPct val="100000"/>
              </a:lnSpc>
              <a:spcBef>
                <a:spcPts val="6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6" name="Google Shape;106;p9"/>
          <p:cNvSpPr txBox="1"/>
          <p:nvPr>
            <p:ph idx="2" type="body"/>
          </p:nvPr>
        </p:nvSpPr>
        <p:spPr>
          <a:xfrm>
            <a:off x="2044699" y="5111406"/>
            <a:ext cx="2994439" cy="894840"/>
          </a:xfrm>
          <a:prstGeom prst="rect">
            <a:avLst/>
          </a:prstGeom>
          <a:noFill/>
          <a:ln>
            <a:noFill/>
          </a:ln>
        </p:spPr>
        <p:txBody>
          <a:bodyPr anchorCtr="0" anchor="ctr"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17500" lvl="4" marL="2286000" algn="l">
              <a:lnSpc>
                <a:spcPct val="100000"/>
              </a:lnSpc>
              <a:spcBef>
                <a:spcPts val="6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 name="Google Shape;107;p9"/>
          <p:cNvSpPr txBox="1"/>
          <p:nvPr>
            <p:ph idx="3" type="body"/>
          </p:nvPr>
        </p:nvSpPr>
        <p:spPr>
          <a:xfrm>
            <a:off x="407988" y="1413990"/>
            <a:ext cx="6297894" cy="894840"/>
          </a:xfrm>
          <a:prstGeom prst="rect">
            <a:avLst/>
          </a:prstGeom>
          <a:noFill/>
          <a:ln>
            <a:noFill/>
          </a:ln>
        </p:spPr>
        <p:txBody>
          <a:bodyPr anchorCtr="0" anchor="t" bIns="0" lIns="0" spcFirstLastPara="1" rIns="0" wrap="square" tIns="0">
            <a:noAutofit/>
          </a:bodyPr>
          <a:lstStyle>
            <a:lvl1pPr indent="-228600" lvl="0" marL="457200" algn="l">
              <a:lnSpc>
                <a:spcPct val="122222"/>
              </a:lnSpc>
              <a:spcBef>
                <a:spcPts val="0"/>
              </a:spcBef>
              <a:spcAft>
                <a:spcPts val="0"/>
              </a:spcAft>
              <a:buClr>
                <a:schemeClr val="dk1"/>
              </a:buClr>
              <a:buSzPts val="1800"/>
              <a:buNone/>
              <a:defRPr sz="1800"/>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17500" lvl="4" marL="2286000" algn="l">
              <a:lnSpc>
                <a:spcPct val="100000"/>
              </a:lnSpc>
              <a:spcBef>
                <a:spcPts val="6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8" name="Google Shape;108;p9"/>
          <p:cNvSpPr txBox="1"/>
          <p:nvPr>
            <p:ph idx="4" type="body"/>
          </p:nvPr>
        </p:nvSpPr>
        <p:spPr>
          <a:xfrm>
            <a:off x="2044699" y="2611604"/>
            <a:ext cx="2994439" cy="894840"/>
          </a:xfrm>
          <a:prstGeom prst="rect">
            <a:avLst/>
          </a:prstGeom>
          <a:noFill/>
          <a:ln>
            <a:noFill/>
          </a:ln>
        </p:spPr>
        <p:txBody>
          <a:bodyPr anchorCtr="0" anchor="ctr"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17500" lvl="4" marL="2286000" algn="l">
              <a:lnSpc>
                <a:spcPct val="100000"/>
              </a:lnSpc>
              <a:spcBef>
                <a:spcPts val="6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9" name="Google Shape;109;p9"/>
          <p:cNvSpPr txBox="1"/>
          <p:nvPr>
            <p:ph idx="5" type="body"/>
          </p:nvPr>
        </p:nvSpPr>
        <p:spPr>
          <a:xfrm>
            <a:off x="7392144" y="5276721"/>
            <a:ext cx="4391869" cy="729525"/>
          </a:xfrm>
          <a:prstGeom prst="rect">
            <a:avLst/>
          </a:prstGeom>
          <a:noFill/>
          <a:ln>
            <a:noFill/>
          </a:ln>
        </p:spPr>
        <p:txBody>
          <a:bodyPr anchorCtr="0" anchor="t" bIns="0" lIns="0" spcFirstLastPara="1" rIns="0" wrap="square" tIns="0">
            <a:noAutofit/>
          </a:bodyPr>
          <a:lstStyle>
            <a:lvl1pPr indent="-228600" lvl="0" marL="457200" algn="r">
              <a:lnSpc>
                <a:spcPct val="112500"/>
              </a:lnSpc>
              <a:spcBef>
                <a:spcPts val="0"/>
              </a:spcBef>
              <a:spcAft>
                <a:spcPts val="0"/>
              </a:spcAft>
              <a:buClr>
                <a:schemeClr val="lt1"/>
              </a:buClr>
              <a:buSzPts val="1600"/>
              <a:buNone/>
              <a:defRPr sz="1600">
                <a:solidFill>
                  <a:schemeClr val="lt1"/>
                </a:solidFill>
              </a:defRPr>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17500" lvl="4" marL="2286000" algn="l">
              <a:lnSpc>
                <a:spcPct val="100000"/>
              </a:lnSpc>
              <a:spcBef>
                <a:spcPts val="6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0" name="Google Shape;110;p9"/>
          <p:cNvSpPr txBox="1"/>
          <p:nvPr>
            <p:ph idx="6" type="body"/>
          </p:nvPr>
        </p:nvSpPr>
        <p:spPr>
          <a:xfrm>
            <a:off x="7392144" y="4140764"/>
            <a:ext cx="4391869" cy="974725"/>
          </a:xfrm>
          <a:prstGeom prst="rect">
            <a:avLst/>
          </a:prstGeom>
          <a:noFill/>
          <a:ln>
            <a:noFill/>
          </a:ln>
        </p:spPr>
        <p:txBody>
          <a:bodyPr anchorCtr="0" anchor="b" bIns="0" lIns="0" spcFirstLastPara="1" rIns="0" wrap="square" tIns="0">
            <a:noAutofit/>
          </a:bodyPr>
          <a:lstStyle>
            <a:lvl1pPr indent="-228600" lvl="0" marL="457200" algn="r">
              <a:lnSpc>
                <a:spcPct val="115384"/>
              </a:lnSpc>
              <a:spcBef>
                <a:spcPts val="0"/>
              </a:spcBef>
              <a:spcAft>
                <a:spcPts val="0"/>
              </a:spcAft>
              <a:buClr>
                <a:schemeClr val="lt1"/>
              </a:buClr>
              <a:buSzPts val="2600"/>
              <a:buNone/>
              <a:defRPr sz="2600">
                <a:solidFill>
                  <a:schemeClr val="lt1"/>
                </a:solidFill>
              </a:defRPr>
            </a:lvl1pPr>
            <a:lvl2pPr indent="-342900" lvl="1" marL="914400" algn="l">
              <a:lnSpc>
                <a:spcPct val="111111"/>
              </a:lnSpc>
              <a:spcBef>
                <a:spcPts val="600"/>
              </a:spcBef>
              <a:spcAft>
                <a:spcPts val="0"/>
              </a:spcAft>
              <a:buSzPts val="1800"/>
              <a:buChar char="▪"/>
              <a:defRPr/>
            </a:lvl2pPr>
            <a:lvl3pPr indent="-342900" lvl="2" marL="1371600" algn="l">
              <a:lnSpc>
                <a:spcPct val="88888"/>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1" name="Google Shape;111;p9"/>
          <p:cNvSpPr txBox="1"/>
          <p:nvPr>
            <p:ph type="title"/>
          </p:nvPr>
        </p:nvSpPr>
        <p:spPr>
          <a:xfrm>
            <a:off x="407988" y="404813"/>
            <a:ext cx="11016604" cy="863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accent3"/>
              </a:buClr>
              <a:buSzPts val="2600"/>
              <a:buFont typeface="Verdana"/>
              <a:buNone/>
              <a:defRPr>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2" name="Google Shape;112;p9"/>
          <p:cNvSpPr/>
          <p:nvPr/>
        </p:nvSpPr>
        <p:spPr>
          <a:xfrm>
            <a:off x="11665391" y="6555758"/>
            <a:ext cx="360997"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chemeClr val="lt1"/>
                </a:solidFill>
                <a:latin typeface="Verdana"/>
                <a:ea typeface="Verdana"/>
                <a:cs typeface="Verdana"/>
                <a:sym typeface="Verdana"/>
              </a:rPr>
              <a:t>‹#›</a:t>
            </a:fld>
            <a:endParaRPr sz="800">
              <a:solidFill>
                <a:schemeClr val="lt1"/>
              </a:solidFill>
              <a:latin typeface="Verdana"/>
              <a:ea typeface="Verdana"/>
              <a:cs typeface="Verdana"/>
              <a:sym typeface="Verdana"/>
            </a:endParaRPr>
          </a:p>
        </p:txBody>
      </p:sp>
      <p:cxnSp>
        <p:nvCxnSpPr>
          <p:cNvPr id="113" name="Google Shape;113;p9"/>
          <p:cNvCxnSpPr/>
          <p:nvPr/>
        </p:nvCxnSpPr>
        <p:spPr>
          <a:xfrm rot="10800000">
            <a:off x="3283674" y="6587911"/>
            <a:ext cx="0" cy="155576"/>
          </a:xfrm>
          <a:prstGeom prst="straightConnector1">
            <a:avLst/>
          </a:prstGeom>
          <a:solidFill>
            <a:schemeClr val="dk1"/>
          </a:solidFill>
          <a:ln cap="rnd" cmpd="sng" w="12700">
            <a:solidFill>
              <a:schemeClr val="accent2"/>
            </a:solidFill>
            <a:prstDash val="solid"/>
            <a:round/>
            <a:headEnd len="sm" w="sm" type="none"/>
            <a:tailEnd len="sm" w="sm" type="none"/>
          </a:ln>
        </p:spPr>
      </p:cxnSp>
      <p:sp>
        <p:nvSpPr>
          <p:cNvPr id="114" name="Google Shape;114;p9">
            <a:hlinkClick r:id="rId2"/>
          </p:cNvPr>
          <p:cNvSpPr/>
          <p:nvPr/>
        </p:nvSpPr>
        <p:spPr>
          <a:xfrm>
            <a:off x="407988" y="6555971"/>
            <a:ext cx="2829007" cy="219456"/>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lang="en-US" sz="800">
                <a:solidFill>
                  <a:srgbClr val="00458D"/>
                </a:solidFill>
                <a:latin typeface="Verdana"/>
                <a:ea typeface="Verdana"/>
                <a:cs typeface="Verdana"/>
                <a:sym typeface="Verdana"/>
              </a:rPr>
              <a:t>Presentation Title | Author | Date</a:t>
            </a:r>
            <a:endParaRPr/>
          </a:p>
        </p:txBody>
      </p:sp>
      <p:sp>
        <p:nvSpPr>
          <p:cNvPr id="115" name="Google Shape;115;p9"/>
          <p:cNvSpPr/>
          <p:nvPr/>
        </p:nvSpPr>
        <p:spPr>
          <a:xfrm>
            <a:off x="3411379" y="6555758"/>
            <a:ext cx="222368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800">
                <a:solidFill>
                  <a:srgbClr val="767676"/>
                </a:solidFill>
                <a:latin typeface="Verdana"/>
                <a:ea typeface="Verdana"/>
                <a:cs typeface="Verdana"/>
                <a:sym typeface="Verdana"/>
              </a:rPr>
              <a:t>© 2017 Capgemini. All rights reserved.</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ngle Profile">
  <p:cSld name="Single Profile">
    <p:spTree>
      <p:nvGrpSpPr>
        <p:cNvPr id="116" name="Shape 116"/>
        <p:cNvGrpSpPr/>
        <p:nvPr/>
      </p:nvGrpSpPr>
      <p:grpSpPr>
        <a:xfrm>
          <a:off x="0" y="0"/>
          <a:ext cx="0" cy="0"/>
          <a:chOff x="0" y="0"/>
          <a:chExt cx="0" cy="0"/>
        </a:xfrm>
      </p:grpSpPr>
      <p:sp>
        <p:nvSpPr>
          <p:cNvPr id="117" name="Google Shape;117;p10"/>
          <p:cNvSpPr/>
          <p:nvPr/>
        </p:nvSpPr>
        <p:spPr>
          <a:xfrm>
            <a:off x="0" y="2698314"/>
            <a:ext cx="6262141" cy="4159686"/>
          </a:xfrm>
          <a:custGeom>
            <a:rect b="b" l="l" r="r" t="t"/>
            <a:pathLst>
              <a:path extrusionOk="0" h="4159686" w="6262141">
                <a:moveTo>
                  <a:pt x="2836724" y="775"/>
                </a:moveTo>
                <a:cubicBezTo>
                  <a:pt x="3163345" y="-2587"/>
                  <a:pt x="3492318" y="5034"/>
                  <a:pt x="3822188" y="22965"/>
                </a:cubicBezTo>
                <a:cubicBezTo>
                  <a:pt x="4104550" y="1058496"/>
                  <a:pt x="5095168" y="2317803"/>
                  <a:pt x="5982756" y="3706589"/>
                </a:cubicBezTo>
                <a:lnTo>
                  <a:pt x="6262141" y="4159686"/>
                </a:lnTo>
                <a:lnTo>
                  <a:pt x="0" y="4159686"/>
                </a:lnTo>
                <a:lnTo>
                  <a:pt x="0" y="3700458"/>
                </a:lnTo>
                <a:lnTo>
                  <a:pt x="0" y="3329154"/>
                </a:lnTo>
                <a:lnTo>
                  <a:pt x="0" y="2944589"/>
                </a:lnTo>
                <a:lnTo>
                  <a:pt x="0" y="2546533"/>
                </a:lnTo>
                <a:lnTo>
                  <a:pt x="0" y="2134752"/>
                </a:lnTo>
                <a:lnTo>
                  <a:pt x="0" y="1709014"/>
                </a:lnTo>
                <a:lnTo>
                  <a:pt x="0" y="1269085"/>
                </a:lnTo>
                <a:lnTo>
                  <a:pt x="0" y="814735"/>
                </a:lnTo>
                <a:lnTo>
                  <a:pt x="0" y="345728"/>
                </a:lnTo>
                <a:cubicBezTo>
                  <a:pt x="898178" y="119794"/>
                  <a:pt x="1856863" y="10862"/>
                  <a:pt x="2836724" y="775"/>
                </a:cubicBezTo>
                <a:close/>
              </a:path>
            </a:pathLst>
          </a:custGeom>
          <a:solidFill>
            <a:srgbClr val="12AB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18" name="Google Shape;118;p10"/>
          <p:cNvSpPr txBox="1"/>
          <p:nvPr>
            <p:ph idx="1" type="body"/>
          </p:nvPr>
        </p:nvSpPr>
        <p:spPr>
          <a:xfrm>
            <a:off x="8766493" y="1370345"/>
            <a:ext cx="3017520" cy="4684811"/>
          </a:xfrm>
          <a:prstGeom prst="rect">
            <a:avLst/>
          </a:prstGeom>
          <a:noFill/>
          <a:ln>
            <a:noFill/>
          </a:ln>
        </p:spPr>
        <p:txBody>
          <a:bodyPr anchorCtr="0" anchor="t" bIns="0" lIns="0" spcFirstLastPara="1" rIns="0" wrap="square" tIns="0">
            <a:noAutofit/>
          </a:bodyPr>
          <a:lstStyle>
            <a:lvl1pPr indent="-317500" lvl="0" marL="457200" marR="0" algn="l">
              <a:lnSpc>
                <a:spcPct val="90000"/>
              </a:lnSpc>
              <a:spcBef>
                <a:spcPts val="1000"/>
              </a:spcBef>
              <a:spcAft>
                <a:spcPts val="0"/>
              </a:spcAft>
              <a:buClr>
                <a:schemeClr val="accent5"/>
              </a:buClr>
              <a:buSzPts val="1400"/>
              <a:buFont typeface="Noto Sans Symbols"/>
              <a:buChar char="▪"/>
              <a:defRPr sz="1400"/>
            </a:lvl1pPr>
            <a:lvl2pPr indent="-342900" lvl="1" marL="914400" algn="l">
              <a:lnSpc>
                <a:spcPct val="111111"/>
              </a:lnSpc>
              <a:spcBef>
                <a:spcPts val="0"/>
              </a:spcBef>
              <a:spcAft>
                <a:spcPts val="0"/>
              </a:spcAft>
              <a:buSzPts val="1800"/>
              <a:buChar char="▪"/>
              <a:defRPr/>
            </a:lvl2pPr>
            <a:lvl3pPr indent="-342900" lvl="2" marL="1371600" algn="l">
              <a:lnSpc>
                <a:spcPct val="88888"/>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9" name="Google Shape;119;p10"/>
          <p:cNvSpPr txBox="1"/>
          <p:nvPr>
            <p:ph idx="2" type="body"/>
          </p:nvPr>
        </p:nvSpPr>
        <p:spPr>
          <a:xfrm>
            <a:off x="8766493" y="948199"/>
            <a:ext cx="3017520" cy="412363"/>
          </a:xfrm>
          <a:prstGeom prst="rect">
            <a:avLst/>
          </a:prstGeom>
          <a:noFill/>
          <a:ln>
            <a:noFill/>
          </a:ln>
        </p:spPr>
        <p:txBody>
          <a:bodyPr anchorCtr="0" anchor="ctr" bIns="0" lIns="0" spcFirstLastPara="1" rIns="0" wrap="square" tIns="0">
            <a:normAutofit/>
          </a:bodyPr>
          <a:lstStyle>
            <a:lvl1pPr indent="-228600" lvl="0" marL="457200" algn="l">
              <a:lnSpc>
                <a:spcPct val="137500"/>
              </a:lnSpc>
              <a:spcBef>
                <a:spcPts val="0"/>
              </a:spcBef>
              <a:spcAft>
                <a:spcPts val="0"/>
              </a:spcAft>
              <a:buClr>
                <a:srgbClr val="12ABDB"/>
              </a:buClr>
              <a:buSzPts val="1600"/>
              <a:buNone/>
              <a:defRPr b="1" sz="1600">
                <a:solidFill>
                  <a:srgbClr val="12ABDB"/>
                </a:solidFill>
              </a:defRPr>
            </a:lvl1pPr>
            <a:lvl2pPr indent="-317500" lvl="1" marL="914400" algn="l">
              <a:lnSpc>
                <a:spcPct val="142857"/>
              </a:lnSpc>
              <a:spcBef>
                <a:spcPts val="600"/>
              </a:spcBef>
              <a:spcAft>
                <a:spcPts val="0"/>
              </a:spcAft>
              <a:buSzPts val="1400"/>
              <a:buChar char="▪"/>
              <a:defRPr sz="1400"/>
            </a:lvl2pPr>
            <a:lvl3pPr indent="-304800" lvl="2" marL="1371600" algn="l">
              <a:lnSpc>
                <a:spcPct val="133333"/>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600"/>
              </a:spcBef>
              <a:spcAft>
                <a:spcPts val="0"/>
              </a:spcAft>
              <a:buClr>
                <a:schemeClr val="dk1"/>
              </a:buClr>
              <a:buSzPts val="1100"/>
              <a:buChar char="•"/>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0" name="Google Shape;120;p10"/>
          <p:cNvSpPr txBox="1"/>
          <p:nvPr>
            <p:ph idx="3" type="body"/>
          </p:nvPr>
        </p:nvSpPr>
        <p:spPr>
          <a:xfrm>
            <a:off x="5395898" y="948199"/>
            <a:ext cx="3017520" cy="412363"/>
          </a:xfrm>
          <a:prstGeom prst="rect">
            <a:avLst/>
          </a:prstGeom>
          <a:noFill/>
          <a:ln>
            <a:noFill/>
          </a:ln>
        </p:spPr>
        <p:txBody>
          <a:bodyPr anchorCtr="0" anchor="ctr" bIns="0" lIns="0" spcFirstLastPara="1" rIns="0" wrap="square" tIns="0">
            <a:normAutofit/>
          </a:bodyPr>
          <a:lstStyle>
            <a:lvl1pPr indent="-228600" lvl="0" marL="457200" algn="l">
              <a:lnSpc>
                <a:spcPct val="137500"/>
              </a:lnSpc>
              <a:spcBef>
                <a:spcPts val="0"/>
              </a:spcBef>
              <a:spcAft>
                <a:spcPts val="0"/>
              </a:spcAft>
              <a:buClr>
                <a:srgbClr val="12ABDB"/>
              </a:buClr>
              <a:buSzPts val="1600"/>
              <a:buNone/>
              <a:defRPr b="1" sz="1600">
                <a:solidFill>
                  <a:srgbClr val="12ABDB"/>
                </a:solidFill>
              </a:defRPr>
            </a:lvl1pPr>
            <a:lvl2pPr indent="-317500" lvl="1" marL="914400" algn="l">
              <a:lnSpc>
                <a:spcPct val="142857"/>
              </a:lnSpc>
              <a:spcBef>
                <a:spcPts val="600"/>
              </a:spcBef>
              <a:spcAft>
                <a:spcPts val="0"/>
              </a:spcAft>
              <a:buSzPts val="1400"/>
              <a:buChar char="▪"/>
              <a:defRPr sz="1400"/>
            </a:lvl2pPr>
            <a:lvl3pPr indent="-304800" lvl="2" marL="1371600" algn="l">
              <a:lnSpc>
                <a:spcPct val="133333"/>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600"/>
              </a:spcBef>
              <a:spcAft>
                <a:spcPts val="0"/>
              </a:spcAft>
              <a:buClr>
                <a:schemeClr val="dk1"/>
              </a:buClr>
              <a:buSzPts val="1100"/>
              <a:buChar char="•"/>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1" name="Google Shape;121;p10"/>
          <p:cNvSpPr txBox="1"/>
          <p:nvPr>
            <p:ph idx="4" type="body"/>
          </p:nvPr>
        </p:nvSpPr>
        <p:spPr>
          <a:xfrm>
            <a:off x="783129" y="4963915"/>
            <a:ext cx="3296647" cy="331986"/>
          </a:xfrm>
          <a:prstGeom prst="rect">
            <a:avLst/>
          </a:prstGeom>
          <a:noFill/>
          <a:ln>
            <a:noFill/>
          </a:ln>
        </p:spPr>
        <p:txBody>
          <a:bodyPr anchorCtr="0" anchor="ctr" bIns="0" lIns="0" spcFirstLastPara="1" rIns="0" wrap="square" tIns="0">
            <a:noAutofit/>
          </a:bodyPr>
          <a:lstStyle>
            <a:lvl1pPr indent="-228600" lvl="0" marL="457200" algn="l">
              <a:lnSpc>
                <a:spcPct val="137500"/>
              </a:lnSpc>
              <a:spcBef>
                <a:spcPts val="0"/>
              </a:spcBef>
              <a:spcAft>
                <a:spcPts val="0"/>
              </a:spcAft>
              <a:buClr>
                <a:schemeClr val="lt1"/>
              </a:buClr>
              <a:buSzPts val="1600"/>
              <a:buNone/>
              <a:defRPr b="1" sz="1600">
                <a:solidFill>
                  <a:schemeClr val="lt1"/>
                </a:solidFill>
              </a:defRPr>
            </a:lvl1pPr>
            <a:lvl2pPr indent="-317500" lvl="1" marL="914400" algn="l">
              <a:lnSpc>
                <a:spcPct val="142857"/>
              </a:lnSpc>
              <a:spcBef>
                <a:spcPts val="600"/>
              </a:spcBef>
              <a:spcAft>
                <a:spcPts val="0"/>
              </a:spcAft>
              <a:buSzPts val="1400"/>
              <a:buChar char="▪"/>
              <a:defRPr sz="1400"/>
            </a:lvl2pPr>
            <a:lvl3pPr indent="-304800" lvl="2" marL="1371600" algn="l">
              <a:lnSpc>
                <a:spcPct val="133333"/>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600"/>
              </a:spcBef>
              <a:spcAft>
                <a:spcPts val="0"/>
              </a:spcAft>
              <a:buClr>
                <a:schemeClr val="dk1"/>
              </a:buClr>
              <a:buSzPts val="1100"/>
              <a:buChar char="•"/>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2" name="Google Shape;122;p10"/>
          <p:cNvSpPr txBox="1"/>
          <p:nvPr>
            <p:ph idx="5" type="body"/>
          </p:nvPr>
        </p:nvSpPr>
        <p:spPr>
          <a:xfrm>
            <a:off x="783129" y="3601839"/>
            <a:ext cx="3296647" cy="412363"/>
          </a:xfrm>
          <a:prstGeom prst="rect">
            <a:avLst/>
          </a:prstGeom>
          <a:noFill/>
          <a:ln>
            <a:noFill/>
          </a:ln>
        </p:spPr>
        <p:txBody>
          <a:bodyPr anchorCtr="0" anchor="ctr" bIns="0" lIns="0" spcFirstLastPara="1" rIns="0" wrap="square" tIns="0">
            <a:noAutofit/>
          </a:bodyPr>
          <a:lstStyle>
            <a:lvl1pPr indent="-228600" lvl="0" marL="457200" algn="l">
              <a:lnSpc>
                <a:spcPct val="122222"/>
              </a:lnSpc>
              <a:spcBef>
                <a:spcPts val="0"/>
              </a:spcBef>
              <a:spcAft>
                <a:spcPts val="0"/>
              </a:spcAft>
              <a:buClr>
                <a:schemeClr val="lt1"/>
              </a:buClr>
              <a:buSzPts val="1800"/>
              <a:buNone/>
              <a:defRPr b="1" sz="1800">
                <a:solidFill>
                  <a:schemeClr val="lt1"/>
                </a:solidFill>
              </a:defRPr>
            </a:lvl1pPr>
            <a:lvl2pPr indent="-317500" lvl="1" marL="914400" algn="l">
              <a:lnSpc>
                <a:spcPct val="142857"/>
              </a:lnSpc>
              <a:spcBef>
                <a:spcPts val="0"/>
              </a:spcBef>
              <a:spcAft>
                <a:spcPts val="0"/>
              </a:spcAft>
              <a:buSzPts val="1400"/>
              <a:buChar char="▪"/>
              <a:defRPr sz="1400"/>
            </a:lvl2pPr>
            <a:lvl3pPr indent="-304800" lvl="2" marL="1371600" algn="l">
              <a:lnSpc>
                <a:spcPct val="133333"/>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600"/>
              </a:spcBef>
              <a:spcAft>
                <a:spcPts val="0"/>
              </a:spcAft>
              <a:buClr>
                <a:schemeClr val="dk1"/>
              </a:buClr>
              <a:buSzPts val="1100"/>
              <a:buChar char="•"/>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3" name="Google Shape;123;p10"/>
          <p:cNvSpPr txBox="1"/>
          <p:nvPr>
            <p:ph idx="6" type="body"/>
          </p:nvPr>
        </p:nvSpPr>
        <p:spPr>
          <a:xfrm>
            <a:off x="782081" y="4029586"/>
            <a:ext cx="3304144" cy="89484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lt1"/>
              </a:buClr>
              <a:buSzPts val="1400"/>
              <a:buNone/>
              <a:defRPr sz="1400">
                <a:solidFill>
                  <a:schemeClr val="lt1"/>
                </a:solidFill>
              </a:defRPr>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17500" lvl="4" marL="2286000" algn="l">
              <a:lnSpc>
                <a:spcPct val="100000"/>
              </a:lnSpc>
              <a:spcBef>
                <a:spcPts val="6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4" name="Google Shape;124;p10"/>
          <p:cNvSpPr txBox="1"/>
          <p:nvPr>
            <p:ph idx="7" type="body"/>
          </p:nvPr>
        </p:nvSpPr>
        <p:spPr>
          <a:xfrm>
            <a:off x="782081" y="5286886"/>
            <a:ext cx="3297695" cy="713864"/>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lt1"/>
              </a:buClr>
              <a:buSzPts val="1400"/>
              <a:buNone/>
              <a:defRPr sz="1400">
                <a:solidFill>
                  <a:schemeClr val="lt1"/>
                </a:solidFill>
              </a:defRPr>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17500" lvl="4" marL="2286000" algn="l">
              <a:lnSpc>
                <a:spcPct val="100000"/>
              </a:lnSpc>
              <a:spcBef>
                <a:spcPts val="6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5" name="Google Shape;125;p10"/>
          <p:cNvSpPr txBox="1"/>
          <p:nvPr>
            <p:ph idx="8" type="body"/>
          </p:nvPr>
        </p:nvSpPr>
        <p:spPr>
          <a:xfrm>
            <a:off x="5393774" y="1370346"/>
            <a:ext cx="3017520" cy="1951038"/>
          </a:xfrm>
          <a:prstGeom prst="rect">
            <a:avLst/>
          </a:prstGeom>
          <a:noFill/>
          <a:ln>
            <a:noFill/>
          </a:ln>
        </p:spPr>
        <p:txBody>
          <a:bodyPr anchorCtr="0" anchor="t" bIns="0" lIns="0" spcFirstLastPara="1" rIns="0" wrap="square" tIns="0">
            <a:noAutofit/>
          </a:bodyPr>
          <a:lstStyle>
            <a:lvl1pPr indent="-317500" lvl="0" marL="457200" marR="0" algn="l">
              <a:lnSpc>
                <a:spcPct val="90000"/>
              </a:lnSpc>
              <a:spcBef>
                <a:spcPts val="1000"/>
              </a:spcBef>
              <a:spcAft>
                <a:spcPts val="0"/>
              </a:spcAft>
              <a:buClr>
                <a:schemeClr val="accent5"/>
              </a:buClr>
              <a:buSzPts val="1400"/>
              <a:buFont typeface="Noto Sans Symbols"/>
              <a:buChar char="▪"/>
              <a:defRPr sz="1400"/>
            </a:lvl1pPr>
            <a:lvl2pPr indent="-342900" lvl="1" marL="914400" algn="l">
              <a:lnSpc>
                <a:spcPct val="111111"/>
              </a:lnSpc>
              <a:spcBef>
                <a:spcPts val="0"/>
              </a:spcBef>
              <a:spcAft>
                <a:spcPts val="0"/>
              </a:spcAft>
              <a:buSzPts val="1800"/>
              <a:buChar char="▪"/>
              <a:defRPr/>
            </a:lvl2pPr>
            <a:lvl3pPr indent="-342900" lvl="2" marL="1371600" algn="l">
              <a:lnSpc>
                <a:spcPct val="88888"/>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6" name="Google Shape;126;p10"/>
          <p:cNvSpPr txBox="1"/>
          <p:nvPr>
            <p:ph idx="9" type="body"/>
          </p:nvPr>
        </p:nvSpPr>
        <p:spPr>
          <a:xfrm>
            <a:off x="5406896" y="3683544"/>
            <a:ext cx="3017520" cy="412363"/>
          </a:xfrm>
          <a:prstGeom prst="rect">
            <a:avLst/>
          </a:prstGeom>
          <a:noFill/>
          <a:ln>
            <a:noFill/>
          </a:ln>
        </p:spPr>
        <p:txBody>
          <a:bodyPr anchorCtr="0" anchor="ctr" bIns="0" lIns="0" spcFirstLastPara="1" rIns="0" wrap="square" tIns="0">
            <a:normAutofit/>
          </a:bodyPr>
          <a:lstStyle>
            <a:lvl1pPr indent="-228600" lvl="0" marL="457200" algn="l">
              <a:lnSpc>
                <a:spcPct val="137500"/>
              </a:lnSpc>
              <a:spcBef>
                <a:spcPts val="0"/>
              </a:spcBef>
              <a:spcAft>
                <a:spcPts val="0"/>
              </a:spcAft>
              <a:buClr>
                <a:srgbClr val="12ABDB"/>
              </a:buClr>
              <a:buSzPts val="1600"/>
              <a:buNone/>
              <a:defRPr b="1" sz="1600">
                <a:solidFill>
                  <a:srgbClr val="12ABDB"/>
                </a:solidFill>
              </a:defRPr>
            </a:lvl1pPr>
            <a:lvl2pPr indent="-317500" lvl="1" marL="914400" algn="l">
              <a:lnSpc>
                <a:spcPct val="142857"/>
              </a:lnSpc>
              <a:spcBef>
                <a:spcPts val="600"/>
              </a:spcBef>
              <a:spcAft>
                <a:spcPts val="0"/>
              </a:spcAft>
              <a:buSzPts val="1400"/>
              <a:buChar char="▪"/>
              <a:defRPr sz="1400"/>
            </a:lvl2pPr>
            <a:lvl3pPr indent="-304800" lvl="2" marL="1371600" algn="l">
              <a:lnSpc>
                <a:spcPct val="133333"/>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600"/>
              </a:spcBef>
              <a:spcAft>
                <a:spcPts val="0"/>
              </a:spcAft>
              <a:buClr>
                <a:schemeClr val="dk1"/>
              </a:buClr>
              <a:buSzPts val="1100"/>
              <a:buChar char="•"/>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7" name="Google Shape;127;p10"/>
          <p:cNvSpPr txBox="1"/>
          <p:nvPr>
            <p:ph idx="13" type="body"/>
          </p:nvPr>
        </p:nvSpPr>
        <p:spPr>
          <a:xfrm>
            <a:off x="5404772" y="4105691"/>
            <a:ext cx="3017520" cy="1951038"/>
          </a:xfrm>
          <a:prstGeom prst="rect">
            <a:avLst/>
          </a:prstGeom>
          <a:noFill/>
          <a:ln>
            <a:noFill/>
          </a:ln>
        </p:spPr>
        <p:txBody>
          <a:bodyPr anchorCtr="0" anchor="t" bIns="0" lIns="0" spcFirstLastPara="1" rIns="0" wrap="square" tIns="0">
            <a:noAutofit/>
          </a:bodyPr>
          <a:lstStyle>
            <a:lvl1pPr indent="-317500" lvl="0" marL="457200" marR="0" algn="l">
              <a:lnSpc>
                <a:spcPct val="90000"/>
              </a:lnSpc>
              <a:spcBef>
                <a:spcPts val="1000"/>
              </a:spcBef>
              <a:spcAft>
                <a:spcPts val="0"/>
              </a:spcAft>
              <a:buClr>
                <a:schemeClr val="accent5"/>
              </a:buClr>
              <a:buSzPts val="1400"/>
              <a:buFont typeface="Noto Sans Symbols"/>
              <a:buChar char="▪"/>
              <a:defRPr sz="1400"/>
            </a:lvl1pPr>
            <a:lvl2pPr indent="-342900" lvl="1" marL="914400" algn="l">
              <a:lnSpc>
                <a:spcPct val="111111"/>
              </a:lnSpc>
              <a:spcBef>
                <a:spcPts val="0"/>
              </a:spcBef>
              <a:spcAft>
                <a:spcPts val="0"/>
              </a:spcAft>
              <a:buSzPts val="1800"/>
              <a:buChar char="▪"/>
              <a:defRPr/>
            </a:lvl2pPr>
            <a:lvl3pPr indent="-342900" lvl="2" marL="1371600" algn="l">
              <a:lnSpc>
                <a:spcPct val="88888"/>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8" name="Google Shape;128;p10"/>
          <p:cNvSpPr/>
          <p:nvPr/>
        </p:nvSpPr>
        <p:spPr>
          <a:xfrm>
            <a:off x="762628" y="1028252"/>
            <a:ext cx="2609222" cy="2465696"/>
          </a:xfrm>
          <a:custGeom>
            <a:rect b="b" l="l" r="r" t="t"/>
            <a:pathLst>
              <a:path extrusionOk="0" h="3131423" w="3314252">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29" name="Google Shape;129;p10"/>
          <p:cNvSpPr/>
          <p:nvPr/>
        </p:nvSpPr>
        <p:spPr>
          <a:xfrm>
            <a:off x="11784013" y="6555758"/>
            <a:ext cx="242375"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rgbClr val="7F7F7F"/>
                </a:solidFill>
                <a:latin typeface="Verdana"/>
                <a:ea typeface="Verdana"/>
                <a:cs typeface="Verdana"/>
                <a:sym typeface="Verdana"/>
              </a:rPr>
              <a:t>‹#›</a:t>
            </a:fld>
            <a:endParaRPr sz="800">
              <a:solidFill>
                <a:srgbClr val="7F7F7F"/>
              </a:solidFill>
              <a:latin typeface="Verdana"/>
              <a:ea typeface="Verdana"/>
              <a:cs typeface="Verdana"/>
              <a:sym typeface="Verdana"/>
            </a:endParaRPr>
          </a:p>
        </p:txBody>
      </p:sp>
      <p:cxnSp>
        <p:nvCxnSpPr>
          <p:cNvPr id="130" name="Google Shape;130;p10"/>
          <p:cNvCxnSpPr/>
          <p:nvPr/>
        </p:nvCxnSpPr>
        <p:spPr>
          <a:xfrm rot="10800000">
            <a:off x="3283674" y="6587911"/>
            <a:ext cx="0" cy="155576"/>
          </a:xfrm>
          <a:prstGeom prst="straightConnector1">
            <a:avLst/>
          </a:prstGeom>
          <a:solidFill>
            <a:schemeClr val="dk1"/>
          </a:solidFill>
          <a:ln cap="rnd" cmpd="sng" w="12700">
            <a:solidFill>
              <a:schemeClr val="lt1"/>
            </a:solidFill>
            <a:prstDash val="solid"/>
            <a:round/>
            <a:headEnd len="sm" w="sm" type="none"/>
            <a:tailEnd len="sm" w="sm" type="none"/>
          </a:ln>
        </p:spPr>
      </p:cxnSp>
      <p:sp>
        <p:nvSpPr>
          <p:cNvPr id="131" name="Google Shape;131;p10">
            <a:hlinkClick r:id="rId2"/>
          </p:cNvPr>
          <p:cNvSpPr/>
          <p:nvPr/>
        </p:nvSpPr>
        <p:spPr>
          <a:xfrm>
            <a:off x="407988" y="6555971"/>
            <a:ext cx="2829007" cy="219456"/>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lang="en-US" sz="800">
                <a:solidFill>
                  <a:schemeClr val="dk2"/>
                </a:solidFill>
                <a:latin typeface="Verdana"/>
                <a:ea typeface="Verdana"/>
                <a:cs typeface="Verdana"/>
                <a:sym typeface="Verdana"/>
              </a:rPr>
              <a:t>Presentation Title | Author | Date</a:t>
            </a:r>
            <a:endParaRPr/>
          </a:p>
        </p:txBody>
      </p:sp>
      <p:sp>
        <p:nvSpPr>
          <p:cNvPr id="132" name="Google Shape;132;p10"/>
          <p:cNvSpPr/>
          <p:nvPr/>
        </p:nvSpPr>
        <p:spPr>
          <a:xfrm>
            <a:off x="3411379" y="6555758"/>
            <a:ext cx="222368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800">
                <a:solidFill>
                  <a:schemeClr val="lt1"/>
                </a:solidFill>
                <a:latin typeface="Verdana"/>
                <a:ea typeface="Verdana"/>
                <a:cs typeface="Verdana"/>
                <a:sym typeface="Verdana"/>
              </a:rPr>
              <a:t>© 2017 Capgemini. All rights reserved.</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p:cSld name="Two columns">
    <p:spTree>
      <p:nvGrpSpPr>
        <p:cNvPr id="133" name="Shape 133"/>
        <p:cNvGrpSpPr/>
        <p:nvPr/>
      </p:nvGrpSpPr>
      <p:grpSpPr>
        <a:xfrm>
          <a:off x="0" y="0"/>
          <a:ext cx="0" cy="0"/>
          <a:chOff x="0" y="0"/>
          <a:chExt cx="0" cy="0"/>
        </a:xfrm>
      </p:grpSpPr>
      <p:sp>
        <p:nvSpPr>
          <p:cNvPr id="134" name="Google Shape;134;p11"/>
          <p:cNvSpPr txBox="1"/>
          <p:nvPr>
            <p:ph idx="1" type="body"/>
          </p:nvPr>
        </p:nvSpPr>
        <p:spPr>
          <a:xfrm>
            <a:off x="407987" y="2010606"/>
            <a:ext cx="5543551" cy="4442581"/>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400"/>
              <a:buNone/>
              <a:defRPr sz="1400">
                <a:solidFill>
                  <a:schemeClr val="dk1"/>
                </a:solidFill>
              </a:defRPr>
            </a:lvl1pPr>
            <a:lvl2pPr indent="-304800" lvl="1" marL="914400" algn="l">
              <a:lnSpc>
                <a:spcPct val="100000"/>
              </a:lnSpc>
              <a:spcBef>
                <a:spcPts val="600"/>
              </a:spcBef>
              <a:spcAft>
                <a:spcPts val="0"/>
              </a:spcAft>
              <a:buSzPts val="1200"/>
              <a:buChar char="▪"/>
              <a:defRPr sz="1200"/>
            </a:lvl2pPr>
            <a:lvl3pPr indent="-304800" lvl="2" marL="1371600" algn="l">
              <a:lnSpc>
                <a:spcPct val="100000"/>
              </a:lnSpc>
              <a:spcBef>
                <a:spcPts val="600"/>
              </a:spcBef>
              <a:spcAft>
                <a:spcPts val="0"/>
              </a:spcAft>
              <a:buSzPts val="1200"/>
              <a:buChar char="•"/>
              <a:defRPr sz="1200"/>
            </a:lvl3pPr>
            <a:lvl4pPr indent="-304800" lvl="3" marL="1828800" algn="l">
              <a:lnSpc>
                <a:spcPct val="100000"/>
              </a:lnSpc>
              <a:spcBef>
                <a:spcPts val="600"/>
              </a:spcBef>
              <a:spcAft>
                <a:spcPts val="0"/>
              </a:spcAft>
              <a:buSzPts val="1200"/>
              <a:buChar char="‒"/>
              <a:defRPr sz="12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5" name="Google Shape;135;p11"/>
          <p:cNvSpPr txBox="1"/>
          <p:nvPr>
            <p:ph idx="2" type="body"/>
          </p:nvPr>
        </p:nvSpPr>
        <p:spPr>
          <a:xfrm>
            <a:off x="6240465" y="2010606"/>
            <a:ext cx="5516444" cy="4441372"/>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400"/>
              <a:buNone/>
              <a:defRPr sz="1400">
                <a:solidFill>
                  <a:schemeClr val="dk1"/>
                </a:solidFill>
              </a:defRPr>
            </a:lvl1pPr>
            <a:lvl2pPr indent="-304800" lvl="1" marL="914400" algn="l">
              <a:lnSpc>
                <a:spcPct val="100000"/>
              </a:lnSpc>
              <a:spcBef>
                <a:spcPts val="600"/>
              </a:spcBef>
              <a:spcAft>
                <a:spcPts val="0"/>
              </a:spcAft>
              <a:buSzPts val="1200"/>
              <a:buChar char="▪"/>
              <a:defRPr sz="1200"/>
            </a:lvl2pPr>
            <a:lvl3pPr indent="-304800" lvl="2" marL="1371600" algn="l">
              <a:lnSpc>
                <a:spcPct val="100000"/>
              </a:lnSpc>
              <a:spcBef>
                <a:spcPts val="600"/>
              </a:spcBef>
              <a:spcAft>
                <a:spcPts val="0"/>
              </a:spcAft>
              <a:buSzPts val="1200"/>
              <a:buChar char="•"/>
              <a:defRPr sz="1200"/>
            </a:lvl3pPr>
            <a:lvl4pPr indent="-304800" lvl="3" marL="1828800" algn="l">
              <a:lnSpc>
                <a:spcPct val="100000"/>
              </a:lnSpc>
              <a:spcBef>
                <a:spcPts val="600"/>
              </a:spcBef>
              <a:spcAft>
                <a:spcPts val="0"/>
              </a:spcAft>
              <a:buSzPts val="1200"/>
              <a:buChar char="‒"/>
              <a:defRPr sz="12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6" name="Google Shape;136;p11"/>
          <p:cNvSpPr txBox="1"/>
          <p:nvPr>
            <p:ph idx="3" type="body"/>
          </p:nvPr>
        </p:nvSpPr>
        <p:spPr>
          <a:xfrm>
            <a:off x="407987" y="1420990"/>
            <a:ext cx="5543551" cy="438494"/>
          </a:xfrm>
          <a:prstGeom prst="rect">
            <a:avLst/>
          </a:prstGeom>
          <a:noFill/>
          <a:ln>
            <a:noFill/>
          </a:ln>
        </p:spPr>
        <p:txBody>
          <a:bodyPr anchorCtr="0" anchor="t" bIns="0" lIns="0" spcFirstLastPara="1" rIns="0" wrap="square" tIns="0">
            <a:noAutofit/>
          </a:bodyPr>
          <a:lstStyle>
            <a:lvl1pPr indent="-228600" lvl="0" marL="457200" algn="l">
              <a:lnSpc>
                <a:spcPct val="122222"/>
              </a:lnSpc>
              <a:spcBef>
                <a:spcPts val="0"/>
              </a:spcBef>
              <a:spcAft>
                <a:spcPts val="0"/>
              </a:spcAft>
              <a:buClr>
                <a:srgbClr val="12ABDB"/>
              </a:buClr>
              <a:buSzPts val="1800"/>
              <a:buNone/>
              <a:defRPr b="0" sz="1800">
                <a:solidFill>
                  <a:srgbClr val="12ABDB"/>
                </a:solidFill>
              </a:defRPr>
            </a:lvl1pPr>
            <a:lvl2pPr indent="-304800" lvl="1" marL="914400" algn="l">
              <a:lnSpc>
                <a:spcPct val="100000"/>
              </a:lnSpc>
              <a:spcBef>
                <a:spcPts val="600"/>
              </a:spcBef>
              <a:spcAft>
                <a:spcPts val="0"/>
              </a:spcAft>
              <a:buSzPts val="1200"/>
              <a:buChar char="▪"/>
              <a:defRPr sz="1200"/>
            </a:lvl2pPr>
            <a:lvl3pPr indent="-304800" lvl="2" marL="1371600" algn="l">
              <a:lnSpc>
                <a:spcPct val="100000"/>
              </a:lnSpc>
              <a:spcBef>
                <a:spcPts val="600"/>
              </a:spcBef>
              <a:spcAft>
                <a:spcPts val="0"/>
              </a:spcAft>
              <a:buSzPts val="1200"/>
              <a:buChar char="•"/>
              <a:defRPr sz="1200"/>
            </a:lvl3pPr>
            <a:lvl4pPr indent="-304800" lvl="3" marL="1828800" algn="l">
              <a:lnSpc>
                <a:spcPct val="100000"/>
              </a:lnSpc>
              <a:spcBef>
                <a:spcPts val="600"/>
              </a:spcBef>
              <a:spcAft>
                <a:spcPts val="0"/>
              </a:spcAft>
              <a:buSzPts val="1200"/>
              <a:buChar char="‒"/>
              <a:defRPr sz="12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7" name="Google Shape;137;p11"/>
          <p:cNvSpPr txBox="1"/>
          <p:nvPr>
            <p:ph idx="4" type="body"/>
          </p:nvPr>
        </p:nvSpPr>
        <p:spPr>
          <a:xfrm>
            <a:off x="6240465" y="1420990"/>
            <a:ext cx="5516444" cy="438494"/>
          </a:xfrm>
          <a:prstGeom prst="rect">
            <a:avLst/>
          </a:prstGeom>
          <a:noFill/>
          <a:ln>
            <a:noFill/>
          </a:ln>
        </p:spPr>
        <p:txBody>
          <a:bodyPr anchorCtr="0" anchor="t" bIns="0" lIns="0" spcFirstLastPara="1" rIns="0" wrap="square" tIns="0">
            <a:noAutofit/>
          </a:bodyPr>
          <a:lstStyle>
            <a:lvl1pPr indent="-228600" lvl="0" marL="457200" algn="l">
              <a:lnSpc>
                <a:spcPct val="122222"/>
              </a:lnSpc>
              <a:spcBef>
                <a:spcPts val="0"/>
              </a:spcBef>
              <a:spcAft>
                <a:spcPts val="0"/>
              </a:spcAft>
              <a:buClr>
                <a:srgbClr val="12ABDB"/>
              </a:buClr>
              <a:buSzPts val="1800"/>
              <a:buNone/>
              <a:defRPr b="0" sz="1800">
                <a:solidFill>
                  <a:srgbClr val="12ABDB"/>
                </a:solidFill>
              </a:defRPr>
            </a:lvl1pPr>
            <a:lvl2pPr indent="-304800" lvl="1" marL="914400" algn="l">
              <a:lnSpc>
                <a:spcPct val="100000"/>
              </a:lnSpc>
              <a:spcBef>
                <a:spcPts val="600"/>
              </a:spcBef>
              <a:spcAft>
                <a:spcPts val="0"/>
              </a:spcAft>
              <a:buSzPts val="1200"/>
              <a:buChar char="▪"/>
              <a:defRPr sz="1200"/>
            </a:lvl2pPr>
            <a:lvl3pPr indent="-304800" lvl="2" marL="1371600" algn="l">
              <a:lnSpc>
                <a:spcPct val="100000"/>
              </a:lnSpc>
              <a:spcBef>
                <a:spcPts val="600"/>
              </a:spcBef>
              <a:spcAft>
                <a:spcPts val="0"/>
              </a:spcAft>
              <a:buSzPts val="1200"/>
              <a:buChar char="•"/>
              <a:defRPr sz="1200"/>
            </a:lvl3pPr>
            <a:lvl4pPr indent="-304800" lvl="3" marL="1828800" algn="l">
              <a:lnSpc>
                <a:spcPct val="100000"/>
              </a:lnSpc>
              <a:spcBef>
                <a:spcPts val="600"/>
              </a:spcBef>
              <a:spcAft>
                <a:spcPts val="0"/>
              </a:spcAft>
              <a:buSzPts val="1200"/>
              <a:buChar char="‒"/>
              <a:defRPr sz="12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8" name="Google Shape;138;p11"/>
          <p:cNvSpPr txBox="1"/>
          <p:nvPr>
            <p:ph type="title"/>
          </p:nvPr>
        </p:nvSpPr>
        <p:spPr>
          <a:xfrm>
            <a:off x="407988" y="404813"/>
            <a:ext cx="10944596" cy="865054"/>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2"/>
              </a:buClr>
              <a:buSzPts val="2600"/>
              <a:buFont typeface="Verdana"/>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9" name="Google Shape;139;p11"/>
          <p:cNvSpPr/>
          <p:nvPr/>
        </p:nvSpPr>
        <p:spPr>
          <a:xfrm>
            <a:off x="11784013" y="6555758"/>
            <a:ext cx="242375"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rgbClr val="7F7F7F"/>
                </a:solidFill>
                <a:latin typeface="Verdana"/>
                <a:ea typeface="Verdana"/>
                <a:cs typeface="Verdana"/>
                <a:sym typeface="Verdana"/>
              </a:rPr>
              <a:t>‹#›</a:t>
            </a:fld>
            <a:endParaRPr sz="800">
              <a:solidFill>
                <a:srgbClr val="7F7F7F"/>
              </a:solidFill>
              <a:latin typeface="Verdana"/>
              <a:ea typeface="Verdana"/>
              <a:cs typeface="Verdana"/>
              <a:sym typeface="Verdana"/>
            </a:endParaRPr>
          </a:p>
        </p:txBody>
      </p:sp>
      <p:cxnSp>
        <p:nvCxnSpPr>
          <p:cNvPr id="140" name="Google Shape;140;p11"/>
          <p:cNvCxnSpPr/>
          <p:nvPr/>
        </p:nvCxnSpPr>
        <p:spPr>
          <a:xfrm rot="10800000">
            <a:off x="3283674" y="6587911"/>
            <a:ext cx="0" cy="155576"/>
          </a:xfrm>
          <a:prstGeom prst="straightConnector1">
            <a:avLst/>
          </a:prstGeom>
          <a:solidFill>
            <a:schemeClr val="dk1"/>
          </a:solidFill>
          <a:ln cap="rnd" cmpd="sng" w="12700">
            <a:solidFill>
              <a:schemeClr val="accent2"/>
            </a:solidFill>
            <a:prstDash val="solid"/>
            <a:round/>
            <a:headEnd len="sm" w="sm" type="none"/>
            <a:tailEnd len="sm" w="sm" type="none"/>
          </a:ln>
        </p:spPr>
      </p:cxnSp>
      <p:sp>
        <p:nvSpPr>
          <p:cNvPr id="141" name="Google Shape;141;p11">
            <a:hlinkClick r:id="rId2"/>
          </p:cNvPr>
          <p:cNvSpPr/>
          <p:nvPr/>
        </p:nvSpPr>
        <p:spPr>
          <a:xfrm>
            <a:off x="407988" y="6555971"/>
            <a:ext cx="2829007" cy="219456"/>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lang="en-US" sz="800">
                <a:solidFill>
                  <a:srgbClr val="00458D"/>
                </a:solidFill>
                <a:latin typeface="Verdana"/>
                <a:ea typeface="Verdana"/>
                <a:cs typeface="Verdana"/>
                <a:sym typeface="Verdana"/>
              </a:rPr>
              <a:t>Presentation Title | Author | Date</a:t>
            </a:r>
            <a:endParaRPr/>
          </a:p>
        </p:txBody>
      </p:sp>
      <p:sp>
        <p:nvSpPr>
          <p:cNvPr id="142" name="Google Shape;142;p11"/>
          <p:cNvSpPr/>
          <p:nvPr/>
        </p:nvSpPr>
        <p:spPr>
          <a:xfrm>
            <a:off x="3411379" y="6555758"/>
            <a:ext cx="222368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800">
                <a:solidFill>
                  <a:srgbClr val="767676"/>
                </a:solidFill>
                <a:latin typeface="Verdana"/>
                <a:ea typeface="Verdana"/>
                <a:cs typeface="Verdana"/>
                <a:sym typeface="Verdana"/>
              </a:rPr>
              <a:t>© 2017 Capgemini. All rights reserved.</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with content">
  <p:cSld name="Three column with content">
    <p:bg>
      <p:bgPr>
        <a:solidFill>
          <a:schemeClr val="lt1"/>
        </a:solidFill>
      </p:bgPr>
    </p:bg>
    <p:spTree>
      <p:nvGrpSpPr>
        <p:cNvPr id="143" name="Shape 143"/>
        <p:cNvGrpSpPr/>
        <p:nvPr/>
      </p:nvGrpSpPr>
      <p:grpSpPr>
        <a:xfrm>
          <a:off x="0" y="0"/>
          <a:ext cx="0" cy="0"/>
          <a:chOff x="0" y="0"/>
          <a:chExt cx="0" cy="0"/>
        </a:xfrm>
      </p:grpSpPr>
      <p:sp>
        <p:nvSpPr>
          <p:cNvPr id="144" name="Google Shape;144;p12"/>
          <p:cNvSpPr/>
          <p:nvPr/>
        </p:nvSpPr>
        <p:spPr>
          <a:xfrm>
            <a:off x="0" y="4077072"/>
            <a:ext cx="12192000" cy="2780928"/>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45" name="Google Shape;145;p12"/>
          <p:cNvSpPr txBox="1"/>
          <p:nvPr>
            <p:ph idx="1" type="body"/>
          </p:nvPr>
        </p:nvSpPr>
        <p:spPr>
          <a:xfrm>
            <a:off x="426488" y="1423337"/>
            <a:ext cx="3566160" cy="412363"/>
          </a:xfrm>
          <a:prstGeom prst="rect">
            <a:avLst/>
          </a:prstGeom>
          <a:noFill/>
          <a:ln>
            <a:noFill/>
          </a:ln>
        </p:spPr>
        <p:txBody>
          <a:bodyPr anchorCtr="0" anchor="ctr" bIns="0" lIns="0" spcFirstLastPara="1" rIns="0" wrap="square" tIns="0">
            <a:noAutofit/>
          </a:bodyPr>
          <a:lstStyle>
            <a:lvl1pPr indent="-228600" lvl="0" marL="457200" algn="l">
              <a:lnSpc>
                <a:spcPct val="122222"/>
              </a:lnSpc>
              <a:spcBef>
                <a:spcPts val="0"/>
              </a:spcBef>
              <a:spcAft>
                <a:spcPts val="0"/>
              </a:spcAft>
              <a:buClr>
                <a:srgbClr val="12ABDB"/>
              </a:buClr>
              <a:buSzPts val="1800"/>
              <a:buNone/>
              <a:defRPr b="0" sz="1800">
                <a:solidFill>
                  <a:srgbClr val="12ABDB"/>
                </a:solidFill>
              </a:defRPr>
            </a:lvl1pPr>
            <a:lvl2pPr indent="-317500" lvl="1" marL="914400" algn="l">
              <a:lnSpc>
                <a:spcPct val="142857"/>
              </a:lnSpc>
              <a:spcBef>
                <a:spcPts val="600"/>
              </a:spcBef>
              <a:spcAft>
                <a:spcPts val="0"/>
              </a:spcAft>
              <a:buSzPts val="1400"/>
              <a:buChar char="▪"/>
              <a:defRPr sz="1400"/>
            </a:lvl2pPr>
            <a:lvl3pPr indent="-304800" lvl="2" marL="1371600" algn="l">
              <a:lnSpc>
                <a:spcPct val="133333"/>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600"/>
              </a:spcBef>
              <a:spcAft>
                <a:spcPts val="0"/>
              </a:spcAft>
              <a:buClr>
                <a:schemeClr val="dk1"/>
              </a:buClr>
              <a:buSzPts val="1100"/>
              <a:buChar char="•"/>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6" name="Google Shape;146;p12"/>
          <p:cNvSpPr txBox="1"/>
          <p:nvPr>
            <p:ph idx="2" type="body"/>
          </p:nvPr>
        </p:nvSpPr>
        <p:spPr>
          <a:xfrm>
            <a:off x="8217853" y="1423337"/>
            <a:ext cx="3566160" cy="412363"/>
          </a:xfrm>
          <a:prstGeom prst="rect">
            <a:avLst/>
          </a:prstGeom>
          <a:noFill/>
          <a:ln>
            <a:noFill/>
          </a:ln>
        </p:spPr>
        <p:txBody>
          <a:bodyPr anchorCtr="0" anchor="ctr" bIns="0" lIns="0" spcFirstLastPara="1" rIns="0" wrap="square" tIns="0">
            <a:noAutofit/>
          </a:bodyPr>
          <a:lstStyle>
            <a:lvl1pPr indent="-228600" lvl="0" marL="457200" algn="l">
              <a:lnSpc>
                <a:spcPct val="122222"/>
              </a:lnSpc>
              <a:spcBef>
                <a:spcPts val="0"/>
              </a:spcBef>
              <a:spcAft>
                <a:spcPts val="0"/>
              </a:spcAft>
              <a:buClr>
                <a:srgbClr val="12ABDB"/>
              </a:buClr>
              <a:buSzPts val="1800"/>
              <a:buNone/>
              <a:defRPr b="0" sz="1800">
                <a:solidFill>
                  <a:srgbClr val="12ABDB"/>
                </a:solidFill>
              </a:defRPr>
            </a:lvl1pPr>
            <a:lvl2pPr indent="-317500" lvl="1" marL="914400" algn="l">
              <a:lnSpc>
                <a:spcPct val="142857"/>
              </a:lnSpc>
              <a:spcBef>
                <a:spcPts val="600"/>
              </a:spcBef>
              <a:spcAft>
                <a:spcPts val="0"/>
              </a:spcAft>
              <a:buSzPts val="1400"/>
              <a:buChar char="▪"/>
              <a:defRPr sz="1400"/>
            </a:lvl2pPr>
            <a:lvl3pPr indent="-304800" lvl="2" marL="1371600" algn="l">
              <a:lnSpc>
                <a:spcPct val="133333"/>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600"/>
              </a:spcBef>
              <a:spcAft>
                <a:spcPts val="0"/>
              </a:spcAft>
              <a:buClr>
                <a:schemeClr val="dk1"/>
              </a:buClr>
              <a:buSzPts val="1100"/>
              <a:buChar char="•"/>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7" name="Google Shape;147;p12"/>
          <p:cNvSpPr txBox="1"/>
          <p:nvPr>
            <p:ph idx="3" type="body"/>
          </p:nvPr>
        </p:nvSpPr>
        <p:spPr>
          <a:xfrm>
            <a:off x="4322171" y="1423337"/>
            <a:ext cx="3566160" cy="412363"/>
          </a:xfrm>
          <a:prstGeom prst="rect">
            <a:avLst/>
          </a:prstGeom>
          <a:noFill/>
          <a:ln>
            <a:noFill/>
          </a:ln>
        </p:spPr>
        <p:txBody>
          <a:bodyPr anchorCtr="0" anchor="ctr" bIns="0" lIns="0" spcFirstLastPara="1" rIns="0" wrap="square" tIns="0">
            <a:noAutofit/>
          </a:bodyPr>
          <a:lstStyle>
            <a:lvl1pPr indent="-228600" lvl="0" marL="457200" algn="l">
              <a:lnSpc>
                <a:spcPct val="122222"/>
              </a:lnSpc>
              <a:spcBef>
                <a:spcPts val="0"/>
              </a:spcBef>
              <a:spcAft>
                <a:spcPts val="0"/>
              </a:spcAft>
              <a:buClr>
                <a:srgbClr val="12ABDB"/>
              </a:buClr>
              <a:buSzPts val="1800"/>
              <a:buNone/>
              <a:defRPr b="0" sz="1800">
                <a:solidFill>
                  <a:srgbClr val="12ABDB"/>
                </a:solidFill>
              </a:defRPr>
            </a:lvl1pPr>
            <a:lvl2pPr indent="-317500" lvl="1" marL="914400" algn="l">
              <a:lnSpc>
                <a:spcPct val="142857"/>
              </a:lnSpc>
              <a:spcBef>
                <a:spcPts val="600"/>
              </a:spcBef>
              <a:spcAft>
                <a:spcPts val="0"/>
              </a:spcAft>
              <a:buSzPts val="1400"/>
              <a:buChar char="▪"/>
              <a:defRPr sz="1400"/>
            </a:lvl2pPr>
            <a:lvl3pPr indent="-304800" lvl="2" marL="1371600" algn="l">
              <a:lnSpc>
                <a:spcPct val="133333"/>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600"/>
              </a:spcBef>
              <a:spcAft>
                <a:spcPts val="0"/>
              </a:spcAft>
              <a:buClr>
                <a:schemeClr val="dk1"/>
              </a:buClr>
              <a:buSzPts val="1100"/>
              <a:buChar char="•"/>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8" name="Google Shape;148;p12"/>
          <p:cNvSpPr txBox="1"/>
          <p:nvPr>
            <p:ph idx="4" type="body"/>
          </p:nvPr>
        </p:nvSpPr>
        <p:spPr>
          <a:xfrm>
            <a:off x="407987" y="4231996"/>
            <a:ext cx="11376025" cy="412363"/>
          </a:xfrm>
          <a:prstGeom prst="rect">
            <a:avLst/>
          </a:prstGeom>
          <a:noFill/>
          <a:ln>
            <a:noFill/>
          </a:ln>
        </p:spPr>
        <p:txBody>
          <a:bodyPr anchorCtr="0" anchor="ctr" bIns="0" lIns="0" spcFirstLastPara="1" rIns="0" wrap="square" tIns="0">
            <a:noAutofit/>
          </a:bodyPr>
          <a:lstStyle>
            <a:lvl1pPr indent="-228600" lvl="0" marL="457200" algn="l">
              <a:lnSpc>
                <a:spcPct val="122222"/>
              </a:lnSpc>
              <a:spcBef>
                <a:spcPts val="0"/>
              </a:spcBef>
              <a:spcAft>
                <a:spcPts val="0"/>
              </a:spcAft>
              <a:buClr>
                <a:schemeClr val="accent4"/>
              </a:buClr>
              <a:buSzPts val="1800"/>
              <a:buNone/>
              <a:defRPr b="0">
                <a:solidFill>
                  <a:schemeClr val="accent4"/>
                </a:solidFill>
              </a:defRPr>
            </a:lvl1pPr>
            <a:lvl2pPr indent="-342900" lvl="1" marL="914400" algn="l">
              <a:lnSpc>
                <a:spcPct val="111111"/>
              </a:lnSpc>
              <a:spcBef>
                <a:spcPts val="600"/>
              </a:spcBef>
              <a:spcAft>
                <a:spcPts val="0"/>
              </a:spcAft>
              <a:buSzPts val="1800"/>
              <a:buChar char="▪"/>
              <a:defRPr/>
            </a:lvl2pPr>
            <a:lvl3pPr indent="-342900" lvl="2" marL="1371600" algn="l">
              <a:lnSpc>
                <a:spcPct val="88888"/>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9" name="Google Shape;149;p12"/>
          <p:cNvSpPr txBox="1"/>
          <p:nvPr>
            <p:ph idx="5" type="body"/>
          </p:nvPr>
        </p:nvSpPr>
        <p:spPr>
          <a:xfrm>
            <a:off x="426488" y="1866555"/>
            <a:ext cx="3566160" cy="1994493"/>
          </a:xfrm>
          <a:prstGeom prst="rect">
            <a:avLst/>
          </a:prstGeom>
          <a:noFill/>
          <a:ln>
            <a:noFill/>
          </a:ln>
        </p:spPr>
        <p:txBody>
          <a:bodyPr anchorCtr="0" anchor="t"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04800" lvl="1" marL="914400" algn="l">
              <a:lnSpc>
                <a:spcPct val="116666"/>
              </a:lnSpc>
              <a:spcBef>
                <a:spcPts val="600"/>
              </a:spcBef>
              <a:spcAft>
                <a:spcPts val="0"/>
              </a:spcAft>
              <a:buSzPts val="1200"/>
              <a:buChar char="▪"/>
              <a:defRPr sz="1200">
                <a:solidFill>
                  <a:schemeClr val="dk1"/>
                </a:solidFill>
              </a:defRPr>
            </a:lvl2pPr>
            <a:lvl3pPr indent="-304800" lvl="2" marL="1371600" algn="l">
              <a:lnSpc>
                <a:spcPct val="116666"/>
              </a:lnSpc>
              <a:spcBef>
                <a:spcPts val="600"/>
              </a:spcBef>
              <a:spcAft>
                <a:spcPts val="0"/>
              </a:spcAft>
              <a:buSzPts val="1200"/>
              <a:buChar char="•"/>
              <a:defRPr sz="1200">
                <a:solidFill>
                  <a:schemeClr val="dk1"/>
                </a:solidFill>
              </a:defRPr>
            </a:lvl3pPr>
            <a:lvl4pPr indent="-298450" lvl="3" marL="1828800" algn="l">
              <a:lnSpc>
                <a:spcPct val="109090"/>
              </a:lnSpc>
              <a:spcBef>
                <a:spcPts val="600"/>
              </a:spcBef>
              <a:spcAft>
                <a:spcPts val="0"/>
              </a:spcAft>
              <a:buSzPts val="1100"/>
              <a:buChar char="‒"/>
              <a:defRPr sz="1100">
                <a:solidFill>
                  <a:schemeClr val="dk1"/>
                </a:solidFill>
              </a:defRPr>
            </a:lvl4pPr>
            <a:lvl5pPr indent="-304800" lvl="4" marL="2286000" algn="l">
              <a:lnSpc>
                <a:spcPct val="100000"/>
              </a:lnSpc>
              <a:spcBef>
                <a:spcPts val="600"/>
              </a:spcBef>
              <a:spcAft>
                <a:spcPts val="0"/>
              </a:spcAft>
              <a:buClr>
                <a:schemeClr val="dk1"/>
              </a:buClr>
              <a:buSzPts val="1200"/>
              <a:buChar char="•"/>
              <a:defRPr sz="12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0" name="Google Shape;150;p12"/>
          <p:cNvSpPr/>
          <p:nvPr/>
        </p:nvSpPr>
        <p:spPr>
          <a:xfrm>
            <a:off x="11784013" y="6555758"/>
            <a:ext cx="242375"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rgbClr val="7F7F7F"/>
                </a:solidFill>
                <a:latin typeface="Verdana"/>
                <a:ea typeface="Verdana"/>
                <a:cs typeface="Verdana"/>
                <a:sym typeface="Verdana"/>
              </a:rPr>
              <a:t>‹#›</a:t>
            </a:fld>
            <a:endParaRPr sz="800">
              <a:solidFill>
                <a:srgbClr val="7F7F7F"/>
              </a:solidFill>
              <a:latin typeface="Verdana"/>
              <a:ea typeface="Verdana"/>
              <a:cs typeface="Verdana"/>
              <a:sym typeface="Verdana"/>
            </a:endParaRPr>
          </a:p>
        </p:txBody>
      </p:sp>
      <p:cxnSp>
        <p:nvCxnSpPr>
          <p:cNvPr id="151" name="Google Shape;151;p12"/>
          <p:cNvCxnSpPr/>
          <p:nvPr/>
        </p:nvCxnSpPr>
        <p:spPr>
          <a:xfrm rot="10800000">
            <a:off x="3283674" y="6587911"/>
            <a:ext cx="0" cy="155576"/>
          </a:xfrm>
          <a:prstGeom prst="straightConnector1">
            <a:avLst/>
          </a:prstGeom>
          <a:solidFill>
            <a:schemeClr val="dk1"/>
          </a:solidFill>
          <a:ln cap="rnd" cmpd="sng" w="12700">
            <a:solidFill>
              <a:schemeClr val="accent2"/>
            </a:solidFill>
            <a:prstDash val="solid"/>
            <a:round/>
            <a:headEnd len="sm" w="sm" type="none"/>
            <a:tailEnd len="sm" w="sm" type="none"/>
          </a:ln>
        </p:spPr>
      </p:cxnSp>
      <p:sp>
        <p:nvSpPr>
          <p:cNvPr id="152" name="Google Shape;152;p12">
            <a:hlinkClick r:id="rId2"/>
          </p:cNvPr>
          <p:cNvSpPr/>
          <p:nvPr/>
        </p:nvSpPr>
        <p:spPr>
          <a:xfrm>
            <a:off x="407988" y="6555971"/>
            <a:ext cx="2829007" cy="219456"/>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lang="en-US" sz="800">
                <a:solidFill>
                  <a:srgbClr val="00458D"/>
                </a:solidFill>
                <a:latin typeface="Verdana"/>
                <a:ea typeface="Verdana"/>
                <a:cs typeface="Verdana"/>
                <a:sym typeface="Verdana"/>
              </a:rPr>
              <a:t>Presentation Title | Author | Date</a:t>
            </a:r>
            <a:endParaRPr/>
          </a:p>
        </p:txBody>
      </p:sp>
      <p:sp>
        <p:nvSpPr>
          <p:cNvPr id="153" name="Google Shape;153;p12"/>
          <p:cNvSpPr/>
          <p:nvPr/>
        </p:nvSpPr>
        <p:spPr>
          <a:xfrm>
            <a:off x="3411379" y="6555758"/>
            <a:ext cx="222368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800">
                <a:solidFill>
                  <a:srgbClr val="767676"/>
                </a:solidFill>
                <a:latin typeface="Verdana"/>
                <a:ea typeface="Verdana"/>
                <a:cs typeface="Verdana"/>
                <a:sym typeface="Verdana"/>
              </a:rPr>
              <a:t>© 2017 Capgemini. All rights reserved.</a:t>
            </a:r>
            <a:endParaRPr/>
          </a:p>
        </p:txBody>
      </p:sp>
      <p:sp>
        <p:nvSpPr>
          <p:cNvPr id="154" name="Google Shape;154;p12"/>
          <p:cNvSpPr txBox="1"/>
          <p:nvPr>
            <p:ph type="title"/>
          </p:nvPr>
        </p:nvSpPr>
        <p:spPr>
          <a:xfrm>
            <a:off x="407988" y="404813"/>
            <a:ext cx="11016604" cy="863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2"/>
              </a:buClr>
              <a:buSzPts val="2600"/>
              <a:buFont typeface="Verdana"/>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5" name="Google Shape;155;p12"/>
          <p:cNvSpPr txBox="1"/>
          <p:nvPr>
            <p:ph idx="6" type="body"/>
          </p:nvPr>
        </p:nvSpPr>
        <p:spPr>
          <a:xfrm>
            <a:off x="4322171" y="1866555"/>
            <a:ext cx="3566160" cy="1994493"/>
          </a:xfrm>
          <a:prstGeom prst="rect">
            <a:avLst/>
          </a:prstGeom>
          <a:noFill/>
          <a:ln>
            <a:noFill/>
          </a:ln>
        </p:spPr>
        <p:txBody>
          <a:bodyPr anchorCtr="0" anchor="t"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04800" lvl="1" marL="914400" algn="l">
              <a:lnSpc>
                <a:spcPct val="116666"/>
              </a:lnSpc>
              <a:spcBef>
                <a:spcPts val="600"/>
              </a:spcBef>
              <a:spcAft>
                <a:spcPts val="0"/>
              </a:spcAft>
              <a:buSzPts val="1200"/>
              <a:buChar char="▪"/>
              <a:defRPr sz="1200">
                <a:solidFill>
                  <a:schemeClr val="dk1"/>
                </a:solidFill>
              </a:defRPr>
            </a:lvl2pPr>
            <a:lvl3pPr indent="-304800" lvl="2" marL="1371600" algn="l">
              <a:lnSpc>
                <a:spcPct val="116666"/>
              </a:lnSpc>
              <a:spcBef>
                <a:spcPts val="600"/>
              </a:spcBef>
              <a:spcAft>
                <a:spcPts val="0"/>
              </a:spcAft>
              <a:buSzPts val="1200"/>
              <a:buChar char="•"/>
              <a:defRPr sz="1200">
                <a:solidFill>
                  <a:schemeClr val="dk1"/>
                </a:solidFill>
              </a:defRPr>
            </a:lvl3pPr>
            <a:lvl4pPr indent="-298450" lvl="3" marL="1828800" algn="l">
              <a:lnSpc>
                <a:spcPct val="109090"/>
              </a:lnSpc>
              <a:spcBef>
                <a:spcPts val="600"/>
              </a:spcBef>
              <a:spcAft>
                <a:spcPts val="0"/>
              </a:spcAft>
              <a:buSzPts val="1100"/>
              <a:buChar char="‒"/>
              <a:defRPr sz="1100">
                <a:solidFill>
                  <a:schemeClr val="dk1"/>
                </a:solidFill>
              </a:defRPr>
            </a:lvl4pPr>
            <a:lvl5pPr indent="-304800" lvl="4" marL="2286000" algn="l">
              <a:lnSpc>
                <a:spcPct val="100000"/>
              </a:lnSpc>
              <a:spcBef>
                <a:spcPts val="600"/>
              </a:spcBef>
              <a:spcAft>
                <a:spcPts val="0"/>
              </a:spcAft>
              <a:buClr>
                <a:schemeClr val="dk1"/>
              </a:buClr>
              <a:buSzPts val="1200"/>
              <a:buChar char="•"/>
              <a:defRPr sz="12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6" name="Google Shape;156;p12"/>
          <p:cNvSpPr txBox="1"/>
          <p:nvPr>
            <p:ph idx="7" type="body"/>
          </p:nvPr>
        </p:nvSpPr>
        <p:spPr>
          <a:xfrm>
            <a:off x="8217853" y="1866555"/>
            <a:ext cx="3566160" cy="1994493"/>
          </a:xfrm>
          <a:prstGeom prst="rect">
            <a:avLst/>
          </a:prstGeom>
          <a:noFill/>
          <a:ln>
            <a:noFill/>
          </a:ln>
        </p:spPr>
        <p:txBody>
          <a:bodyPr anchorCtr="0" anchor="t"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04800" lvl="1" marL="914400" algn="l">
              <a:lnSpc>
                <a:spcPct val="116666"/>
              </a:lnSpc>
              <a:spcBef>
                <a:spcPts val="600"/>
              </a:spcBef>
              <a:spcAft>
                <a:spcPts val="0"/>
              </a:spcAft>
              <a:buSzPts val="1200"/>
              <a:buChar char="▪"/>
              <a:defRPr sz="1200">
                <a:solidFill>
                  <a:schemeClr val="dk1"/>
                </a:solidFill>
              </a:defRPr>
            </a:lvl2pPr>
            <a:lvl3pPr indent="-304800" lvl="2" marL="1371600" algn="l">
              <a:lnSpc>
                <a:spcPct val="116666"/>
              </a:lnSpc>
              <a:spcBef>
                <a:spcPts val="600"/>
              </a:spcBef>
              <a:spcAft>
                <a:spcPts val="0"/>
              </a:spcAft>
              <a:buSzPts val="1200"/>
              <a:buChar char="•"/>
              <a:defRPr sz="1200">
                <a:solidFill>
                  <a:schemeClr val="dk1"/>
                </a:solidFill>
              </a:defRPr>
            </a:lvl3pPr>
            <a:lvl4pPr indent="-298450" lvl="3" marL="1828800" algn="l">
              <a:lnSpc>
                <a:spcPct val="109090"/>
              </a:lnSpc>
              <a:spcBef>
                <a:spcPts val="600"/>
              </a:spcBef>
              <a:spcAft>
                <a:spcPts val="0"/>
              </a:spcAft>
              <a:buSzPts val="1100"/>
              <a:buChar char="‒"/>
              <a:defRPr sz="1100">
                <a:solidFill>
                  <a:schemeClr val="dk1"/>
                </a:solidFill>
              </a:defRPr>
            </a:lvl4pPr>
            <a:lvl5pPr indent="-304800" lvl="4" marL="2286000" algn="l">
              <a:lnSpc>
                <a:spcPct val="100000"/>
              </a:lnSpc>
              <a:spcBef>
                <a:spcPts val="600"/>
              </a:spcBef>
              <a:spcAft>
                <a:spcPts val="0"/>
              </a:spcAft>
              <a:buClr>
                <a:schemeClr val="dk1"/>
              </a:buClr>
              <a:buSzPts val="1200"/>
              <a:buChar char="•"/>
              <a:defRPr sz="12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7" name="Google Shape;157;p12"/>
          <p:cNvSpPr txBox="1"/>
          <p:nvPr>
            <p:ph idx="8" type="body"/>
          </p:nvPr>
        </p:nvSpPr>
        <p:spPr>
          <a:xfrm>
            <a:off x="426487" y="4674187"/>
            <a:ext cx="11357525" cy="1799211"/>
          </a:xfrm>
          <a:prstGeom prst="rect">
            <a:avLst/>
          </a:prstGeom>
          <a:noFill/>
          <a:ln>
            <a:noFill/>
          </a:ln>
        </p:spPr>
        <p:txBody>
          <a:bodyPr anchorCtr="0" anchor="t"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04800" lvl="1" marL="914400" algn="l">
              <a:lnSpc>
                <a:spcPct val="116666"/>
              </a:lnSpc>
              <a:spcBef>
                <a:spcPts val="600"/>
              </a:spcBef>
              <a:spcAft>
                <a:spcPts val="0"/>
              </a:spcAft>
              <a:buSzPts val="1200"/>
              <a:buChar char="▪"/>
              <a:defRPr sz="1200">
                <a:solidFill>
                  <a:schemeClr val="dk1"/>
                </a:solidFill>
              </a:defRPr>
            </a:lvl2pPr>
            <a:lvl3pPr indent="-304800" lvl="2" marL="1371600" algn="l">
              <a:lnSpc>
                <a:spcPct val="116666"/>
              </a:lnSpc>
              <a:spcBef>
                <a:spcPts val="600"/>
              </a:spcBef>
              <a:spcAft>
                <a:spcPts val="0"/>
              </a:spcAft>
              <a:buSzPts val="1200"/>
              <a:buChar char="•"/>
              <a:defRPr sz="1200">
                <a:solidFill>
                  <a:schemeClr val="dk1"/>
                </a:solidFill>
              </a:defRPr>
            </a:lvl3pPr>
            <a:lvl4pPr indent="-298450" lvl="3" marL="1828800" algn="l">
              <a:lnSpc>
                <a:spcPct val="109090"/>
              </a:lnSpc>
              <a:spcBef>
                <a:spcPts val="600"/>
              </a:spcBef>
              <a:spcAft>
                <a:spcPts val="0"/>
              </a:spcAft>
              <a:buSzPts val="1100"/>
              <a:buChar char="‒"/>
              <a:defRPr sz="1100">
                <a:solidFill>
                  <a:schemeClr val="dk1"/>
                </a:solidFill>
              </a:defRPr>
            </a:lvl4pPr>
            <a:lvl5pPr indent="-304800" lvl="4" marL="2286000" algn="l">
              <a:lnSpc>
                <a:spcPct val="100000"/>
              </a:lnSpc>
              <a:spcBef>
                <a:spcPts val="600"/>
              </a:spcBef>
              <a:spcAft>
                <a:spcPts val="0"/>
              </a:spcAft>
              <a:buClr>
                <a:schemeClr val="dk1"/>
              </a:buClr>
              <a:buSzPts val="1200"/>
              <a:buChar char="•"/>
              <a:defRPr sz="12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Topics with icons">
  <p:cSld name="3 Topics with icons">
    <p:bg>
      <p:bgPr>
        <a:solidFill>
          <a:schemeClr val="lt1"/>
        </a:solidFill>
      </p:bgPr>
    </p:bg>
    <p:spTree>
      <p:nvGrpSpPr>
        <p:cNvPr id="158" name="Shape 158"/>
        <p:cNvGrpSpPr/>
        <p:nvPr/>
      </p:nvGrpSpPr>
      <p:grpSpPr>
        <a:xfrm>
          <a:off x="0" y="0"/>
          <a:ext cx="0" cy="0"/>
          <a:chOff x="0" y="0"/>
          <a:chExt cx="0" cy="0"/>
        </a:xfrm>
      </p:grpSpPr>
      <p:sp>
        <p:nvSpPr>
          <p:cNvPr id="159" name="Google Shape;159;p13"/>
          <p:cNvSpPr txBox="1"/>
          <p:nvPr>
            <p:ph type="title"/>
          </p:nvPr>
        </p:nvSpPr>
        <p:spPr>
          <a:xfrm>
            <a:off x="407988" y="404813"/>
            <a:ext cx="11016604" cy="863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2"/>
              </a:buClr>
              <a:buSzPts val="2600"/>
              <a:buFont typeface="Verdana"/>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0" name="Google Shape;160;p13"/>
          <p:cNvSpPr txBox="1"/>
          <p:nvPr>
            <p:ph idx="1" type="body"/>
          </p:nvPr>
        </p:nvSpPr>
        <p:spPr>
          <a:xfrm>
            <a:off x="1992760" y="1556793"/>
            <a:ext cx="9791253" cy="1368152"/>
          </a:xfrm>
          <a:prstGeom prst="rect">
            <a:avLst/>
          </a:prstGeom>
          <a:noFill/>
          <a:ln>
            <a:noFill/>
          </a:ln>
        </p:spPr>
        <p:txBody>
          <a:bodyPr anchorCtr="0" anchor="ctr" bIns="0" lIns="0" spcFirstLastPara="1" rIns="0" wrap="square" tIns="0">
            <a:noAutofit/>
          </a:bodyPr>
          <a:lstStyle>
            <a:lvl1pPr indent="-228600" lvl="0" marL="457200" algn="l">
              <a:lnSpc>
                <a:spcPct val="122222"/>
              </a:lnSpc>
              <a:spcBef>
                <a:spcPts val="0"/>
              </a:spcBef>
              <a:spcAft>
                <a:spcPts val="0"/>
              </a:spcAft>
              <a:buClr>
                <a:schemeClr val="dk1"/>
              </a:buClr>
              <a:buSzPts val="1800"/>
              <a:buNone/>
              <a:defRPr sz="1800">
                <a:solidFill>
                  <a:schemeClr val="dk1"/>
                </a:solidFill>
              </a:defRPr>
            </a:lvl1pPr>
            <a:lvl2pPr indent="-330200" lvl="1" marL="914400" algn="l">
              <a:lnSpc>
                <a:spcPct val="112500"/>
              </a:lnSpc>
              <a:spcBef>
                <a:spcPts val="600"/>
              </a:spcBef>
              <a:spcAft>
                <a:spcPts val="0"/>
              </a:spcAft>
              <a:buSzPts val="1600"/>
              <a:buChar char="▪"/>
              <a:defRPr sz="1600">
                <a:solidFill>
                  <a:schemeClr val="dk1"/>
                </a:solidFill>
              </a:defRPr>
            </a:lvl2pPr>
            <a:lvl3pPr indent="-317500" lvl="2" marL="1371600" algn="l">
              <a:lnSpc>
                <a:spcPct val="114285"/>
              </a:lnSpc>
              <a:spcBef>
                <a:spcPts val="600"/>
              </a:spcBef>
              <a:spcAft>
                <a:spcPts val="0"/>
              </a:spcAft>
              <a:buSzPts val="1400"/>
              <a:buChar char="•"/>
              <a:defRPr sz="1400">
                <a:solidFill>
                  <a:schemeClr val="dk1"/>
                </a:solidFill>
              </a:defRPr>
            </a:lvl3pPr>
            <a:lvl4pPr indent="-304800" lvl="3" marL="1828800" algn="l">
              <a:lnSpc>
                <a:spcPct val="116666"/>
              </a:lnSpc>
              <a:spcBef>
                <a:spcPts val="600"/>
              </a:spcBef>
              <a:spcAft>
                <a:spcPts val="0"/>
              </a:spcAft>
              <a:buSzPts val="1200"/>
              <a:buChar char="‒"/>
              <a:defRPr sz="1200">
                <a:solidFill>
                  <a:schemeClr val="dk1"/>
                </a:solidFill>
              </a:defRPr>
            </a:lvl4pPr>
            <a:lvl5pPr indent="-304800" lvl="4" marL="2286000" algn="l">
              <a:lnSpc>
                <a:spcPct val="100000"/>
              </a:lnSpc>
              <a:spcBef>
                <a:spcPts val="600"/>
              </a:spcBef>
              <a:spcAft>
                <a:spcPts val="0"/>
              </a:spcAft>
              <a:buClr>
                <a:schemeClr val="dk1"/>
              </a:buClr>
              <a:buSzPts val="1200"/>
              <a:buChar char="•"/>
              <a:defRPr sz="12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1" name="Google Shape;161;p13"/>
          <p:cNvSpPr txBox="1"/>
          <p:nvPr>
            <p:ph idx="2" type="body"/>
          </p:nvPr>
        </p:nvSpPr>
        <p:spPr>
          <a:xfrm>
            <a:off x="1992760" y="3320915"/>
            <a:ext cx="9791253" cy="1368152"/>
          </a:xfrm>
          <a:prstGeom prst="rect">
            <a:avLst/>
          </a:prstGeom>
          <a:noFill/>
          <a:ln>
            <a:noFill/>
          </a:ln>
        </p:spPr>
        <p:txBody>
          <a:bodyPr anchorCtr="0" anchor="ctr" bIns="0" lIns="0" spcFirstLastPara="1" rIns="0" wrap="square" tIns="0">
            <a:noAutofit/>
          </a:bodyPr>
          <a:lstStyle>
            <a:lvl1pPr indent="-228600" lvl="0" marL="457200" algn="l">
              <a:lnSpc>
                <a:spcPct val="122222"/>
              </a:lnSpc>
              <a:spcBef>
                <a:spcPts val="0"/>
              </a:spcBef>
              <a:spcAft>
                <a:spcPts val="0"/>
              </a:spcAft>
              <a:buClr>
                <a:schemeClr val="dk1"/>
              </a:buClr>
              <a:buSzPts val="1800"/>
              <a:buNone/>
              <a:defRPr sz="1800">
                <a:solidFill>
                  <a:schemeClr val="dk1"/>
                </a:solidFill>
              </a:defRPr>
            </a:lvl1pPr>
            <a:lvl2pPr indent="-330200" lvl="1" marL="914400" algn="l">
              <a:lnSpc>
                <a:spcPct val="112500"/>
              </a:lnSpc>
              <a:spcBef>
                <a:spcPts val="600"/>
              </a:spcBef>
              <a:spcAft>
                <a:spcPts val="0"/>
              </a:spcAft>
              <a:buSzPts val="1600"/>
              <a:buChar char="▪"/>
              <a:defRPr sz="1600">
                <a:solidFill>
                  <a:schemeClr val="dk1"/>
                </a:solidFill>
              </a:defRPr>
            </a:lvl2pPr>
            <a:lvl3pPr indent="-317500" lvl="2" marL="1371600" algn="l">
              <a:lnSpc>
                <a:spcPct val="114285"/>
              </a:lnSpc>
              <a:spcBef>
                <a:spcPts val="600"/>
              </a:spcBef>
              <a:spcAft>
                <a:spcPts val="0"/>
              </a:spcAft>
              <a:buSzPts val="1400"/>
              <a:buChar char="•"/>
              <a:defRPr sz="1400">
                <a:solidFill>
                  <a:schemeClr val="dk1"/>
                </a:solidFill>
              </a:defRPr>
            </a:lvl3pPr>
            <a:lvl4pPr indent="-304800" lvl="3" marL="1828800" algn="l">
              <a:lnSpc>
                <a:spcPct val="116666"/>
              </a:lnSpc>
              <a:spcBef>
                <a:spcPts val="600"/>
              </a:spcBef>
              <a:spcAft>
                <a:spcPts val="0"/>
              </a:spcAft>
              <a:buSzPts val="1200"/>
              <a:buChar char="‒"/>
              <a:defRPr sz="1200">
                <a:solidFill>
                  <a:schemeClr val="dk1"/>
                </a:solidFill>
              </a:defRPr>
            </a:lvl4pPr>
            <a:lvl5pPr indent="-304800" lvl="4" marL="2286000" algn="l">
              <a:lnSpc>
                <a:spcPct val="100000"/>
              </a:lnSpc>
              <a:spcBef>
                <a:spcPts val="600"/>
              </a:spcBef>
              <a:spcAft>
                <a:spcPts val="0"/>
              </a:spcAft>
              <a:buClr>
                <a:schemeClr val="dk1"/>
              </a:buClr>
              <a:buSzPts val="1200"/>
              <a:buChar char="•"/>
              <a:defRPr sz="12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2" name="Google Shape;162;p13"/>
          <p:cNvSpPr txBox="1"/>
          <p:nvPr>
            <p:ph idx="3" type="body"/>
          </p:nvPr>
        </p:nvSpPr>
        <p:spPr>
          <a:xfrm>
            <a:off x="1992760" y="5085036"/>
            <a:ext cx="9791253" cy="1368152"/>
          </a:xfrm>
          <a:prstGeom prst="rect">
            <a:avLst/>
          </a:prstGeom>
          <a:noFill/>
          <a:ln>
            <a:noFill/>
          </a:ln>
        </p:spPr>
        <p:txBody>
          <a:bodyPr anchorCtr="0" anchor="ctr" bIns="0" lIns="0" spcFirstLastPara="1" rIns="0" wrap="square" tIns="0">
            <a:noAutofit/>
          </a:bodyPr>
          <a:lstStyle>
            <a:lvl1pPr indent="-228600" lvl="0" marL="457200" algn="l">
              <a:lnSpc>
                <a:spcPct val="122222"/>
              </a:lnSpc>
              <a:spcBef>
                <a:spcPts val="0"/>
              </a:spcBef>
              <a:spcAft>
                <a:spcPts val="0"/>
              </a:spcAft>
              <a:buClr>
                <a:schemeClr val="dk1"/>
              </a:buClr>
              <a:buSzPts val="1800"/>
              <a:buNone/>
              <a:defRPr sz="1800">
                <a:solidFill>
                  <a:schemeClr val="dk1"/>
                </a:solidFill>
              </a:defRPr>
            </a:lvl1pPr>
            <a:lvl2pPr indent="-330200" lvl="1" marL="914400" algn="l">
              <a:lnSpc>
                <a:spcPct val="112500"/>
              </a:lnSpc>
              <a:spcBef>
                <a:spcPts val="600"/>
              </a:spcBef>
              <a:spcAft>
                <a:spcPts val="0"/>
              </a:spcAft>
              <a:buSzPts val="1600"/>
              <a:buChar char="▪"/>
              <a:defRPr sz="1600">
                <a:solidFill>
                  <a:schemeClr val="dk1"/>
                </a:solidFill>
              </a:defRPr>
            </a:lvl2pPr>
            <a:lvl3pPr indent="-317500" lvl="2" marL="1371600" algn="l">
              <a:lnSpc>
                <a:spcPct val="114285"/>
              </a:lnSpc>
              <a:spcBef>
                <a:spcPts val="600"/>
              </a:spcBef>
              <a:spcAft>
                <a:spcPts val="0"/>
              </a:spcAft>
              <a:buSzPts val="1400"/>
              <a:buChar char="•"/>
              <a:defRPr sz="1400">
                <a:solidFill>
                  <a:schemeClr val="dk1"/>
                </a:solidFill>
              </a:defRPr>
            </a:lvl3pPr>
            <a:lvl4pPr indent="-304800" lvl="3" marL="1828800" algn="l">
              <a:lnSpc>
                <a:spcPct val="116666"/>
              </a:lnSpc>
              <a:spcBef>
                <a:spcPts val="600"/>
              </a:spcBef>
              <a:spcAft>
                <a:spcPts val="0"/>
              </a:spcAft>
              <a:buSzPts val="1200"/>
              <a:buChar char="‒"/>
              <a:defRPr sz="1200">
                <a:solidFill>
                  <a:schemeClr val="dk1"/>
                </a:solidFill>
              </a:defRPr>
            </a:lvl4pPr>
            <a:lvl5pPr indent="-304800" lvl="4" marL="2286000" algn="l">
              <a:lnSpc>
                <a:spcPct val="100000"/>
              </a:lnSpc>
              <a:spcBef>
                <a:spcPts val="600"/>
              </a:spcBef>
              <a:spcAft>
                <a:spcPts val="0"/>
              </a:spcAft>
              <a:buClr>
                <a:schemeClr val="dk1"/>
              </a:buClr>
              <a:buSzPts val="1200"/>
              <a:buChar char="•"/>
              <a:defRPr sz="12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3" name="Google Shape;163;p13"/>
          <p:cNvSpPr/>
          <p:nvPr/>
        </p:nvSpPr>
        <p:spPr>
          <a:xfrm>
            <a:off x="11784013" y="6555758"/>
            <a:ext cx="242375"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rgbClr val="7F7F7F"/>
                </a:solidFill>
                <a:latin typeface="Verdana"/>
                <a:ea typeface="Verdana"/>
                <a:cs typeface="Verdana"/>
                <a:sym typeface="Verdana"/>
              </a:rPr>
              <a:t>‹#›</a:t>
            </a:fld>
            <a:endParaRPr sz="800">
              <a:solidFill>
                <a:srgbClr val="7F7F7F"/>
              </a:solidFill>
              <a:latin typeface="Verdana"/>
              <a:ea typeface="Verdana"/>
              <a:cs typeface="Verdana"/>
              <a:sym typeface="Verdana"/>
            </a:endParaRPr>
          </a:p>
        </p:txBody>
      </p:sp>
      <p:cxnSp>
        <p:nvCxnSpPr>
          <p:cNvPr id="164" name="Google Shape;164;p13"/>
          <p:cNvCxnSpPr/>
          <p:nvPr/>
        </p:nvCxnSpPr>
        <p:spPr>
          <a:xfrm rot="10800000">
            <a:off x="3283674" y="6587911"/>
            <a:ext cx="0" cy="155576"/>
          </a:xfrm>
          <a:prstGeom prst="straightConnector1">
            <a:avLst/>
          </a:prstGeom>
          <a:solidFill>
            <a:schemeClr val="dk1"/>
          </a:solidFill>
          <a:ln cap="rnd" cmpd="sng" w="12700">
            <a:solidFill>
              <a:schemeClr val="accent2"/>
            </a:solidFill>
            <a:prstDash val="solid"/>
            <a:round/>
            <a:headEnd len="sm" w="sm" type="none"/>
            <a:tailEnd len="sm" w="sm" type="none"/>
          </a:ln>
        </p:spPr>
      </p:cxnSp>
      <p:sp>
        <p:nvSpPr>
          <p:cNvPr id="165" name="Google Shape;165;p13">
            <a:hlinkClick r:id="rId2"/>
          </p:cNvPr>
          <p:cNvSpPr/>
          <p:nvPr/>
        </p:nvSpPr>
        <p:spPr>
          <a:xfrm>
            <a:off x="407988" y="6555971"/>
            <a:ext cx="2829007" cy="219456"/>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lang="en-US" sz="800">
                <a:solidFill>
                  <a:srgbClr val="00458D"/>
                </a:solidFill>
                <a:latin typeface="Verdana"/>
                <a:ea typeface="Verdana"/>
                <a:cs typeface="Verdana"/>
                <a:sym typeface="Verdana"/>
              </a:rPr>
              <a:t>Presentation Title | Author | Date</a:t>
            </a:r>
            <a:endParaRPr/>
          </a:p>
        </p:txBody>
      </p:sp>
      <p:sp>
        <p:nvSpPr>
          <p:cNvPr id="166" name="Google Shape;166;p13"/>
          <p:cNvSpPr/>
          <p:nvPr/>
        </p:nvSpPr>
        <p:spPr>
          <a:xfrm>
            <a:off x="3411379" y="6555758"/>
            <a:ext cx="222368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800">
                <a:solidFill>
                  <a:srgbClr val="767676"/>
                </a:solidFill>
                <a:latin typeface="Verdana"/>
                <a:ea typeface="Verdana"/>
                <a:cs typeface="Verdana"/>
                <a:sym typeface="Verdana"/>
              </a:rPr>
              <a:t>© 2017 Capgemini. All rights reserved.</a:t>
            </a:r>
            <a:endParaRPr/>
          </a:p>
        </p:txBody>
      </p:sp>
      <p:grpSp>
        <p:nvGrpSpPr>
          <p:cNvPr id="167" name="Google Shape;167;p13"/>
          <p:cNvGrpSpPr/>
          <p:nvPr/>
        </p:nvGrpSpPr>
        <p:grpSpPr>
          <a:xfrm>
            <a:off x="376729" y="3487371"/>
            <a:ext cx="1285954" cy="1201696"/>
            <a:chOff x="-163" y="-158"/>
            <a:chExt cx="2854" cy="2667"/>
          </a:xfrm>
        </p:grpSpPr>
        <p:sp>
          <p:nvSpPr>
            <p:cNvPr id="168" name="Google Shape;168;p13"/>
            <p:cNvSpPr/>
            <p:nvPr/>
          </p:nvSpPr>
          <p:spPr>
            <a:xfrm>
              <a:off x="-163" y="-158"/>
              <a:ext cx="2854" cy="2667"/>
            </a:xfrm>
            <a:custGeom>
              <a:rect b="b" l="l" r="r" t="t"/>
              <a:pathLst>
                <a:path extrusionOk="0" h="997" w="1067">
                  <a:moveTo>
                    <a:pt x="153" y="780"/>
                  </a:moveTo>
                  <a:cubicBezTo>
                    <a:pt x="0" y="580"/>
                    <a:pt x="46" y="297"/>
                    <a:pt x="256" y="149"/>
                  </a:cubicBezTo>
                  <a:cubicBezTo>
                    <a:pt x="466" y="0"/>
                    <a:pt x="760" y="42"/>
                    <a:pt x="914" y="241"/>
                  </a:cubicBezTo>
                  <a:cubicBezTo>
                    <a:pt x="1067" y="441"/>
                    <a:pt x="1004" y="700"/>
                    <a:pt x="794" y="848"/>
                  </a:cubicBezTo>
                  <a:cubicBezTo>
                    <a:pt x="584" y="997"/>
                    <a:pt x="307" y="979"/>
                    <a:pt x="153" y="780"/>
                  </a:cubicBezTo>
                </a:path>
              </a:pathLst>
            </a:custGeom>
            <a:solidFill>
              <a:srgbClr val="87086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sp>
          <p:nvSpPr>
            <p:cNvPr id="169" name="Google Shape;169;p13"/>
            <p:cNvSpPr/>
            <p:nvPr/>
          </p:nvSpPr>
          <p:spPr>
            <a:xfrm>
              <a:off x="677" y="535"/>
              <a:ext cx="465" cy="500"/>
            </a:xfrm>
            <a:custGeom>
              <a:rect b="b" l="l" r="r" t="t"/>
              <a:pathLst>
                <a:path extrusionOk="0" h="187" w="174">
                  <a:moveTo>
                    <a:pt x="71" y="178"/>
                  </a:moveTo>
                  <a:cubicBezTo>
                    <a:pt x="26" y="169"/>
                    <a:pt x="0" y="125"/>
                    <a:pt x="8" y="78"/>
                  </a:cubicBezTo>
                  <a:cubicBezTo>
                    <a:pt x="15" y="31"/>
                    <a:pt x="53" y="0"/>
                    <a:pt x="98" y="9"/>
                  </a:cubicBezTo>
                  <a:cubicBezTo>
                    <a:pt x="144" y="18"/>
                    <a:pt x="174" y="63"/>
                    <a:pt x="167" y="110"/>
                  </a:cubicBezTo>
                  <a:cubicBezTo>
                    <a:pt x="159" y="157"/>
                    <a:pt x="116" y="187"/>
                    <a:pt x="71" y="178"/>
                  </a:cubicBezTo>
                </a:path>
              </a:pathLst>
            </a:custGeom>
            <a:solidFill>
              <a:srgbClr val="FF30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sp>
          <p:nvSpPr>
            <p:cNvPr id="170" name="Google Shape;170;p13"/>
            <p:cNvSpPr/>
            <p:nvPr/>
          </p:nvSpPr>
          <p:spPr>
            <a:xfrm>
              <a:off x="500" y="1075"/>
              <a:ext cx="821" cy="543"/>
            </a:xfrm>
            <a:custGeom>
              <a:rect b="b" l="l" r="r" t="t"/>
              <a:pathLst>
                <a:path extrusionOk="0" h="203" w="307">
                  <a:moveTo>
                    <a:pt x="49" y="182"/>
                  </a:moveTo>
                  <a:cubicBezTo>
                    <a:pt x="19" y="177"/>
                    <a:pt x="0" y="148"/>
                    <a:pt x="8" y="118"/>
                  </a:cubicBezTo>
                  <a:cubicBezTo>
                    <a:pt x="24" y="58"/>
                    <a:pt x="85" y="0"/>
                    <a:pt x="192" y="23"/>
                  </a:cubicBezTo>
                  <a:cubicBezTo>
                    <a:pt x="246" y="35"/>
                    <a:pt x="291" y="79"/>
                    <a:pt x="303" y="135"/>
                  </a:cubicBezTo>
                  <a:cubicBezTo>
                    <a:pt x="306" y="148"/>
                    <a:pt x="307" y="160"/>
                    <a:pt x="307" y="172"/>
                  </a:cubicBezTo>
                  <a:cubicBezTo>
                    <a:pt x="236" y="169"/>
                    <a:pt x="168" y="203"/>
                    <a:pt x="49" y="182"/>
                  </a:cubicBezTo>
                </a:path>
              </a:pathLst>
            </a:custGeom>
            <a:solidFill>
              <a:srgbClr val="FF30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sp>
          <p:nvSpPr>
            <p:cNvPr id="171" name="Google Shape;171;p13"/>
            <p:cNvSpPr/>
            <p:nvPr/>
          </p:nvSpPr>
          <p:spPr>
            <a:xfrm>
              <a:off x="1249" y="575"/>
              <a:ext cx="527" cy="570"/>
            </a:xfrm>
            <a:custGeom>
              <a:rect b="b" l="l" r="r" t="t"/>
              <a:pathLst>
                <a:path extrusionOk="0" h="213" w="197">
                  <a:moveTo>
                    <a:pt x="105" y="209"/>
                  </a:moveTo>
                  <a:cubicBezTo>
                    <a:pt x="160" y="205"/>
                    <a:pt x="197" y="156"/>
                    <a:pt x="196" y="100"/>
                  </a:cubicBezTo>
                  <a:cubicBezTo>
                    <a:pt x="194" y="43"/>
                    <a:pt x="154" y="0"/>
                    <a:pt x="99" y="4"/>
                  </a:cubicBezTo>
                  <a:cubicBezTo>
                    <a:pt x="44" y="8"/>
                    <a:pt x="0" y="57"/>
                    <a:pt x="2" y="113"/>
                  </a:cubicBezTo>
                  <a:cubicBezTo>
                    <a:pt x="3" y="170"/>
                    <a:pt x="50" y="213"/>
                    <a:pt x="105" y="209"/>
                  </a:cubicBez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sp>
          <p:nvSpPr>
            <p:cNvPr id="172" name="Google Shape;172;p13"/>
            <p:cNvSpPr/>
            <p:nvPr/>
          </p:nvSpPr>
          <p:spPr>
            <a:xfrm>
              <a:off x="1017" y="1209"/>
              <a:ext cx="986" cy="647"/>
            </a:xfrm>
            <a:custGeom>
              <a:rect b="b" l="l" r="r" t="t"/>
              <a:pathLst>
                <a:path extrusionOk="0" h="242" w="369">
                  <a:moveTo>
                    <a:pt x="1" y="207"/>
                  </a:moveTo>
                  <a:cubicBezTo>
                    <a:pt x="0" y="193"/>
                    <a:pt x="2" y="178"/>
                    <a:pt x="5" y="162"/>
                  </a:cubicBezTo>
                  <a:cubicBezTo>
                    <a:pt x="20" y="95"/>
                    <a:pt x="72" y="42"/>
                    <a:pt x="137" y="28"/>
                  </a:cubicBezTo>
                  <a:cubicBezTo>
                    <a:pt x="260" y="0"/>
                    <a:pt x="333" y="62"/>
                    <a:pt x="356" y="131"/>
                  </a:cubicBezTo>
                  <a:cubicBezTo>
                    <a:pt x="369" y="170"/>
                    <a:pt x="344" y="212"/>
                    <a:pt x="304" y="218"/>
                  </a:cubicBezTo>
                  <a:cubicBezTo>
                    <a:pt x="165" y="242"/>
                    <a:pt x="85" y="203"/>
                    <a:pt x="1" y="207"/>
                  </a:cubicBez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grpSp>
      <p:grpSp>
        <p:nvGrpSpPr>
          <p:cNvPr id="173" name="Google Shape;173;p13"/>
          <p:cNvGrpSpPr/>
          <p:nvPr/>
        </p:nvGrpSpPr>
        <p:grpSpPr>
          <a:xfrm>
            <a:off x="376729" y="1642923"/>
            <a:ext cx="1279250" cy="1195892"/>
            <a:chOff x="-223" y="-210"/>
            <a:chExt cx="3852" cy="3601"/>
          </a:xfrm>
        </p:grpSpPr>
        <p:sp>
          <p:nvSpPr>
            <p:cNvPr id="174" name="Google Shape;174;p13"/>
            <p:cNvSpPr/>
            <p:nvPr/>
          </p:nvSpPr>
          <p:spPr>
            <a:xfrm>
              <a:off x="-223" y="-210"/>
              <a:ext cx="3852" cy="3601"/>
            </a:xfrm>
            <a:custGeom>
              <a:rect b="b" l="l" r="r" t="t"/>
              <a:pathLst>
                <a:path extrusionOk="0" h="1347" w="1442">
                  <a:moveTo>
                    <a:pt x="207" y="1053"/>
                  </a:moveTo>
                  <a:cubicBezTo>
                    <a:pt x="0" y="783"/>
                    <a:pt x="62" y="401"/>
                    <a:pt x="346" y="201"/>
                  </a:cubicBezTo>
                  <a:cubicBezTo>
                    <a:pt x="629" y="0"/>
                    <a:pt x="1028" y="56"/>
                    <a:pt x="1235" y="326"/>
                  </a:cubicBezTo>
                  <a:cubicBezTo>
                    <a:pt x="1442" y="596"/>
                    <a:pt x="1357" y="946"/>
                    <a:pt x="1073" y="1147"/>
                  </a:cubicBezTo>
                  <a:cubicBezTo>
                    <a:pt x="790" y="1347"/>
                    <a:pt x="415" y="1324"/>
                    <a:pt x="207" y="1053"/>
                  </a:cubicBezTo>
                </a:path>
              </a:pathLst>
            </a:custGeom>
            <a:solidFill>
              <a:srgbClr val="0070A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sp>
          <p:nvSpPr>
            <p:cNvPr id="175" name="Google Shape;175;p13"/>
            <p:cNvSpPr/>
            <p:nvPr/>
          </p:nvSpPr>
          <p:spPr>
            <a:xfrm>
              <a:off x="1284" y="672"/>
              <a:ext cx="870" cy="1045"/>
            </a:xfrm>
            <a:custGeom>
              <a:rect b="b" l="l" r="r" t="t"/>
              <a:pathLst>
                <a:path extrusionOk="0" h="391" w="326">
                  <a:moveTo>
                    <a:pt x="71" y="391"/>
                  </a:moveTo>
                  <a:cubicBezTo>
                    <a:pt x="1" y="390"/>
                    <a:pt x="1" y="390"/>
                    <a:pt x="1" y="390"/>
                  </a:cubicBezTo>
                  <a:cubicBezTo>
                    <a:pt x="2" y="324"/>
                    <a:pt x="0" y="174"/>
                    <a:pt x="0" y="172"/>
                  </a:cubicBezTo>
                  <a:cubicBezTo>
                    <a:pt x="0" y="140"/>
                    <a:pt x="0" y="43"/>
                    <a:pt x="95" y="13"/>
                  </a:cubicBezTo>
                  <a:cubicBezTo>
                    <a:pt x="132" y="1"/>
                    <a:pt x="176" y="0"/>
                    <a:pt x="223" y="8"/>
                  </a:cubicBezTo>
                  <a:cubicBezTo>
                    <a:pt x="289" y="20"/>
                    <a:pt x="326" y="77"/>
                    <a:pt x="326" y="164"/>
                  </a:cubicBezTo>
                  <a:cubicBezTo>
                    <a:pt x="326" y="385"/>
                    <a:pt x="326" y="385"/>
                    <a:pt x="326" y="385"/>
                  </a:cubicBezTo>
                  <a:cubicBezTo>
                    <a:pt x="263" y="385"/>
                    <a:pt x="263" y="385"/>
                    <a:pt x="263" y="385"/>
                  </a:cubicBezTo>
                  <a:cubicBezTo>
                    <a:pt x="263" y="164"/>
                    <a:pt x="263" y="164"/>
                    <a:pt x="263" y="164"/>
                  </a:cubicBezTo>
                  <a:cubicBezTo>
                    <a:pt x="263" y="112"/>
                    <a:pt x="240" y="86"/>
                    <a:pt x="210" y="78"/>
                  </a:cubicBezTo>
                  <a:cubicBezTo>
                    <a:pt x="176" y="69"/>
                    <a:pt x="142" y="73"/>
                    <a:pt x="117" y="80"/>
                  </a:cubicBezTo>
                  <a:cubicBezTo>
                    <a:pt x="89" y="89"/>
                    <a:pt x="71" y="108"/>
                    <a:pt x="71" y="172"/>
                  </a:cubicBezTo>
                  <a:cubicBezTo>
                    <a:pt x="71" y="178"/>
                    <a:pt x="73" y="325"/>
                    <a:pt x="71" y="391"/>
                  </a:cubicBezTo>
                </a:path>
              </a:pathLst>
            </a:custGeom>
            <a:solidFill>
              <a:srgbClr val="12AB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sp>
          <p:nvSpPr>
            <p:cNvPr id="176" name="Google Shape;176;p13"/>
            <p:cNvSpPr/>
            <p:nvPr/>
          </p:nvSpPr>
          <p:spPr>
            <a:xfrm>
              <a:off x="992" y="1429"/>
              <a:ext cx="1408" cy="927"/>
            </a:xfrm>
            <a:custGeom>
              <a:rect b="b" l="l" r="r" t="t"/>
              <a:pathLst>
                <a:path extrusionOk="0" h="347" w="527">
                  <a:moveTo>
                    <a:pt x="98" y="344"/>
                  </a:moveTo>
                  <a:cubicBezTo>
                    <a:pt x="154" y="347"/>
                    <a:pt x="392" y="347"/>
                    <a:pt x="433" y="344"/>
                  </a:cubicBezTo>
                  <a:cubicBezTo>
                    <a:pt x="507" y="337"/>
                    <a:pt x="527" y="325"/>
                    <a:pt x="524" y="231"/>
                  </a:cubicBezTo>
                  <a:cubicBezTo>
                    <a:pt x="524" y="231"/>
                    <a:pt x="524" y="98"/>
                    <a:pt x="524" y="12"/>
                  </a:cubicBezTo>
                  <a:cubicBezTo>
                    <a:pt x="399" y="5"/>
                    <a:pt x="172" y="0"/>
                    <a:pt x="97" y="7"/>
                  </a:cubicBezTo>
                  <a:cubicBezTo>
                    <a:pt x="29" y="13"/>
                    <a:pt x="0" y="31"/>
                    <a:pt x="0" y="121"/>
                  </a:cubicBezTo>
                  <a:cubicBezTo>
                    <a:pt x="1" y="258"/>
                    <a:pt x="1" y="258"/>
                    <a:pt x="1" y="258"/>
                  </a:cubicBezTo>
                  <a:cubicBezTo>
                    <a:pt x="1" y="326"/>
                    <a:pt x="23" y="341"/>
                    <a:pt x="98" y="344"/>
                  </a:cubicBez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sp>
          <p:nvSpPr>
            <p:cNvPr id="177" name="Google Shape;177;p13"/>
            <p:cNvSpPr/>
            <p:nvPr/>
          </p:nvSpPr>
          <p:spPr>
            <a:xfrm>
              <a:off x="1599" y="1621"/>
              <a:ext cx="270" cy="292"/>
            </a:xfrm>
            <a:custGeom>
              <a:rect b="b" l="l" r="r" t="t"/>
              <a:pathLst>
                <a:path extrusionOk="0" h="109" w="101">
                  <a:moveTo>
                    <a:pt x="54" y="107"/>
                  </a:moveTo>
                  <a:cubicBezTo>
                    <a:pt x="82" y="105"/>
                    <a:pt x="101" y="80"/>
                    <a:pt x="101" y="51"/>
                  </a:cubicBezTo>
                  <a:cubicBezTo>
                    <a:pt x="100" y="22"/>
                    <a:pt x="79" y="0"/>
                    <a:pt x="51" y="2"/>
                  </a:cubicBezTo>
                  <a:cubicBezTo>
                    <a:pt x="22" y="3"/>
                    <a:pt x="0" y="29"/>
                    <a:pt x="1" y="58"/>
                  </a:cubicBezTo>
                  <a:cubicBezTo>
                    <a:pt x="2" y="87"/>
                    <a:pt x="25" y="109"/>
                    <a:pt x="54" y="107"/>
                  </a:cubicBezTo>
                </a:path>
              </a:pathLst>
            </a:custGeom>
            <a:solidFill>
              <a:srgbClr val="95E61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sp>
          <p:nvSpPr>
            <p:cNvPr id="178" name="Google Shape;178;p13"/>
            <p:cNvSpPr/>
            <p:nvPr/>
          </p:nvSpPr>
          <p:spPr>
            <a:xfrm>
              <a:off x="1615" y="1878"/>
              <a:ext cx="238" cy="273"/>
            </a:xfrm>
            <a:custGeom>
              <a:rect b="b" l="l" r="r" t="t"/>
              <a:pathLst>
                <a:path extrusionOk="0" h="273" w="238">
                  <a:moveTo>
                    <a:pt x="67" y="0"/>
                  </a:moveTo>
                  <a:lnTo>
                    <a:pt x="0" y="273"/>
                  </a:lnTo>
                  <a:lnTo>
                    <a:pt x="238" y="273"/>
                  </a:lnTo>
                  <a:lnTo>
                    <a:pt x="165" y="0"/>
                  </a:lnTo>
                  <a:lnTo>
                    <a:pt x="67" y="0"/>
                  </a:lnTo>
                  <a:close/>
                </a:path>
              </a:pathLst>
            </a:custGeom>
            <a:solidFill>
              <a:srgbClr val="95E61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grpSp>
      <p:grpSp>
        <p:nvGrpSpPr>
          <p:cNvPr id="179" name="Google Shape;179;p13"/>
          <p:cNvGrpSpPr/>
          <p:nvPr/>
        </p:nvGrpSpPr>
        <p:grpSpPr>
          <a:xfrm>
            <a:off x="376729" y="5168264"/>
            <a:ext cx="1288364" cy="1201696"/>
            <a:chOff x="-60" y="-50"/>
            <a:chExt cx="996" cy="929"/>
          </a:xfrm>
        </p:grpSpPr>
        <p:sp>
          <p:nvSpPr>
            <p:cNvPr id="180" name="Google Shape;180;p13"/>
            <p:cNvSpPr/>
            <p:nvPr/>
          </p:nvSpPr>
          <p:spPr>
            <a:xfrm>
              <a:off x="-60" y="-50"/>
              <a:ext cx="996" cy="929"/>
            </a:xfrm>
            <a:custGeom>
              <a:rect b="b" l="l" r="r" t="t"/>
              <a:pathLst>
                <a:path extrusionOk="0" h="345" w="370">
                  <a:moveTo>
                    <a:pt x="54" y="269"/>
                  </a:moveTo>
                  <a:cubicBezTo>
                    <a:pt x="0" y="200"/>
                    <a:pt x="16" y="103"/>
                    <a:pt x="89" y="51"/>
                  </a:cubicBezTo>
                  <a:cubicBezTo>
                    <a:pt x="162" y="0"/>
                    <a:pt x="264" y="14"/>
                    <a:pt x="317" y="83"/>
                  </a:cubicBezTo>
                  <a:cubicBezTo>
                    <a:pt x="370" y="152"/>
                    <a:pt x="348" y="242"/>
                    <a:pt x="275" y="293"/>
                  </a:cubicBezTo>
                  <a:cubicBezTo>
                    <a:pt x="203" y="345"/>
                    <a:pt x="107" y="339"/>
                    <a:pt x="54" y="269"/>
                  </a:cubicBezTo>
                </a:path>
              </a:pathLst>
            </a:custGeom>
            <a:solidFill>
              <a:srgbClr val="14596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sp>
          <p:nvSpPr>
            <p:cNvPr id="181" name="Google Shape;181;p13"/>
            <p:cNvSpPr/>
            <p:nvPr/>
          </p:nvSpPr>
          <p:spPr>
            <a:xfrm>
              <a:off x="287" y="152"/>
              <a:ext cx="296" cy="533"/>
            </a:xfrm>
            <a:custGeom>
              <a:rect b="b" l="l" r="r" t="t"/>
              <a:pathLst>
                <a:path extrusionOk="0" h="198" w="110">
                  <a:moveTo>
                    <a:pt x="78" y="1"/>
                  </a:moveTo>
                  <a:cubicBezTo>
                    <a:pt x="60" y="0"/>
                    <a:pt x="44" y="1"/>
                    <a:pt x="31" y="2"/>
                  </a:cubicBezTo>
                  <a:cubicBezTo>
                    <a:pt x="6" y="4"/>
                    <a:pt x="0" y="14"/>
                    <a:pt x="0" y="38"/>
                  </a:cubicBezTo>
                  <a:cubicBezTo>
                    <a:pt x="0" y="53"/>
                    <a:pt x="0" y="53"/>
                    <a:pt x="0" y="53"/>
                  </a:cubicBezTo>
                  <a:cubicBezTo>
                    <a:pt x="1" y="77"/>
                    <a:pt x="4" y="166"/>
                    <a:pt x="2" y="193"/>
                  </a:cubicBezTo>
                  <a:cubicBezTo>
                    <a:pt x="9" y="195"/>
                    <a:pt x="54" y="198"/>
                    <a:pt x="78" y="196"/>
                  </a:cubicBezTo>
                  <a:cubicBezTo>
                    <a:pt x="101" y="194"/>
                    <a:pt x="110" y="190"/>
                    <a:pt x="110" y="161"/>
                  </a:cubicBezTo>
                  <a:cubicBezTo>
                    <a:pt x="110" y="29"/>
                    <a:pt x="110" y="29"/>
                    <a:pt x="110" y="29"/>
                  </a:cubicBezTo>
                  <a:cubicBezTo>
                    <a:pt x="110" y="7"/>
                    <a:pt x="103" y="2"/>
                    <a:pt x="78" y="1"/>
                  </a:cubicBez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sp>
          <p:nvSpPr>
            <p:cNvPr id="182" name="Google Shape;182;p13"/>
            <p:cNvSpPr/>
            <p:nvPr/>
          </p:nvSpPr>
          <p:spPr>
            <a:xfrm>
              <a:off x="312" y="203"/>
              <a:ext cx="247" cy="369"/>
            </a:xfrm>
            <a:custGeom>
              <a:rect b="b" l="l" r="r" t="t"/>
              <a:pathLst>
                <a:path extrusionOk="0" h="137" w="92">
                  <a:moveTo>
                    <a:pt x="90" y="137"/>
                  </a:moveTo>
                  <a:cubicBezTo>
                    <a:pt x="3" y="135"/>
                    <a:pt x="3" y="135"/>
                    <a:pt x="3" y="135"/>
                  </a:cubicBezTo>
                  <a:cubicBezTo>
                    <a:pt x="3" y="135"/>
                    <a:pt x="0" y="49"/>
                    <a:pt x="2" y="4"/>
                  </a:cubicBezTo>
                  <a:cubicBezTo>
                    <a:pt x="29" y="1"/>
                    <a:pt x="65" y="0"/>
                    <a:pt x="91" y="2"/>
                  </a:cubicBezTo>
                  <a:cubicBezTo>
                    <a:pt x="92" y="64"/>
                    <a:pt x="90" y="137"/>
                    <a:pt x="90" y="137"/>
                  </a:cubicBezTo>
                </a:path>
              </a:pathLst>
            </a:custGeom>
            <a:solidFill>
              <a:srgbClr val="00C2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sp>
          <p:nvSpPr>
            <p:cNvPr id="183" name="Google Shape;183;p13"/>
            <p:cNvSpPr/>
            <p:nvPr/>
          </p:nvSpPr>
          <p:spPr>
            <a:xfrm>
              <a:off x="411" y="596"/>
              <a:ext cx="49" cy="54"/>
            </a:xfrm>
            <a:custGeom>
              <a:rect b="b" l="l" r="r" t="t"/>
              <a:pathLst>
                <a:path extrusionOk="0" h="20" w="18">
                  <a:moveTo>
                    <a:pt x="10" y="19"/>
                  </a:moveTo>
                  <a:cubicBezTo>
                    <a:pt x="15" y="19"/>
                    <a:pt x="18" y="14"/>
                    <a:pt x="18" y="9"/>
                  </a:cubicBezTo>
                  <a:cubicBezTo>
                    <a:pt x="18" y="4"/>
                    <a:pt x="14" y="0"/>
                    <a:pt x="9" y="0"/>
                  </a:cubicBezTo>
                  <a:cubicBezTo>
                    <a:pt x="4" y="1"/>
                    <a:pt x="0" y="5"/>
                    <a:pt x="0" y="10"/>
                  </a:cubicBezTo>
                  <a:cubicBezTo>
                    <a:pt x="0" y="16"/>
                    <a:pt x="4" y="20"/>
                    <a:pt x="10" y="19"/>
                  </a:cubicBezTo>
                </a:path>
              </a:pathLst>
            </a:custGeom>
            <a:solidFill>
              <a:srgbClr val="95E61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ie Charts ">
  <p:cSld name="4 Pie Charts ">
    <p:bg>
      <p:bgPr>
        <a:solidFill>
          <a:schemeClr val="lt1"/>
        </a:solidFill>
      </p:bgPr>
    </p:bg>
    <p:spTree>
      <p:nvGrpSpPr>
        <p:cNvPr id="184" name="Shape 184"/>
        <p:cNvGrpSpPr/>
        <p:nvPr/>
      </p:nvGrpSpPr>
      <p:grpSpPr>
        <a:xfrm>
          <a:off x="0" y="0"/>
          <a:ext cx="0" cy="0"/>
          <a:chOff x="0" y="0"/>
          <a:chExt cx="0" cy="0"/>
        </a:xfrm>
      </p:grpSpPr>
      <p:sp>
        <p:nvSpPr>
          <p:cNvPr id="185" name="Google Shape;185;p14"/>
          <p:cNvSpPr/>
          <p:nvPr/>
        </p:nvSpPr>
        <p:spPr>
          <a:xfrm>
            <a:off x="0" y="1773238"/>
            <a:ext cx="12192000" cy="3023914"/>
          </a:xfrm>
          <a:prstGeom prst="rect">
            <a:avLst/>
          </a:prstGeom>
          <a:solidFill>
            <a:srgbClr val="E6E7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86" name="Google Shape;186;p14"/>
          <p:cNvSpPr/>
          <p:nvPr>
            <p:ph idx="2" type="chart"/>
          </p:nvPr>
        </p:nvSpPr>
        <p:spPr>
          <a:xfrm>
            <a:off x="6601524" y="2032333"/>
            <a:ext cx="1728192" cy="1617453"/>
          </a:xfrm>
          <a:prstGeom prst="rect">
            <a:avLst/>
          </a:prstGeom>
          <a:noFill/>
          <a:ln>
            <a:noFill/>
          </a:ln>
        </p:spPr>
        <p:txBody>
          <a:bodyPr anchorCtr="0" anchor="ctr" bIns="0" lIns="0" spcFirstLastPara="1" rIns="0" wrap="square" tIns="0">
            <a:noAutofit/>
          </a:bodyPr>
          <a:lstStyle>
            <a:lvl1pPr lvl="0" marR="0" rtl="0" algn="ctr">
              <a:lnSpc>
                <a:spcPct val="122222"/>
              </a:lnSpc>
              <a:spcBef>
                <a:spcPts val="0"/>
              </a:spcBef>
              <a:spcAft>
                <a:spcPts val="0"/>
              </a:spcAft>
              <a:buClr>
                <a:schemeClr val="dk1"/>
              </a:buClr>
              <a:buSzPts val="1800"/>
              <a:buFont typeface="Arial"/>
              <a:buNone/>
              <a:defRPr b="0" i="0" sz="1800" u="none" cap="none" strike="noStrike">
                <a:solidFill>
                  <a:schemeClr val="dk1"/>
                </a:solidFill>
                <a:latin typeface="Verdana"/>
                <a:ea typeface="Verdana"/>
                <a:cs typeface="Verdana"/>
                <a:sym typeface="Verdana"/>
              </a:defRPr>
            </a:lvl1pPr>
            <a:lvl2pPr lvl="1" marR="0" rtl="0" algn="l">
              <a:lnSpc>
                <a:spcPct val="125000"/>
              </a:lnSpc>
              <a:spcBef>
                <a:spcPts val="600"/>
              </a:spcBef>
              <a:spcAft>
                <a:spcPts val="0"/>
              </a:spcAft>
              <a:buClr>
                <a:schemeClr val="accent1"/>
              </a:buClr>
              <a:buSzPts val="1600"/>
              <a:buFont typeface="Noto Sans Symbols"/>
              <a:buChar char="▪"/>
              <a:defRPr b="0" i="0" sz="1600" u="none" cap="none" strike="noStrike">
                <a:solidFill>
                  <a:schemeClr val="dk1"/>
                </a:solidFill>
                <a:latin typeface="Verdana"/>
                <a:ea typeface="Verdana"/>
                <a:cs typeface="Verdana"/>
                <a:sym typeface="Verdana"/>
              </a:defRPr>
            </a:lvl2pPr>
            <a:lvl3pPr lvl="2" marR="0" rtl="0" algn="l">
              <a:lnSpc>
                <a:spcPct val="114285"/>
              </a:lnSpc>
              <a:spcBef>
                <a:spcPts val="600"/>
              </a:spcBef>
              <a:spcAft>
                <a:spcPts val="0"/>
              </a:spcAft>
              <a:buClr>
                <a:schemeClr val="accent1"/>
              </a:buClr>
              <a:buSzPts val="1400"/>
              <a:buFont typeface="Arial"/>
              <a:buChar char="•"/>
              <a:defRPr b="0" i="0" sz="1400" u="none" cap="none" strike="noStrike">
                <a:solidFill>
                  <a:schemeClr val="dk1"/>
                </a:solidFill>
                <a:latin typeface="Verdana"/>
                <a:ea typeface="Verdana"/>
                <a:cs typeface="Verdana"/>
                <a:sym typeface="Verdana"/>
              </a:defRPr>
            </a:lvl3pPr>
            <a:lvl4pPr lvl="3" marR="0" rtl="0" algn="l">
              <a:lnSpc>
                <a:spcPct val="90000"/>
              </a:lnSpc>
              <a:spcBef>
                <a:spcPts val="600"/>
              </a:spcBef>
              <a:spcAft>
                <a:spcPts val="0"/>
              </a:spcAft>
              <a:buClr>
                <a:schemeClr val="accent1"/>
              </a:buClr>
              <a:buSzPts val="1200"/>
              <a:buFont typeface="Arial"/>
              <a:buChar char="‒"/>
              <a:defRPr b="0" i="0" sz="1200" u="none" cap="none" strike="noStrike">
                <a:solidFill>
                  <a:schemeClr val="dk1"/>
                </a:solidFill>
                <a:latin typeface="Verdana"/>
                <a:ea typeface="Verdana"/>
                <a:cs typeface="Verdana"/>
                <a:sym typeface="Verdana"/>
              </a:defRPr>
            </a:lvl4pPr>
            <a:lvl5pPr lvl="4"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Verdana"/>
                <a:ea typeface="Verdana"/>
                <a:cs typeface="Verdana"/>
                <a:sym typeface="Verdana"/>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9pPr>
          </a:lstStyle>
          <a:p/>
        </p:txBody>
      </p:sp>
      <p:sp>
        <p:nvSpPr>
          <p:cNvPr id="187" name="Google Shape;187;p14"/>
          <p:cNvSpPr txBox="1"/>
          <p:nvPr>
            <p:ph idx="1" type="body"/>
          </p:nvPr>
        </p:nvSpPr>
        <p:spPr>
          <a:xfrm>
            <a:off x="911424" y="3717032"/>
            <a:ext cx="2376264" cy="720080"/>
          </a:xfrm>
          <a:prstGeom prst="rect">
            <a:avLst/>
          </a:prstGeom>
          <a:noFill/>
          <a:ln>
            <a:noFill/>
          </a:ln>
        </p:spPr>
        <p:txBody>
          <a:bodyPr anchorCtr="0" anchor="t" bIns="0" lIns="0" spcFirstLastPara="1" rIns="0" wrap="square" tIns="0">
            <a:noAutofit/>
          </a:bodyPr>
          <a:lstStyle>
            <a:lvl1pPr indent="-228600" lvl="0" marL="457200" algn="ctr">
              <a:lnSpc>
                <a:spcPct val="116666"/>
              </a:lnSpc>
              <a:spcBef>
                <a:spcPts val="600"/>
              </a:spcBef>
              <a:spcAft>
                <a:spcPts val="0"/>
              </a:spcAft>
              <a:buClr>
                <a:schemeClr val="dk1"/>
              </a:buClr>
              <a:buSzPts val="1200"/>
              <a:buNone/>
              <a:defRPr sz="1200"/>
            </a:lvl1pPr>
            <a:lvl2pPr indent="-304800" lvl="1" marL="914400" algn="l">
              <a:lnSpc>
                <a:spcPct val="100000"/>
              </a:lnSpc>
              <a:spcBef>
                <a:spcPts val="600"/>
              </a:spcBef>
              <a:spcAft>
                <a:spcPts val="0"/>
              </a:spcAft>
              <a:buSzPts val="1200"/>
              <a:buChar char="▪"/>
              <a:defRPr sz="1200"/>
            </a:lvl2pPr>
            <a:lvl3pPr indent="-304800" lvl="2" marL="1371600" algn="l">
              <a:lnSpc>
                <a:spcPct val="100000"/>
              </a:lnSpc>
              <a:spcBef>
                <a:spcPts val="600"/>
              </a:spcBef>
              <a:spcAft>
                <a:spcPts val="0"/>
              </a:spcAft>
              <a:buSzPts val="1200"/>
              <a:buChar char="•"/>
              <a:defRPr sz="1200"/>
            </a:lvl3pPr>
            <a:lvl4pPr indent="-304800" lvl="3" marL="1828800" algn="l">
              <a:lnSpc>
                <a:spcPct val="100000"/>
              </a:lnSpc>
              <a:spcBef>
                <a:spcPts val="600"/>
              </a:spcBef>
              <a:spcAft>
                <a:spcPts val="0"/>
              </a:spcAft>
              <a:buSzPts val="1200"/>
              <a:buChar char="‒"/>
              <a:defRPr sz="12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8" name="Google Shape;188;p14"/>
          <p:cNvSpPr/>
          <p:nvPr>
            <p:ph idx="3" type="chart"/>
          </p:nvPr>
        </p:nvSpPr>
        <p:spPr>
          <a:xfrm>
            <a:off x="1235460" y="2027570"/>
            <a:ext cx="1728192" cy="1617453"/>
          </a:xfrm>
          <a:prstGeom prst="rect">
            <a:avLst/>
          </a:prstGeom>
          <a:noFill/>
          <a:ln>
            <a:noFill/>
          </a:ln>
        </p:spPr>
        <p:txBody>
          <a:bodyPr anchorCtr="0" anchor="ctr" bIns="0" lIns="0" spcFirstLastPara="1" rIns="0" wrap="square" tIns="0">
            <a:noAutofit/>
          </a:bodyPr>
          <a:lstStyle>
            <a:lvl1pPr lvl="0" marR="0" rtl="0" algn="ctr">
              <a:lnSpc>
                <a:spcPct val="122222"/>
              </a:lnSpc>
              <a:spcBef>
                <a:spcPts val="0"/>
              </a:spcBef>
              <a:spcAft>
                <a:spcPts val="0"/>
              </a:spcAft>
              <a:buClr>
                <a:schemeClr val="dk1"/>
              </a:buClr>
              <a:buSzPts val="1800"/>
              <a:buFont typeface="Arial"/>
              <a:buNone/>
              <a:defRPr b="0" i="0" sz="1800" u="none" cap="none" strike="noStrike">
                <a:solidFill>
                  <a:schemeClr val="dk1"/>
                </a:solidFill>
                <a:latin typeface="Verdana"/>
                <a:ea typeface="Verdana"/>
                <a:cs typeface="Verdana"/>
                <a:sym typeface="Verdana"/>
              </a:defRPr>
            </a:lvl1pPr>
            <a:lvl2pPr lvl="1" marR="0" rtl="0" algn="l">
              <a:lnSpc>
                <a:spcPct val="125000"/>
              </a:lnSpc>
              <a:spcBef>
                <a:spcPts val="600"/>
              </a:spcBef>
              <a:spcAft>
                <a:spcPts val="0"/>
              </a:spcAft>
              <a:buClr>
                <a:schemeClr val="accent1"/>
              </a:buClr>
              <a:buSzPts val="1600"/>
              <a:buFont typeface="Noto Sans Symbols"/>
              <a:buChar char="▪"/>
              <a:defRPr b="0" i="0" sz="1600" u="none" cap="none" strike="noStrike">
                <a:solidFill>
                  <a:schemeClr val="dk1"/>
                </a:solidFill>
                <a:latin typeface="Verdana"/>
                <a:ea typeface="Verdana"/>
                <a:cs typeface="Verdana"/>
                <a:sym typeface="Verdana"/>
              </a:defRPr>
            </a:lvl2pPr>
            <a:lvl3pPr lvl="2" marR="0" rtl="0" algn="l">
              <a:lnSpc>
                <a:spcPct val="114285"/>
              </a:lnSpc>
              <a:spcBef>
                <a:spcPts val="600"/>
              </a:spcBef>
              <a:spcAft>
                <a:spcPts val="0"/>
              </a:spcAft>
              <a:buClr>
                <a:schemeClr val="accent1"/>
              </a:buClr>
              <a:buSzPts val="1400"/>
              <a:buFont typeface="Arial"/>
              <a:buChar char="•"/>
              <a:defRPr b="0" i="0" sz="1400" u="none" cap="none" strike="noStrike">
                <a:solidFill>
                  <a:schemeClr val="dk1"/>
                </a:solidFill>
                <a:latin typeface="Verdana"/>
                <a:ea typeface="Verdana"/>
                <a:cs typeface="Verdana"/>
                <a:sym typeface="Verdana"/>
              </a:defRPr>
            </a:lvl3pPr>
            <a:lvl4pPr lvl="3" marR="0" rtl="0" algn="l">
              <a:lnSpc>
                <a:spcPct val="90000"/>
              </a:lnSpc>
              <a:spcBef>
                <a:spcPts val="600"/>
              </a:spcBef>
              <a:spcAft>
                <a:spcPts val="0"/>
              </a:spcAft>
              <a:buClr>
                <a:schemeClr val="accent1"/>
              </a:buClr>
              <a:buSzPts val="1200"/>
              <a:buFont typeface="Arial"/>
              <a:buChar char="‒"/>
              <a:defRPr b="0" i="0" sz="1200" u="none" cap="none" strike="noStrike">
                <a:solidFill>
                  <a:schemeClr val="dk1"/>
                </a:solidFill>
                <a:latin typeface="Verdana"/>
                <a:ea typeface="Verdana"/>
                <a:cs typeface="Verdana"/>
                <a:sym typeface="Verdana"/>
              </a:defRPr>
            </a:lvl4pPr>
            <a:lvl5pPr lvl="4"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Verdana"/>
                <a:ea typeface="Verdana"/>
                <a:cs typeface="Verdana"/>
                <a:sym typeface="Verdana"/>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9pPr>
          </a:lstStyle>
          <a:p/>
        </p:txBody>
      </p:sp>
      <p:sp>
        <p:nvSpPr>
          <p:cNvPr id="189" name="Google Shape;189;p14"/>
          <p:cNvSpPr txBox="1"/>
          <p:nvPr>
            <p:ph idx="4" type="body"/>
          </p:nvPr>
        </p:nvSpPr>
        <p:spPr>
          <a:xfrm>
            <a:off x="1702767" y="2708275"/>
            <a:ext cx="864842" cy="314325"/>
          </a:xfrm>
          <a:prstGeom prst="rect">
            <a:avLst/>
          </a:prstGeom>
          <a:noFill/>
          <a:ln>
            <a:noFill/>
          </a:ln>
        </p:spPr>
        <p:txBody>
          <a:bodyPr anchorCtr="0" anchor="ctr" bIns="0" lIns="0" spcFirstLastPara="1" rIns="0" wrap="square" tIns="0">
            <a:noAutofit/>
          </a:bodyPr>
          <a:lstStyle>
            <a:lvl1pPr indent="-228600" lvl="0" marL="457200" algn="ctr">
              <a:lnSpc>
                <a:spcPct val="137500"/>
              </a:lnSpc>
              <a:spcBef>
                <a:spcPts val="0"/>
              </a:spcBef>
              <a:spcAft>
                <a:spcPts val="0"/>
              </a:spcAft>
              <a:buClr>
                <a:schemeClr val="dk1"/>
              </a:buClr>
              <a:buSzPts val="1600"/>
              <a:buNone/>
              <a:defRPr b="1" sz="1600"/>
            </a:lvl1pPr>
            <a:lvl2pPr indent="-342900" lvl="1" marL="914400" algn="l">
              <a:lnSpc>
                <a:spcPct val="111111"/>
              </a:lnSpc>
              <a:spcBef>
                <a:spcPts val="600"/>
              </a:spcBef>
              <a:spcAft>
                <a:spcPts val="0"/>
              </a:spcAft>
              <a:buSzPts val="1800"/>
              <a:buChar char="▪"/>
              <a:defRPr/>
            </a:lvl2pPr>
            <a:lvl3pPr indent="-342900" lvl="2" marL="1371600" algn="l">
              <a:lnSpc>
                <a:spcPct val="88888"/>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0" name="Google Shape;190;p14"/>
          <p:cNvSpPr txBox="1"/>
          <p:nvPr>
            <p:ph idx="5" type="body"/>
          </p:nvPr>
        </p:nvSpPr>
        <p:spPr>
          <a:xfrm>
            <a:off x="3594456" y="3717032"/>
            <a:ext cx="2376264" cy="720080"/>
          </a:xfrm>
          <a:prstGeom prst="rect">
            <a:avLst/>
          </a:prstGeom>
          <a:noFill/>
          <a:ln>
            <a:noFill/>
          </a:ln>
        </p:spPr>
        <p:txBody>
          <a:bodyPr anchorCtr="0" anchor="t" bIns="0" lIns="0" spcFirstLastPara="1" rIns="0" wrap="square" tIns="0">
            <a:noAutofit/>
          </a:bodyPr>
          <a:lstStyle>
            <a:lvl1pPr indent="-228600" lvl="0" marL="457200" algn="ctr">
              <a:lnSpc>
                <a:spcPct val="116666"/>
              </a:lnSpc>
              <a:spcBef>
                <a:spcPts val="600"/>
              </a:spcBef>
              <a:spcAft>
                <a:spcPts val="0"/>
              </a:spcAft>
              <a:buClr>
                <a:schemeClr val="dk1"/>
              </a:buClr>
              <a:buSzPts val="1200"/>
              <a:buNone/>
              <a:defRPr sz="1200"/>
            </a:lvl1pPr>
            <a:lvl2pPr indent="-304800" lvl="1" marL="914400" algn="l">
              <a:lnSpc>
                <a:spcPct val="100000"/>
              </a:lnSpc>
              <a:spcBef>
                <a:spcPts val="600"/>
              </a:spcBef>
              <a:spcAft>
                <a:spcPts val="0"/>
              </a:spcAft>
              <a:buSzPts val="1200"/>
              <a:buChar char="▪"/>
              <a:defRPr sz="1200"/>
            </a:lvl2pPr>
            <a:lvl3pPr indent="-304800" lvl="2" marL="1371600" algn="l">
              <a:lnSpc>
                <a:spcPct val="100000"/>
              </a:lnSpc>
              <a:spcBef>
                <a:spcPts val="600"/>
              </a:spcBef>
              <a:spcAft>
                <a:spcPts val="0"/>
              </a:spcAft>
              <a:buSzPts val="1200"/>
              <a:buChar char="•"/>
              <a:defRPr sz="1200"/>
            </a:lvl3pPr>
            <a:lvl4pPr indent="-304800" lvl="3" marL="1828800" algn="l">
              <a:lnSpc>
                <a:spcPct val="100000"/>
              </a:lnSpc>
              <a:spcBef>
                <a:spcPts val="600"/>
              </a:spcBef>
              <a:spcAft>
                <a:spcPts val="0"/>
              </a:spcAft>
              <a:buSzPts val="1200"/>
              <a:buChar char="‒"/>
              <a:defRPr sz="12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1" name="Google Shape;191;p14"/>
          <p:cNvSpPr/>
          <p:nvPr>
            <p:ph idx="6" type="chart"/>
          </p:nvPr>
        </p:nvSpPr>
        <p:spPr>
          <a:xfrm>
            <a:off x="3918492" y="2027570"/>
            <a:ext cx="1728192" cy="1617453"/>
          </a:xfrm>
          <a:prstGeom prst="rect">
            <a:avLst/>
          </a:prstGeom>
          <a:noFill/>
          <a:ln>
            <a:noFill/>
          </a:ln>
        </p:spPr>
        <p:txBody>
          <a:bodyPr anchorCtr="0" anchor="ctr" bIns="0" lIns="0" spcFirstLastPara="1" rIns="0" wrap="square" tIns="0">
            <a:noAutofit/>
          </a:bodyPr>
          <a:lstStyle>
            <a:lvl1pPr lvl="0" marR="0" rtl="0" algn="ctr">
              <a:lnSpc>
                <a:spcPct val="122222"/>
              </a:lnSpc>
              <a:spcBef>
                <a:spcPts val="0"/>
              </a:spcBef>
              <a:spcAft>
                <a:spcPts val="0"/>
              </a:spcAft>
              <a:buClr>
                <a:schemeClr val="dk1"/>
              </a:buClr>
              <a:buSzPts val="1800"/>
              <a:buFont typeface="Arial"/>
              <a:buNone/>
              <a:defRPr b="0" i="0" sz="1800" u="none" cap="none" strike="noStrike">
                <a:solidFill>
                  <a:schemeClr val="dk1"/>
                </a:solidFill>
                <a:latin typeface="Verdana"/>
                <a:ea typeface="Verdana"/>
                <a:cs typeface="Verdana"/>
                <a:sym typeface="Verdana"/>
              </a:defRPr>
            </a:lvl1pPr>
            <a:lvl2pPr lvl="1" marR="0" rtl="0" algn="l">
              <a:lnSpc>
                <a:spcPct val="125000"/>
              </a:lnSpc>
              <a:spcBef>
                <a:spcPts val="600"/>
              </a:spcBef>
              <a:spcAft>
                <a:spcPts val="0"/>
              </a:spcAft>
              <a:buClr>
                <a:schemeClr val="accent1"/>
              </a:buClr>
              <a:buSzPts val="1600"/>
              <a:buFont typeface="Noto Sans Symbols"/>
              <a:buChar char="▪"/>
              <a:defRPr b="0" i="0" sz="1600" u="none" cap="none" strike="noStrike">
                <a:solidFill>
                  <a:schemeClr val="dk1"/>
                </a:solidFill>
                <a:latin typeface="Verdana"/>
                <a:ea typeface="Verdana"/>
                <a:cs typeface="Verdana"/>
                <a:sym typeface="Verdana"/>
              </a:defRPr>
            </a:lvl2pPr>
            <a:lvl3pPr lvl="2" marR="0" rtl="0" algn="l">
              <a:lnSpc>
                <a:spcPct val="114285"/>
              </a:lnSpc>
              <a:spcBef>
                <a:spcPts val="600"/>
              </a:spcBef>
              <a:spcAft>
                <a:spcPts val="0"/>
              </a:spcAft>
              <a:buClr>
                <a:schemeClr val="accent1"/>
              </a:buClr>
              <a:buSzPts val="1400"/>
              <a:buFont typeface="Arial"/>
              <a:buChar char="•"/>
              <a:defRPr b="0" i="0" sz="1400" u="none" cap="none" strike="noStrike">
                <a:solidFill>
                  <a:schemeClr val="dk1"/>
                </a:solidFill>
                <a:latin typeface="Verdana"/>
                <a:ea typeface="Verdana"/>
                <a:cs typeface="Verdana"/>
                <a:sym typeface="Verdana"/>
              </a:defRPr>
            </a:lvl3pPr>
            <a:lvl4pPr lvl="3" marR="0" rtl="0" algn="l">
              <a:lnSpc>
                <a:spcPct val="90000"/>
              </a:lnSpc>
              <a:spcBef>
                <a:spcPts val="600"/>
              </a:spcBef>
              <a:spcAft>
                <a:spcPts val="0"/>
              </a:spcAft>
              <a:buClr>
                <a:schemeClr val="accent1"/>
              </a:buClr>
              <a:buSzPts val="1200"/>
              <a:buFont typeface="Arial"/>
              <a:buChar char="‒"/>
              <a:defRPr b="0" i="0" sz="1200" u="none" cap="none" strike="noStrike">
                <a:solidFill>
                  <a:schemeClr val="dk1"/>
                </a:solidFill>
                <a:latin typeface="Verdana"/>
                <a:ea typeface="Verdana"/>
                <a:cs typeface="Verdana"/>
                <a:sym typeface="Verdana"/>
              </a:defRPr>
            </a:lvl4pPr>
            <a:lvl5pPr lvl="4"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Verdana"/>
                <a:ea typeface="Verdana"/>
                <a:cs typeface="Verdana"/>
                <a:sym typeface="Verdana"/>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9pPr>
          </a:lstStyle>
          <a:p/>
        </p:txBody>
      </p:sp>
      <p:sp>
        <p:nvSpPr>
          <p:cNvPr id="192" name="Google Shape;192;p14"/>
          <p:cNvSpPr txBox="1"/>
          <p:nvPr>
            <p:ph idx="7" type="body"/>
          </p:nvPr>
        </p:nvSpPr>
        <p:spPr>
          <a:xfrm>
            <a:off x="4379763" y="2708275"/>
            <a:ext cx="864842" cy="314325"/>
          </a:xfrm>
          <a:prstGeom prst="rect">
            <a:avLst/>
          </a:prstGeom>
          <a:noFill/>
          <a:ln>
            <a:noFill/>
          </a:ln>
        </p:spPr>
        <p:txBody>
          <a:bodyPr anchorCtr="0" anchor="ctr" bIns="0" lIns="0" spcFirstLastPara="1" rIns="0" wrap="square" tIns="0">
            <a:noAutofit/>
          </a:bodyPr>
          <a:lstStyle>
            <a:lvl1pPr indent="-228600" lvl="0" marL="457200" algn="ctr">
              <a:lnSpc>
                <a:spcPct val="137500"/>
              </a:lnSpc>
              <a:spcBef>
                <a:spcPts val="0"/>
              </a:spcBef>
              <a:spcAft>
                <a:spcPts val="0"/>
              </a:spcAft>
              <a:buClr>
                <a:schemeClr val="dk1"/>
              </a:buClr>
              <a:buSzPts val="1600"/>
              <a:buNone/>
              <a:defRPr b="1" sz="1600"/>
            </a:lvl1pPr>
            <a:lvl2pPr indent="-342900" lvl="1" marL="914400" algn="l">
              <a:lnSpc>
                <a:spcPct val="111111"/>
              </a:lnSpc>
              <a:spcBef>
                <a:spcPts val="600"/>
              </a:spcBef>
              <a:spcAft>
                <a:spcPts val="0"/>
              </a:spcAft>
              <a:buSzPts val="1800"/>
              <a:buChar char="▪"/>
              <a:defRPr/>
            </a:lvl2pPr>
            <a:lvl3pPr indent="-342900" lvl="2" marL="1371600" algn="l">
              <a:lnSpc>
                <a:spcPct val="88888"/>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3" name="Google Shape;193;p14"/>
          <p:cNvSpPr txBox="1"/>
          <p:nvPr>
            <p:ph idx="8" type="body"/>
          </p:nvPr>
        </p:nvSpPr>
        <p:spPr>
          <a:xfrm>
            <a:off x="6277488" y="3717032"/>
            <a:ext cx="2376264" cy="720080"/>
          </a:xfrm>
          <a:prstGeom prst="rect">
            <a:avLst/>
          </a:prstGeom>
          <a:noFill/>
          <a:ln>
            <a:noFill/>
          </a:ln>
        </p:spPr>
        <p:txBody>
          <a:bodyPr anchorCtr="0" anchor="t" bIns="0" lIns="0" spcFirstLastPara="1" rIns="0" wrap="square" tIns="0">
            <a:noAutofit/>
          </a:bodyPr>
          <a:lstStyle>
            <a:lvl1pPr indent="-228600" lvl="0" marL="457200" algn="ctr">
              <a:lnSpc>
                <a:spcPct val="116666"/>
              </a:lnSpc>
              <a:spcBef>
                <a:spcPts val="600"/>
              </a:spcBef>
              <a:spcAft>
                <a:spcPts val="0"/>
              </a:spcAft>
              <a:buClr>
                <a:schemeClr val="dk1"/>
              </a:buClr>
              <a:buSzPts val="1200"/>
              <a:buNone/>
              <a:defRPr sz="1200"/>
            </a:lvl1pPr>
            <a:lvl2pPr indent="-304800" lvl="1" marL="914400" algn="l">
              <a:lnSpc>
                <a:spcPct val="100000"/>
              </a:lnSpc>
              <a:spcBef>
                <a:spcPts val="600"/>
              </a:spcBef>
              <a:spcAft>
                <a:spcPts val="0"/>
              </a:spcAft>
              <a:buSzPts val="1200"/>
              <a:buChar char="▪"/>
              <a:defRPr sz="1200"/>
            </a:lvl2pPr>
            <a:lvl3pPr indent="-304800" lvl="2" marL="1371600" algn="l">
              <a:lnSpc>
                <a:spcPct val="100000"/>
              </a:lnSpc>
              <a:spcBef>
                <a:spcPts val="600"/>
              </a:spcBef>
              <a:spcAft>
                <a:spcPts val="0"/>
              </a:spcAft>
              <a:buSzPts val="1200"/>
              <a:buChar char="•"/>
              <a:defRPr sz="1200"/>
            </a:lvl3pPr>
            <a:lvl4pPr indent="-304800" lvl="3" marL="1828800" algn="l">
              <a:lnSpc>
                <a:spcPct val="100000"/>
              </a:lnSpc>
              <a:spcBef>
                <a:spcPts val="600"/>
              </a:spcBef>
              <a:spcAft>
                <a:spcPts val="0"/>
              </a:spcAft>
              <a:buSzPts val="1200"/>
              <a:buChar char="‒"/>
              <a:defRPr sz="12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4" name="Google Shape;194;p14"/>
          <p:cNvSpPr txBox="1"/>
          <p:nvPr>
            <p:ph idx="9" type="body"/>
          </p:nvPr>
        </p:nvSpPr>
        <p:spPr>
          <a:xfrm>
            <a:off x="7046763" y="2708275"/>
            <a:ext cx="864842" cy="314325"/>
          </a:xfrm>
          <a:prstGeom prst="rect">
            <a:avLst/>
          </a:prstGeom>
          <a:noFill/>
          <a:ln>
            <a:noFill/>
          </a:ln>
        </p:spPr>
        <p:txBody>
          <a:bodyPr anchorCtr="0" anchor="ctr" bIns="0" lIns="0" spcFirstLastPara="1" rIns="0" wrap="square" tIns="0">
            <a:noAutofit/>
          </a:bodyPr>
          <a:lstStyle>
            <a:lvl1pPr indent="-228600" lvl="0" marL="457200" algn="ctr">
              <a:lnSpc>
                <a:spcPct val="137500"/>
              </a:lnSpc>
              <a:spcBef>
                <a:spcPts val="0"/>
              </a:spcBef>
              <a:spcAft>
                <a:spcPts val="0"/>
              </a:spcAft>
              <a:buClr>
                <a:schemeClr val="dk1"/>
              </a:buClr>
              <a:buSzPts val="1600"/>
              <a:buNone/>
              <a:defRPr b="1" sz="1600"/>
            </a:lvl1pPr>
            <a:lvl2pPr indent="-342900" lvl="1" marL="914400" algn="l">
              <a:lnSpc>
                <a:spcPct val="111111"/>
              </a:lnSpc>
              <a:spcBef>
                <a:spcPts val="600"/>
              </a:spcBef>
              <a:spcAft>
                <a:spcPts val="0"/>
              </a:spcAft>
              <a:buSzPts val="1800"/>
              <a:buChar char="▪"/>
              <a:defRPr/>
            </a:lvl2pPr>
            <a:lvl3pPr indent="-342900" lvl="2" marL="1371600" algn="l">
              <a:lnSpc>
                <a:spcPct val="88888"/>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5" name="Google Shape;195;p14"/>
          <p:cNvSpPr/>
          <p:nvPr>
            <p:ph idx="13" type="chart"/>
          </p:nvPr>
        </p:nvSpPr>
        <p:spPr>
          <a:xfrm>
            <a:off x="9284556" y="2032333"/>
            <a:ext cx="1728192" cy="1617453"/>
          </a:xfrm>
          <a:prstGeom prst="rect">
            <a:avLst/>
          </a:prstGeom>
          <a:noFill/>
          <a:ln>
            <a:noFill/>
          </a:ln>
        </p:spPr>
        <p:txBody>
          <a:bodyPr anchorCtr="0" anchor="ctr" bIns="0" lIns="0" spcFirstLastPara="1" rIns="0" wrap="square" tIns="0">
            <a:noAutofit/>
          </a:bodyPr>
          <a:lstStyle>
            <a:lvl1pPr lvl="0" marR="0" rtl="0" algn="ctr">
              <a:lnSpc>
                <a:spcPct val="122222"/>
              </a:lnSpc>
              <a:spcBef>
                <a:spcPts val="0"/>
              </a:spcBef>
              <a:spcAft>
                <a:spcPts val="0"/>
              </a:spcAft>
              <a:buClr>
                <a:schemeClr val="dk1"/>
              </a:buClr>
              <a:buSzPts val="1800"/>
              <a:buFont typeface="Arial"/>
              <a:buNone/>
              <a:defRPr b="0" i="0" sz="1800" u="none" cap="none" strike="noStrike">
                <a:solidFill>
                  <a:schemeClr val="dk1"/>
                </a:solidFill>
                <a:latin typeface="Verdana"/>
                <a:ea typeface="Verdana"/>
                <a:cs typeface="Verdana"/>
                <a:sym typeface="Verdana"/>
              </a:defRPr>
            </a:lvl1pPr>
            <a:lvl2pPr lvl="1" marR="0" rtl="0" algn="l">
              <a:lnSpc>
                <a:spcPct val="125000"/>
              </a:lnSpc>
              <a:spcBef>
                <a:spcPts val="600"/>
              </a:spcBef>
              <a:spcAft>
                <a:spcPts val="0"/>
              </a:spcAft>
              <a:buClr>
                <a:schemeClr val="accent1"/>
              </a:buClr>
              <a:buSzPts val="1600"/>
              <a:buFont typeface="Noto Sans Symbols"/>
              <a:buChar char="▪"/>
              <a:defRPr b="0" i="0" sz="1600" u="none" cap="none" strike="noStrike">
                <a:solidFill>
                  <a:schemeClr val="dk1"/>
                </a:solidFill>
                <a:latin typeface="Verdana"/>
                <a:ea typeface="Verdana"/>
                <a:cs typeface="Verdana"/>
                <a:sym typeface="Verdana"/>
              </a:defRPr>
            </a:lvl2pPr>
            <a:lvl3pPr lvl="2" marR="0" rtl="0" algn="l">
              <a:lnSpc>
                <a:spcPct val="114285"/>
              </a:lnSpc>
              <a:spcBef>
                <a:spcPts val="600"/>
              </a:spcBef>
              <a:spcAft>
                <a:spcPts val="0"/>
              </a:spcAft>
              <a:buClr>
                <a:schemeClr val="accent1"/>
              </a:buClr>
              <a:buSzPts val="1400"/>
              <a:buFont typeface="Arial"/>
              <a:buChar char="•"/>
              <a:defRPr b="0" i="0" sz="1400" u="none" cap="none" strike="noStrike">
                <a:solidFill>
                  <a:schemeClr val="dk1"/>
                </a:solidFill>
                <a:latin typeface="Verdana"/>
                <a:ea typeface="Verdana"/>
                <a:cs typeface="Verdana"/>
                <a:sym typeface="Verdana"/>
              </a:defRPr>
            </a:lvl3pPr>
            <a:lvl4pPr lvl="3" marR="0" rtl="0" algn="l">
              <a:lnSpc>
                <a:spcPct val="90000"/>
              </a:lnSpc>
              <a:spcBef>
                <a:spcPts val="600"/>
              </a:spcBef>
              <a:spcAft>
                <a:spcPts val="0"/>
              </a:spcAft>
              <a:buClr>
                <a:schemeClr val="accent1"/>
              </a:buClr>
              <a:buSzPts val="1200"/>
              <a:buFont typeface="Arial"/>
              <a:buChar char="‒"/>
              <a:defRPr b="0" i="0" sz="1200" u="none" cap="none" strike="noStrike">
                <a:solidFill>
                  <a:schemeClr val="dk1"/>
                </a:solidFill>
                <a:latin typeface="Verdana"/>
                <a:ea typeface="Verdana"/>
                <a:cs typeface="Verdana"/>
                <a:sym typeface="Verdana"/>
              </a:defRPr>
            </a:lvl4pPr>
            <a:lvl5pPr lvl="4"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Verdana"/>
                <a:ea typeface="Verdana"/>
                <a:cs typeface="Verdana"/>
                <a:sym typeface="Verdana"/>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9pPr>
          </a:lstStyle>
          <a:p/>
        </p:txBody>
      </p:sp>
      <p:sp>
        <p:nvSpPr>
          <p:cNvPr id="196" name="Google Shape;196;p14"/>
          <p:cNvSpPr txBox="1"/>
          <p:nvPr>
            <p:ph idx="14" type="body"/>
          </p:nvPr>
        </p:nvSpPr>
        <p:spPr>
          <a:xfrm>
            <a:off x="8960520" y="3717032"/>
            <a:ext cx="2376264" cy="720080"/>
          </a:xfrm>
          <a:prstGeom prst="rect">
            <a:avLst/>
          </a:prstGeom>
          <a:noFill/>
          <a:ln>
            <a:noFill/>
          </a:ln>
        </p:spPr>
        <p:txBody>
          <a:bodyPr anchorCtr="0" anchor="t" bIns="0" lIns="0" spcFirstLastPara="1" rIns="0" wrap="square" tIns="0">
            <a:noAutofit/>
          </a:bodyPr>
          <a:lstStyle>
            <a:lvl1pPr indent="-228600" lvl="0" marL="457200" algn="ctr">
              <a:lnSpc>
                <a:spcPct val="116666"/>
              </a:lnSpc>
              <a:spcBef>
                <a:spcPts val="600"/>
              </a:spcBef>
              <a:spcAft>
                <a:spcPts val="0"/>
              </a:spcAft>
              <a:buClr>
                <a:schemeClr val="dk1"/>
              </a:buClr>
              <a:buSzPts val="1200"/>
              <a:buNone/>
              <a:defRPr sz="1200"/>
            </a:lvl1pPr>
            <a:lvl2pPr indent="-304800" lvl="1" marL="914400" algn="l">
              <a:lnSpc>
                <a:spcPct val="100000"/>
              </a:lnSpc>
              <a:spcBef>
                <a:spcPts val="600"/>
              </a:spcBef>
              <a:spcAft>
                <a:spcPts val="0"/>
              </a:spcAft>
              <a:buSzPts val="1200"/>
              <a:buChar char="▪"/>
              <a:defRPr sz="1200"/>
            </a:lvl2pPr>
            <a:lvl3pPr indent="-304800" lvl="2" marL="1371600" algn="l">
              <a:lnSpc>
                <a:spcPct val="100000"/>
              </a:lnSpc>
              <a:spcBef>
                <a:spcPts val="600"/>
              </a:spcBef>
              <a:spcAft>
                <a:spcPts val="0"/>
              </a:spcAft>
              <a:buSzPts val="1200"/>
              <a:buChar char="•"/>
              <a:defRPr sz="1200"/>
            </a:lvl3pPr>
            <a:lvl4pPr indent="-304800" lvl="3" marL="1828800" algn="l">
              <a:lnSpc>
                <a:spcPct val="100000"/>
              </a:lnSpc>
              <a:spcBef>
                <a:spcPts val="600"/>
              </a:spcBef>
              <a:spcAft>
                <a:spcPts val="0"/>
              </a:spcAft>
              <a:buSzPts val="1200"/>
              <a:buChar char="‒"/>
              <a:defRPr sz="12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7" name="Google Shape;197;p14"/>
          <p:cNvSpPr txBox="1"/>
          <p:nvPr>
            <p:ph idx="15" type="body"/>
          </p:nvPr>
        </p:nvSpPr>
        <p:spPr>
          <a:xfrm>
            <a:off x="9751863" y="2708275"/>
            <a:ext cx="864842" cy="314325"/>
          </a:xfrm>
          <a:prstGeom prst="rect">
            <a:avLst/>
          </a:prstGeom>
          <a:noFill/>
          <a:ln>
            <a:noFill/>
          </a:ln>
        </p:spPr>
        <p:txBody>
          <a:bodyPr anchorCtr="0" anchor="ctr" bIns="0" lIns="0" spcFirstLastPara="1" rIns="0" wrap="square" tIns="0">
            <a:noAutofit/>
          </a:bodyPr>
          <a:lstStyle>
            <a:lvl1pPr indent="-228600" lvl="0" marL="457200" algn="ctr">
              <a:lnSpc>
                <a:spcPct val="137500"/>
              </a:lnSpc>
              <a:spcBef>
                <a:spcPts val="0"/>
              </a:spcBef>
              <a:spcAft>
                <a:spcPts val="0"/>
              </a:spcAft>
              <a:buClr>
                <a:schemeClr val="dk1"/>
              </a:buClr>
              <a:buSzPts val="1600"/>
              <a:buNone/>
              <a:defRPr b="1" sz="1600"/>
            </a:lvl1pPr>
            <a:lvl2pPr indent="-342900" lvl="1" marL="914400" algn="l">
              <a:lnSpc>
                <a:spcPct val="111111"/>
              </a:lnSpc>
              <a:spcBef>
                <a:spcPts val="600"/>
              </a:spcBef>
              <a:spcAft>
                <a:spcPts val="0"/>
              </a:spcAft>
              <a:buSzPts val="1800"/>
              <a:buChar char="▪"/>
              <a:defRPr/>
            </a:lvl2pPr>
            <a:lvl3pPr indent="-342900" lvl="2" marL="1371600" algn="l">
              <a:lnSpc>
                <a:spcPct val="88888"/>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8" name="Google Shape;198;p14"/>
          <p:cNvSpPr txBox="1"/>
          <p:nvPr>
            <p:ph idx="16" type="body"/>
          </p:nvPr>
        </p:nvSpPr>
        <p:spPr>
          <a:xfrm>
            <a:off x="1127448" y="5308653"/>
            <a:ext cx="1656184" cy="576064"/>
          </a:xfrm>
          <a:prstGeom prst="rect">
            <a:avLst/>
          </a:prstGeom>
          <a:noFill/>
          <a:ln>
            <a:noFill/>
          </a:ln>
        </p:spPr>
        <p:txBody>
          <a:bodyPr anchorCtr="0" anchor="ctr" bIns="0" lIns="0" spcFirstLastPara="1" rIns="0" wrap="square" tIns="0">
            <a:noAutofit/>
          </a:bodyPr>
          <a:lstStyle>
            <a:lvl1pPr indent="-228600" lvl="0" marL="457200" algn="ctr">
              <a:lnSpc>
                <a:spcPct val="114285"/>
              </a:lnSpc>
              <a:spcBef>
                <a:spcPts val="0"/>
              </a:spcBef>
              <a:spcAft>
                <a:spcPts val="0"/>
              </a:spcAft>
              <a:buClr>
                <a:srgbClr val="2B0A3D"/>
              </a:buClr>
              <a:buSzPts val="2800"/>
              <a:buNone/>
              <a:defRPr b="1" sz="2800">
                <a:solidFill>
                  <a:srgbClr val="2B0A3D"/>
                </a:solidFill>
              </a:defRPr>
            </a:lvl1pPr>
            <a:lvl2pPr indent="-304800" lvl="1" marL="914400" algn="l">
              <a:lnSpc>
                <a:spcPct val="100000"/>
              </a:lnSpc>
              <a:spcBef>
                <a:spcPts val="600"/>
              </a:spcBef>
              <a:spcAft>
                <a:spcPts val="0"/>
              </a:spcAft>
              <a:buSzPts val="1200"/>
              <a:buChar char="▪"/>
              <a:defRPr sz="1200"/>
            </a:lvl2pPr>
            <a:lvl3pPr indent="-304800" lvl="2" marL="1371600" algn="l">
              <a:lnSpc>
                <a:spcPct val="100000"/>
              </a:lnSpc>
              <a:spcBef>
                <a:spcPts val="600"/>
              </a:spcBef>
              <a:spcAft>
                <a:spcPts val="0"/>
              </a:spcAft>
              <a:buSzPts val="1200"/>
              <a:buChar char="•"/>
              <a:defRPr sz="1200"/>
            </a:lvl3pPr>
            <a:lvl4pPr indent="-304800" lvl="3" marL="1828800" algn="l">
              <a:lnSpc>
                <a:spcPct val="100000"/>
              </a:lnSpc>
              <a:spcBef>
                <a:spcPts val="600"/>
              </a:spcBef>
              <a:spcAft>
                <a:spcPts val="0"/>
              </a:spcAft>
              <a:buSzPts val="1200"/>
              <a:buChar char="‒"/>
              <a:defRPr sz="12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9" name="Google Shape;199;p14"/>
          <p:cNvSpPr txBox="1"/>
          <p:nvPr>
            <p:ph idx="17" type="body"/>
          </p:nvPr>
        </p:nvSpPr>
        <p:spPr>
          <a:xfrm>
            <a:off x="2883395" y="5163112"/>
            <a:ext cx="8399412" cy="867147"/>
          </a:xfrm>
          <a:prstGeom prst="rect">
            <a:avLst/>
          </a:prstGeom>
          <a:noFill/>
          <a:ln>
            <a:noFill/>
          </a:ln>
        </p:spPr>
        <p:txBody>
          <a:bodyPr anchorCtr="0" anchor="ctr" bIns="0" lIns="0" spcFirstLastPara="1" rIns="0" wrap="square" tIns="0">
            <a:noAutofit/>
          </a:bodyPr>
          <a:lstStyle>
            <a:lvl1pPr indent="-228600" lvl="0" marL="457200" algn="l">
              <a:lnSpc>
                <a:spcPct val="112500"/>
              </a:lnSpc>
              <a:spcBef>
                <a:spcPts val="600"/>
              </a:spcBef>
              <a:spcAft>
                <a:spcPts val="0"/>
              </a:spcAft>
              <a:buClr>
                <a:schemeClr val="dk1"/>
              </a:buClr>
              <a:buSzPts val="1600"/>
              <a:buNone/>
              <a:defRPr sz="1600"/>
            </a:lvl1pPr>
            <a:lvl2pPr indent="-304800" lvl="1" marL="914400" algn="l">
              <a:lnSpc>
                <a:spcPct val="100000"/>
              </a:lnSpc>
              <a:spcBef>
                <a:spcPts val="600"/>
              </a:spcBef>
              <a:spcAft>
                <a:spcPts val="0"/>
              </a:spcAft>
              <a:buSzPts val="1200"/>
              <a:buChar char="▪"/>
              <a:defRPr sz="1200"/>
            </a:lvl2pPr>
            <a:lvl3pPr indent="-304800" lvl="2" marL="1371600" algn="l">
              <a:lnSpc>
                <a:spcPct val="100000"/>
              </a:lnSpc>
              <a:spcBef>
                <a:spcPts val="600"/>
              </a:spcBef>
              <a:spcAft>
                <a:spcPts val="0"/>
              </a:spcAft>
              <a:buSzPts val="1200"/>
              <a:buChar char="•"/>
              <a:defRPr sz="1200"/>
            </a:lvl3pPr>
            <a:lvl4pPr indent="-304800" lvl="3" marL="1828800" algn="l">
              <a:lnSpc>
                <a:spcPct val="100000"/>
              </a:lnSpc>
              <a:spcBef>
                <a:spcPts val="600"/>
              </a:spcBef>
              <a:spcAft>
                <a:spcPts val="0"/>
              </a:spcAft>
              <a:buSzPts val="1200"/>
              <a:buChar char="‒"/>
              <a:defRPr sz="12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0" name="Google Shape;200;p14"/>
          <p:cNvSpPr txBox="1"/>
          <p:nvPr>
            <p:ph type="title"/>
          </p:nvPr>
        </p:nvSpPr>
        <p:spPr>
          <a:xfrm>
            <a:off x="407988" y="404813"/>
            <a:ext cx="11016604" cy="863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2"/>
              </a:buClr>
              <a:buSzPts val="2600"/>
              <a:buFont typeface="Verdana"/>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1" name="Google Shape;201;p14"/>
          <p:cNvSpPr/>
          <p:nvPr/>
        </p:nvSpPr>
        <p:spPr>
          <a:xfrm>
            <a:off x="11784013" y="6555758"/>
            <a:ext cx="242375"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rgbClr val="7F7F7F"/>
                </a:solidFill>
                <a:latin typeface="Verdana"/>
                <a:ea typeface="Verdana"/>
                <a:cs typeface="Verdana"/>
                <a:sym typeface="Verdana"/>
              </a:rPr>
              <a:t>‹#›</a:t>
            </a:fld>
            <a:endParaRPr sz="800">
              <a:solidFill>
                <a:srgbClr val="7F7F7F"/>
              </a:solidFill>
              <a:latin typeface="Verdana"/>
              <a:ea typeface="Verdana"/>
              <a:cs typeface="Verdana"/>
              <a:sym typeface="Verdana"/>
            </a:endParaRPr>
          </a:p>
        </p:txBody>
      </p:sp>
      <p:cxnSp>
        <p:nvCxnSpPr>
          <p:cNvPr id="202" name="Google Shape;202;p14"/>
          <p:cNvCxnSpPr/>
          <p:nvPr/>
        </p:nvCxnSpPr>
        <p:spPr>
          <a:xfrm rot="10800000">
            <a:off x="3283674" y="6587911"/>
            <a:ext cx="0" cy="155576"/>
          </a:xfrm>
          <a:prstGeom prst="straightConnector1">
            <a:avLst/>
          </a:prstGeom>
          <a:solidFill>
            <a:schemeClr val="dk1"/>
          </a:solidFill>
          <a:ln cap="rnd" cmpd="sng" w="12700">
            <a:solidFill>
              <a:schemeClr val="accent2"/>
            </a:solidFill>
            <a:prstDash val="solid"/>
            <a:round/>
            <a:headEnd len="sm" w="sm" type="none"/>
            <a:tailEnd len="sm" w="sm" type="none"/>
          </a:ln>
        </p:spPr>
      </p:cxnSp>
      <p:sp>
        <p:nvSpPr>
          <p:cNvPr id="203" name="Google Shape;203;p14">
            <a:hlinkClick r:id="rId2"/>
          </p:cNvPr>
          <p:cNvSpPr/>
          <p:nvPr/>
        </p:nvSpPr>
        <p:spPr>
          <a:xfrm>
            <a:off x="407988" y="6555971"/>
            <a:ext cx="2829007" cy="219456"/>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lang="en-US" sz="800">
                <a:solidFill>
                  <a:srgbClr val="00458D"/>
                </a:solidFill>
                <a:latin typeface="Verdana"/>
                <a:ea typeface="Verdana"/>
                <a:cs typeface="Verdana"/>
                <a:sym typeface="Verdana"/>
              </a:rPr>
              <a:t>Presentation Title | Author | Date</a:t>
            </a:r>
            <a:endParaRPr/>
          </a:p>
        </p:txBody>
      </p:sp>
      <p:sp>
        <p:nvSpPr>
          <p:cNvPr id="204" name="Google Shape;204;p14"/>
          <p:cNvSpPr/>
          <p:nvPr/>
        </p:nvSpPr>
        <p:spPr>
          <a:xfrm>
            <a:off x="3411379" y="6555758"/>
            <a:ext cx="222368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800">
                <a:solidFill>
                  <a:srgbClr val="767676"/>
                </a:solidFill>
                <a:latin typeface="Verdana"/>
                <a:ea typeface="Verdana"/>
                <a:cs typeface="Verdana"/>
                <a:sym typeface="Verdana"/>
              </a:rPr>
              <a:t>© 2017 Capgemini. All rights reserved.</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s">
  <p:cSld name="3 columns">
    <p:bg>
      <p:bgPr>
        <a:solidFill>
          <a:schemeClr val="lt1"/>
        </a:solidFill>
      </p:bgPr>
    </p:bg>
    <p:spTree>
      <p:nvGrpSpPr>
        <p:cNvPr id="205" name="Shape 205"/>
        <p:cNvGrpSpPr/>
        <p:nvPr/>
      </p:nvGrpSpPr>
      <p:grpSpPr>
        <a:xfrm>
          <a:off x="0" y="0"/>
          <a:ext cx="0" cy="0"/>
          <a:chOff x="0" y="0"/>
          <a:chExt cx="0" cy="0"/>
        </a:xfrm>
      </p:grpSpPr>
      <p:sp>
        <p:nvSpPr>
          <p:cNvPr id="206" name="Google Shape;206;p15"/>
          <p:cNvSpPr/>
          <p:nvPr/>
        </p:nvSpPr>
        <p:spPr>
          <a:xfrm rot="-5400000">
            <a:off x="8823521" y="-1667562"/>
            <a:ext cx="1706401" cy="5030555"/>
          </a:xfrm>
          <a:prstGeom prst="rect">
            <a:avLst/>
          </a:prstGeom>
          <a:noFill/>
          <a:ln>
            <a:noFill/>
          </a:ln>
        </p:spPr>
      </p:sp>
      <p:sp>
        <p:nvSpPr>
          <p:cNvPr id="207" name="Google Shape;207;p15"/>
          <p:cNvSpPr/>
          <p:nvPr/>
        </p:nvSpPr>
        <p:spPr>
          <a:xfrm>
            <a:off x="407988" y="2423886"/>
            <a:ext cx="3524250" cy="4046888"/>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08" name="Google Shape;208;p15"/>
          <p:cNvSpPr/>
          <p:nvPr/>
        </p:nvSpPr>
        <p:spPr>
          <a:xfrm>
            <a:off x="4333875" y="2423886"/>
            <a:ext cx="3524250" cy="4046888"/>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09" name="Google Shape;209;p15"/>
          <p:cNvSpPr/>
          <p:nvPr/>
        </p:nvSpPr>
        <p:spPr>
          <a:xfrm>
            <a:off x="8259763" y="2406300"/>
            <a:ext cx="3524250" cy="4046888"/>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10" name="Google Shape;210;p15"/>
          <p:cNvSpPr txBox="1"/>
          <p:nvPr>
            <p:ph idx="1" type="body"/>
          </p:nvPr>
        </p:nvSpPr>
        <p:spPr>
          <a:xfrm>
            <a:off x="725016" y="3332368"/>
            <a:ext cx="2890194" cy="645047"/>
          </a:xfrm>
          <a:prstGeom prst="rect">
            <a:avLst/>
          </a:prstGeom>
          <a:noFill/>
          <a:ln>
            <a:noFill/>
          </a:ln>
        </p:spPr>
        <p:txBody>
          <a:bodyPr anchorCtr="0" anchor="ctr" bIns="0" lIns="0" spcFirstLastPara="1" rIns="0" wrap="square" tIns="0">
            <a:noAutofit/>
          </a:bodyPr>
          <a:lstStyle>
            <a:lvl1pPr indent="-228600" lvl="0" marL="457200" algn="l">
              <a:lnSpc>
                <a:spcPct val="112500"/>
              </a:lnSpc>
              <a:spcBef>
                <a:spcPts val="0"/>
              </a:spcBef>
              <a:spcAft>
                <a:spcPts val="0"/>
              </a:spcAft>
              <a:buClr>
                <a:srgbClr val="12ABDB"/>
              </a:buClr>
              <a:buSzPts val="1600"/>
              <a:buNone/>
              <a:defRPr b="1" sz="1600">
                <a:solidFill>
                  <a:srgbClr val="12ABDB"/>
                </a:solidFill>
              </a:defRPr>
            </a:lvl1pPr>
            <a:lvl2pPr indent="-317500" lvl="1" marL="914400" algn="l">
              <a:lnSpc>
                <a:spcPct val="142857"/>
              </a:lnSpc>
              <a:spcBef>
                <a:spcPts val="600"/>
              </a:spcBef>
              <a:spcAft>
                <a:spcPts val="0"/>
              </a:spcAft>
              <a:buSzPts val="1400"/>
              <a:buChar char="▪"/>
              <a:defRPr sz="1400"/>
            </a:lvl2pPr>
            <a:lvl3pPr indent="-304800" lvl="2" marL="1371600" algn="l">
              <a:lnSpc>
                <a:spcPct val="133333"/>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600"/>
              </a:spcBef>
              <a:spcAft>
                <a:spcPts val="0"/>
              </a:spcAft>
              <a:buClr>
                <a:schemeClr val="dk1"/>
              </a:buClr>
              <a:buSzPts val="1100"/>
              <a:buChar char="•"/>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1" name="Google Shape;211;p15"/>
          <p:cNvSpPr txBox="1"/>
          <p:nvPr>
            <p:ph idx="2" type="body"/>
          </p:nvPr>
        </p:nvSpPr>
        <p:spPr>
          <a:xfrm>
            <a:off x="725016" y="4079992"/>
            <a:ext cx="2874219" cy="1711208"/>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400"/>
              <a:buNone/>
              <a:defRPr sz="1400"/>
            </a:lvl1pPr>
            <a:lvl2pPr indent="-304800" lvl="1" marL="914400" algn="l">
              <a:lnSpc>
                <a:spcPct val="116666"/>
              </a:lnSpc>
              <a:spcBef>
                <a:spcPts val="600"/>
              </a:spcBef>
              <a:spcAft>
                <a:spcPts val="0"/>
              </a:spcAft>
              <a:buSzPts val="1200"/>
              <a:buChar char="▪"/>
              <a:defRPr sz="1200"/>
            </a:lvl2pPr>
            <a:lvl3pPr indent="-298450" lvl="2" marL="1371600" algn="l">
              <a:lnSpc>
                <a:spcPct val="118181"/>
              </a:lnSpc>
              <a:spcBef>
                <a:spcPts val="600"/>
              </a:spcBef>
              <a:spcAft>
                <a:spcPts val="0"/>
              </a:spcAft>
              <a:buSzPts val="1100"/>
              <a:buChar char="•"/>
              <a:defRPr sz="1100"/>
            </a:lvl3pPr>
            <a:lvl4pPr indent="-292100" lvl="3" marL="1828800" algn="l">
              <a:lnSpc>
                <a:spcPct val="120000"/>
              </a:lnSpc>
              <a:spcBef>
                <a:spcPts val="600"/>
              </a:spcBef>
              <a:spcAft>
                <a:spcPts val="0"/>
              </a:spcAft>
              <a:buSzPts val="1000"/>
              <a:buChar char="‒"/>
              <a:defRPr sz="10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2" name="Google Shape;212;p15"/>
          <p:cNvSpPr txBox="1"/>
          <p:nvPr>
            <p:ph idx="3" type="body"/>
          </p:nvPr>
        </p:nvSpPr>
        <p:spPr>
          <a:xfrm>
            <a:off x="4650903" y="3332368"/>
            <a:ext cx="2890194" cy="645047"/>
          </a:xfrm>
          <a:prstGeom prst="rect">
            <a:avLst/>
          </a:prstGeom>
          <a:noFill/>
          <a:ln>
            <a:noFill/>
          </a:ln>
        </p:spPr>
        <p:txBody>
          <a:bodyPr anchorCtr="0" anchor="ctr" bIns="0" lIns="0" spcFirstLastPara="1" rIns="0" wrap="square" tIns="0">
            <a:noAutofit/>
          </a:bodyPr>
          <a:lstStyle>
            <a:lvl1pPr indent="-228600" lvl="0" marL="457200" algn="l">
              <a:lnSpc>
                <a:spcPct val="112500"/>
              </a:lnSpc>
              <a:spcBef>
                <a:spcPts val="0"/>
              </a:spcBef>
              <a:spcAft>
                <a:spcPts val="0"/>
              </a:spcAft>
              <a:buClr>
                <a:srgbClr val="FF304C"/>
              </a:buClr>
              <a:buSzPts val="1600"/>
              <a:buNone/>
              <a:defRPr b="1" sz="1600">
                <a:solidFill>
                  <a:srgbClr val="FF304C"/>
                </a:solidFill>
              </a:defRPr>
            </a:lvl1pPr>
            <a:lvl2pPr indent="-317500" lvl="1" marL="914400" algn="l">
              <a:lnSpc>
                <a:spcPct val="142857"/>
              </a:lnSpc>
              <a:spcBef>
                <a:spcPts val="600"/>
              </a:spcBef>
              <a:spcAft>
                <a:spcPts val="0"/>
              </a:spcAft>
              <a:buSzPts val="1400"/>
              <a:buChar char="▪"/>
              <a:defRPr sz="1400"/>
            </a:lvl2pPr>
            <a:lvl3pPr indent="-304800" lvl="2" marL="1371600" algn="l">
              <a:lnSpc>
                <a:spcPct val="133333"/>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600"/>
              </a:spcBef>
              <a:spcAft>
                <a:spcPts val="0"/>
              </a:spcAft>
              <a:buClr>
                <a:schemeClr val="dk1"/>
              </a:buClr>
              <a:buSzPts val="1100"/>
              <a:buChar char="•"/>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3" name="Google Shape;213;p15"/>
          <p:cNvSpPr txBox="1"/>
          <p:nvPr>
            <p:ph idx="4" type="body"/>
          </p:nvPr>
        </p:nvSpPr>
        <p:spPr>
          <a:xfrm>
            <a:off x="8576791" y="3332368"/>
            <a:ext cx="2890194" cy="645047"/>
          </a:xfrm>
          <a:prstGeom prst="rect">
            <a:avLst/>
          </a:prstGeom>
          <a:noFill/>
          <a:ln>
            <a:noFill/>
          </a:ln>
        </p:spPr>
        <p:txBody>
          <a:bodyPr anchorCtr="0" anchor="ctr" bIns="0" lIns="0" spcFirstLastPara="1" rIns="0" wrap="square" tIns="0">
            <a:noAutofit/>
          </a:bodyPr>
          <a:lstStyle>
            <a:lvl1pPr indent="-228600" lvl="0" marL="457200" algn="l">
              <a:lnSpc>
                <a:spcPct val="112500"/>
              </a:lnSpc>
              <a:spcBef>
                <a:spcPts val="0"/>
              </a:spcBef>
              <a:spcAft>
                <a:spcPts val="0"/>
              </a:spcAft>
              <a:buClr>
                <a:srgbClr val="2C004B"/>
              </a:buClr>
              <a:buSzPts val="1600"/>
              <a:buNone/>
              <a:defRPr b="1" sz="1600">
                <a:solidFill>
                  <a:srgbClr val="2C004B"/>
                </a:solidFill>
              </a:defRPr>
            </a:lvl1pPr>
            <a:lvl2pPr indent="-317500" lvl="1" marL="914400" algn="l">
              <a:lnSpc>
                <a:spcPct val="142857"/>
              </a:lnSpc>
              <a:spcBef>
                <a:spcPts val="600"/>
              </a:spcBef>
              <a:spcAft>
                <a:spcPts val="0"/>
              </a:spcAft>
              <a:buSzPts val="1400"/>
              <a:buChar char="▪"/>
              <a:defRPr sz="1400"/>
            </a:lvl2pPr>
            <a:lvl3pPr indent="-304800" lvl="2" marL="1371600" algn="l">
              <a:lnSpc>
                <a:spcPct val="133333"/>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600"/>
              </a:spcBef>
              <a:spcAft>
                <a:spcPts val="0"/>
              </a:spcAft>
              <a:buClr>
                <a:schemeClr val="dk1"/>
              </a:buClr>
              <a:buSzPts val="1100"/>
              <a:buChar char="•"/>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4" name="Google Shape;214;p15"/>
          <p:cNvSpPr txBox="1"/>
          <p:nvPr>
            <p:ph idx="5" type="body"/>
          </p:nvPr>
        </p:nvSpPr>
        <p:spPr>
          <a:xfrm>
            <a:off x="8498131" y="295729"/>
            <a:ext cx="2927906" cy="8763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600"/>
              <a:buNone/>
              <a:defRPr b="1" sz="1600"/>
            </a:lvl1pPr>
            <a:lvl2pPr indent="-330200" lvl="1" marL="914400" algn="l">
              <a:lnSpc>
                <a:spcPct val="100000"/>
              </a:lnSpc>
              <a:spcBef>
                <a:spcPts val="600"/>
              </a:spcBef>
              <a:spcAft>
                <a:spcPts val="0"/>
              </a:spcAft>
              <a:buSzPts val="1600"/>
              <a:buChar char="▪"/>
              <a:defRPr sz="1600"/>
            </a:lvl2pPr>
            <a:lvl3pPr indent="-330200" lvl="2" marL="1371600" algn="l">
              <a:lnSpc>
                <a:spcPct val="100000"/>
              </a:lnSpc>
              <a:spcBef>
                <a:spcPts val="600"/>
              </a:spcBef>
              <a:spcAft>
                <a:spcPts val="0"/>
              </a:spcAft>
              <a:buSzPts val="1600"/>
              <a:buChar char="•"/>
              <a:defRPr sz="1600"/>
            </a:lvl3pPr>
            <a:lvl4pPr indent="-330200" lvl="3" marL="1828800" algn="l">
              <a:lnSpc>
                <a:spcPct val="100000"/>
              </a:lnSpc>
              <a:spcBef>
                <a:spcPts val="600"/>
              </a:spcBef>
              <a:spcAft>
                <a:spcPts val="0"/>
              </a:spcAft>
              <a:buSzPts val="1600"/>
              <a:buChar char="‒"/>
              <a:defRPr sz="1600"/>
            </a:lvl4pPr>
            <a:lvl5pPr indent="-330200" lvl="4" marL="2286000" algn="l">
              <a:lnSpc>
                <a:spcPct val="100000"/>
              </a:lnSpc>
              <a:spcBef>
                <a:spcPts val="600"/>
              </a:spcBef>
              <a:spcAft>
                <a:spcPts val="0"/>
              </a:spcAft>
              <a:buClr>
                <a:schemeClr val="dk1"/>
              </a:buClr>
              <a:buSzPts val="1600"/>
              <a:buChar char="•"/>
              <a:defRPr sz="16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5" name="Google Shape;215;p15"/>
          <p:cNvSpPr/>
          <p:nvPr/>
        </p:nvSpPr>
        <p:spPr>
          <a:xfrm>
            <a:off x="11491419" y="164829"/>
            <a:ext cx="424356" cy="459624"/>
          </a:xfrm>
          <a:prstGeom prst="rect">
            <a:avLst/>
          </a:prstGeom>
          <a:noFill/>
          <a:ln>
            <a:noFill/>
          </a:ln>
        </p:spPr>
      </p:sp>
      <p:sp>
        <p:nvSpPr>
          <p:cNvPr id="216" name="Google Shape;216;p15"/>
          <p:cNvSpPr txBox="1"/>
          <p:nvPr>
            <p:ph type="title"/>
          </p:nvPr>
        </p:nvSpPr>
        <p:spPr>
          <a:xfrm>
            <a:off x="407988" y="404813"/>
            <a:ext cx="6477232" cy="863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2"/>
              </a:buClr>
              <a:buSzPts val="2600"/>
              <a:buFont typeface="Verdana"/>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7" name="Google Shape;217;p15"/>
          <p:cNvSpPr/>
          <p:nvPr/>
        </p:nvSpPr>
        <p:spPr>
          <a:xfrm>
            <a:off x="11784013" y="6555758"/>
            <a:ext cx="242375"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rgbClr val="7F7F7F"/>
                </a:solidFill>
                <a:latin typeface="Verdana"/>
                <a:ea typeface="Verdana"/>
                <a:cs typeface="Verdana"/>
                <a:sym typeface="Verdana"/>
              </a:rPr>
              <a:t>‹#›</a:t>
            </a:fld>
            <a:endParaRPr sz="800">
              <a:solidFill>
                <a:srgbClr val="7F7F7F"/>
              </a:solidFill>
              <a:latin typeface="Verdana"/>
              <a:ea typeface="Verdana"/>
              <a:cs typeface="Verdana"/>
              <a:sym typeface="Verdana"/>
            </a:endParaRPr>
          </a:p>
        </p:txBody>
      </p:sp>
      <p:cxnSp>
        <p:nvCxnSpPr>
          <p:cNvPr id="218" name="Google Shape;218;p15"/>
          <p:cNvCxnSpPr/>
          <p:nvPr/>
        </p:nvCxnSpPr>
        <p:spPr>
          <a:xfrm rot="10800000">
            <a:off x="3283674" y="6587911"/>
            <a:ext cx="0" cy="155576"/>
          </a:xfrm>
          <a:prstGeom prst="straightConnector1">
            <a:avLst/>
          </a:prstGeom>
          <a:solidFill>
            <a:schemeClr val="dk1"/>
          </a:solidFill>
          <a:ln cap="rnd" cmpd="sng" w="12700">
            <a:solidFill>
              <a:schemeClr val="accent2"/>
            </a:solidFill>
            <a:prstDash val="solid"/>
            <a:round/>
            <a:headEnd len="sm" w="sm" type="none"/>
            <a:tailEnd len="sm" w="sm" type="none"/>
          </a:ln>
        </p:spPr>
      </p:cxnSp>
      <p:sp>
        <p:nvSpPr>
          <p:cNvPr id="219" name="Google Shape;219;p15">
            <a:hlinkClick r:id="rId2"/>
          </p:cNvPr>
          <p:cNvSpPr/>
          <p:nvPr/>
        </p:nvSpPr>
        <p:spPr>
          <a:xfrm>
            <a:off x="407988" y="6555971"/>
            <a:ext cx="2829007" cy="219456"/>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lang="en-US" sz="800">
                <a:solidFill>
                  <a:srgbClr val="00458D"/>
                </a:solidFill>
                <a:latin typeface="Verdana"/>
                <a:ea typeface="Verdana"/>
                <a:cs typeface="Verdana"/>
                <a:sym typeface="Verdana"/>
              </a:rPr>
              <a:t>Presentation Title | Author | Date</a:t>
            </a:r>
            <a:endParaRPr/>
          </a:p>
        </p:txBody>
      </p:sp>
      <p:sp>
        <p:nvSpPr>
          <p:cNvPr id="220" name="Google Shape;220;p15"/>
          <p:cNvSpPr/>
          <p:nvPr/>
        </p:nvSpPr>
        <p:spPr>
          <a:xfrm>
            <a:off x="3411379" y="6555758"/>
            <a:ext cx="222368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800">
                <a:solidFill>
                  <a:srgbClr val="767676"/>
                </a:solidFill>
                <a:latin typeface="Verdana"/>
                <a:ea typeface="Verdana"/>
                <a:cs typeface="Verdana"/>
                <a:sym typeface="Verdana"/>
              </a:rPr>
              <a:t>© 2017 Capgemini. All rights reserved.</a:t>
            </a:r>
            <a:endParaRPr/>
          </a:p>
        </p:txBody>
      </p:sp>
      <p:sp>
        <p:nvSpPr>
          <p:cNvPr id="221" name="Google Shape;221;p15"/>
          <p:cNvSpPr txBox="1"/>
          <p:nvPr>
            <p:ph idx="6" type="body"/>
          </p:nvPr>
        </p:nvSpPr>
        <p:spPr>
          <a:xfrm>
            <a:off x="4666878" y="4079992"/>
            <a:ext cx="2874219" cy="1711208"/>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400"/>
              <a:buNone/>
              <a:defRPr sz="1400"/>
            </a:lvl1pPr>
            <a:lvl2pPr indent="-304800" lvl="1" marL="914400" algn="l">
              <a:lnSpc>
                <a:spcPct val="116666"/>
              </a:lnSpc>
              <a:spcBef>
                <a:spcPts val="600"/>
              </a:spcBef>
              <a:spcAft>
                <a:spcPts val="0"/>
              </a:spcAft>
              <a:buClr>
                <a:schemeClr val="accent4"/>
              </a:buClr>
              <a:buSzPts val="1200"/>
              <a:buChar char="▪"/>
              <a:defRPr sz="1200"/>
            </a:lvl2pPr>
            <a:lvl3pPr indent="-298450" lvl="2" marL="1371600" algn="l">
              <a:lnSpc>
                <a:spcPct val="118181"/>
              </a:lnSpc>
              <a:spcBef>
                <a:spcPts val="600"/>
              </a:spcBef>
              <a:spcAft>
                <a:spcPts val="0"/>
              </a:spcAft>
              <a:buClr>
                <a:schemeClr val="accent4"/>
              </a:buClr>
              <a:buSzPts val="1100"/>
              <a:buChar char="•"/>
              <a:defRPr sz="1100"/>
            </a:lvl3pPr>
            <a:lvl4pPr indent="-292100" lvl="3" marL="1828800" algn="l">
              <a:lnSpc>
                <a:spcPct val="120000"/>
              </a:lnSpc>
              <a:spcBef>
                <a:spcPts val="600"/>
              </a:spcBef>
              <a:spcAft>
                <a:spcPts val="0"/>
              </a:spcAft>
              <a:buClr>
                <a:schemeClr val="accent4"/>
              </a:buClr>
              <a:buSzPts val="1000"/>
              <a:buChar char="‒"/>
              <a:defRPr sz="10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2" name="Google Shape;222;p15"/>
          <p:cNvSpPr txBox="1"/>
          <p:nvPr>
            <p:ph idx="7" type="body"/>
          </p:nvPr>
        </p:nvSpPr>
        <p:spPr>
          <a:xfrm>
            <a:off x="8592766" y="4079992"/>
            <a:ext cx="2874219" cy="1711208"/>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400"/>
              <a:buNone/>
              <a:defRPr sz="1400"/>
            </a:lvl1pPr>
            <a:lvl2pPr indent="-304800" lvl="1" marL="914400" algn="l">
              <a:lnSpc>
                <a:spcPct val="116666"/>
              </a:lnSpc>
              <a:spcBef>
                <a:spcPts val="600"/>
              </a:spcBef>
              <a:spcAft>
                <a:spcPts val="0"/>
              </a:spcAft>
              <a:buClr>
                <a:schemeClr val="accent3"/>
              </a:buClr>
              <a:buSzPts val="1200"/>
              <a:buChar char="▪"/>
              <a:defRPr sz="1200"/>
            </a:lvl2pPr>
            <a:lvl3pPr indent="-298450" lvl="2" marL="1371600" algn="l">
              <a:lnSpc>
                <a:spcPct val="118181"/>
              </a:lnSpc>
              <a:spcBef>
                <a:spcPts val="600"/>
              </a:spcBef>
              <a:spcAft>
                <a:spcPts val="0"/>
              </a:spcAft>
              <a:buClr>
                <a:schemeClr val="accent3"/>
              </a:buClr>
              <a:buSzPts val="1100"/>
              <a:buChar char="•"/>
              <a:defRPr sz="1100"/>
            </a:lvl3pPr>
            <a:lvl4pPr indent="-292100" lvl="3" marL="1828800" algn="l">
              <a:lnSpc>
                <a:spcPct val="120000"/>
              </a:lnSpc>
              <a:spcBef>
                <a:spcPts val="600"/>
              </a:spcBef>
              <a:spcAft>
                <a:spcPts val="0"/>
              </a:spcAft>
              <a:buClr>
                <a:schemeClr val="accent3"/>
              </a:buClr>
              <a:buSzPts val="1000"/>
              <a:buChar char="‒"/>
              <a:defRPr sz="10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bullets with highlights">
  <p:cSld name="3 bullets with highlights">
    <p:bg>
      <p:bgPr>
        <a:solidFill>
          <a:schemeClr val="lt1"/>
        </a:solidFill>
      </p:bgPr>
    </p:bg>
    <p:spTree>
      <p:nvGrpSpPr>
        <p:cNvPr id="223" name="Shape 223"/>
        <p:cNvGrpSpPr/>
        <p:nvPr/>
      </p:nvGrpSpPr>
      <p:grpSpPr>
        <a:xfrm>
          <a:off x="0" y="0"/>
          <a:ext cx="0" cy="0"/>
          <a:chOff x="0" y="0"/>
          <a:chExt cx="0" cy="0"/>
        </a:xfrm>
      </p:grpSpPr>
      <p:sp>
        <p:nvSpPr>
          <p:cNvPr id="224" name="Google Shape;224;p16"/>
          <p:cNvSpPr/>
          <p:nvPr/>
        </p:nvSpPr>
        <p:spPr>
          <a:xfrm>
            <a:off x="5563594" y="4734095"/>
            <a:ext cx="1204015" cy="1137595"/>
          </a:xfrm>
          <a:custGeom>
            <a:rect b="b" l="l" r="r" t="t"/>
            <a:pathLst>
              <a:path extrusionOk="0" h="3131423" w="3314252">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5" name="Google Shape;225;p16"/>
          <p:cNvSpPr/>
          <p:nvPr/>
        </p:nvSpPr>
        <p:spPr>
          <a:xfrm>
            <a:off x="5563595" y="2944149"/>
            <a:ext cx="1204015" cy="1137595"/>
          </a:xfrm>
          <a:custGeom>
            <a:rect b="b" l="l" r="r" t="t"/>
            <a:pathLst>
              <a:path extrusionOk="0" h="3131423" w="3314252">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FF304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6" name="Google Shape;226;p16"/>
          <p:cNvSpPr/>
          <p:nvPr/>
        </p:nvSpPr>
        <p:spPr>
          <a:xfrm>
            <a:off x="5516146" y="1186056"/>
            <a:ext cx="1204015" cy="1137595"/>
          </a:xfrm>
          <a:custGeom>
            <a:rect b="b" l="l" r="r" t="t"/>
            <a:pathLst>
              <a:path extrusionOk="0" h="3131423" w="3314252">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12AB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7" name="Google Shape;227;p16"/>
          <p:cNvSpPr/>
          <p:nvPr/>
        </p:nvSpPr>
        <p:spPr>
          <a:xfrm>
            <a:off x="-1" y="0"/>
            <a:ext cx="4749299" cy="6858000"/>
          </a:xfrm>
          <a:prstGeom prst="rect">
            <a:avLst/>
          </a:prstGeom>
          <a:solidFill>
            <a:srgbClr val="E6E7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8" name="Google Shape;228;p16"/>
          <p:cNvSpPr/>
          <p:nvPr/>
        </p:nvSpPr>
        <p:spPr>
          <a:xfrm rot="-3578492">
            <a:off x="-510401" y="-999749"/>
            <a:ext cx="4694967" cy="4418573"/>
          </a:xfrm>
          <a:custGeom>
            <a:rect b="b" l="l" r="r" t="t"/>
            <a:pathLst>
              <a:path extrusionOk="0" h="6332069" w="6728158">
                <a:moveTo>
                  <a:pt x="0" y="6332069"/>
                </a:moveTo>
                <a:lnTo>
                  <a:pt x="6728158" y="6332069"/>
                </a:lnTo>
                <a:lnTo>
                  <a:pt x="6728158" y="5480387"/>
                </a:lnTo>
                <a:lnTo>
                  <a:pt x="3518172" y="0"/>
                </a:lnTo>
                <a:lnTo>
                  <a:pt x="0" y="2060673"/>
                </a:lnTo>
                <a:close/>
              </a:path>
            </a:pathLst>
          </a:custGeom>
          <a:noFill/>
          <a:ln>
            <a:noFill/>
          </a:ln>
        </p:spPr>
      </p:sp>
      <p:sp>
        <p:nvSpPr>
          <p:cNvPr id="229" name="Google Shape;229;p16"/>
          <p:cNvSpPr txBox="1"/>
          <p:nvPr>
            <p:ph idx="1" type="body"/>
          </p:nvPr>
        </p:nvSpPr>
        <p:spPr>
          <a:xfrm>
            <a:off x="5713875" y="1525457"/>
            <a:ext cx="863263" cy="482705"/>
          </a:xfrm>
          <a:prstGeom prst="rect">
            <a:avLst/>
          </a:prstGeom>
          <a:noFill/>
          <a:ln>
            <a:noFill/>
          </a:ln>
        </p:spPr>
        <p:txBody>
          <a:bodyPr anchorCtr="0" anchor="ctr" bIns="0" lIns="0" spcFirstLastPara="1" rIns="0" wrap="square" tIns="0">
            <a:noAutofit/>
          </a:bodyPr>
          <a:lstStyle>
            <a:lvl1pPr indent="-228600" lvl="0" marL="457200" algn="ctr">
              <a:lnSpc>
                <a:spcPct val="115384"/>
              </a:lnSpc>
              <a:spcBef>
                <a:spcPts val="0"/>
              </a:spcBef>
              <a:spcAft>
                <a:spcPts val="0"/>
              </a:spcAft>
              <a:buClr>
                <a:srgbClr val="2C004B"/>
              </a:buClr>
              <a:buSzPts val="2600"/>
              <a:buNone/>
              <a:defRPr b="0" sz="2600">
                <a:solidFill>
                  <a:srgbClr val="2C004B"/>
                </a:solidFill>
              </a:defRPr>
            </a:lvl1pPr>
            <a:lvl2pPr indent="-317500" lvl="1" marL="914400" algn="l">
              <a:lnSpc>
                <a:spcPct val="142857"/>
              </a:lnSpc>
              <a:spcBef>
                <a:spcPts val="600"/>
              </a:spcBef>
              <a:spcAft>
                <a:spcPts val="0"/>
              </a:spcAft>
              <a:buSzPts val="1400"/>
              <a:buChar char="▪"/>
              <a:defRPr sz="1400"/>
            </a:lvl2pPr>
            <a:lvl3pPr indent="-304800" lvl="2" marL="1371600" algn="l">
              <a:lnSpc>
                <a:spcPct val="133333"/>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600"/>
              </a:spcBef>
              <a:spcAft>
                <a:spcPts val="0"/>
              </a:spcAft>
              <a:buClr>
                <a:schemeClr val="dk1"/>
              </a:buClr>
              <a:buSzPts val="1100"/>
              <a:buChar char="•"/>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0" name="Google Shape;230;p16"/>
          <p:cNvSpPr txBox="1"/>
          <p:nvPr>
            <p:ph idx="2" type="body"/>
          </p:nvPr>
        </p:nvSpPr>
        <p:spPr>
          <a:xfrm>
            <a:off x="5713875" y="3284120"/>
            <a:ext cx="863263" cy="482705"/>
          </a:xfrm>
          <a:prstGeom prst="rect">
            <a:avLst/>
          </a:prstGeom>
          <a:noFill/>
          <a:ln>
            <a:noFill/>
          </a:ln>
        </p:spPr>
        <p:txBody>
          <a:bodyPr anchorCtr="0" anchor="ctr" bIns="0" lIns="0" spcFirstLastPara="1" rIns="0" wrap="square" tIns="0">
            <a:noAutofit/>
          </a:bodyPr>
          <a:lstStyle>
            <a:lvl1pPr indent="-228600" lvl="0" marL="457200" algn="ctr">
              <a:lnSpc>
                <a:spcPct val="115384"/>
              </a:lnSpc>
              <a:spcBef>
                <a:spcPts val="0"/>
              </a:spcBef>
              <a:spcAft>
                <a:spcPts val="0"/>
              </a:spcAft>
              <a:buClr>
                <a:srgbClr val="2C004B"/>
              </a:buClr>
              <a:buSzPts val="2600"/>
              <a:buNone/>
              <a:defRPr b="0" sz="2600">
                <a:solidFill>
                  <a:srgbClr val="2C004B"/>
                </a:solidFill>
              </a:defRPr>
            </a:lvl1pPr>
            <a:lvl2pPr indent="-317500" lvl="1" marL="914400" algn="l">
              <a:lnSpc>
                <a:spcPct val="142857"/>
              </a:lnSpc>
              <a:spcBef>
                <a:spcPts val="600"/>
              </a:spcBef>
              <a:spcAft>
                <a:spcPts val="0"/>
              </a:spcAft>
              <a:buSzPts val="1400"/>
              <a:buChar char="▪"/>
              <a:defRPr sz="1400"/>
            </a:lvl2pPr>
            <a:lvl3pPr indent="-304800" lvl="2" marL="1371600" algn="l">
              <a:lnSpc>
                <a:spcPct val="133333"/>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600"/>
              </a:spcBef>
              <a:spcAft>
                <a:spcPts val="0"/>
              </a:spcAft>
              <a:buClr>
                <a:schemeClr val="dk1"/>
              </a:buClr>
              <a:buSzPts val="1100"/>
              <a:buChar char="•"/>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1" name="Google Shape;231;p16"/>
          <p:cNvSpPr txBox="1"/>
          <p:nvPr>
            <p:ph idx="3" type="body"/>
          </p:nvPr>
        </p:nvSpPr>
        <p:spPr>
          <a:xfrm>
            <a:off x="5713875" y="5061942"/>
            <a:ext cx="863263" cy="482705"/>
          </a:xfrm>
          <a:prstGeom prst="rect">
            <a:avLst/>
          </a:prstGeom>
          <a:noFill/>
          <a:ln>
            <a:noFill/>
          </a:ln>
        </p:spPr>
        <p:txBody>
          <a:bodyPr anchorCtr="0" anchor="ctr" bIns="0" lIns="0" spcFirstLastPara="1" rIns="0" wrap="square" tIns="0">
            <a:noAutofit/>
          </a:bodyPr>
          <a:lstStyle>
            <a:lvl1pPr indent="-228600" lvl="0" marL="457200" algn="ctr">
              <a:lnSpc>
                <a:spcPct val="115384"/>
              </a:lnSpc>
              <a:spcBef>
                <a:spcPts val="0"/>
              </a:spcBef>
              <a:spcAft>
                <a:spcPts val="0"/>
              </a:spcAft>
              <a:buClr>
                <a:srgbClr val="2C004B"/>
              </a:buClr>
              <a:buSzPts val="2600"/>
              <a:buNone/>
              <a:defRPr b="0" sz="2600">
                <a:solidFill>
                  <a:srgbClr val="2C004B"/>
                </a:solidFill>
              </a:defRPr>
            </a:lvl1pPr>
            <a:lvl2pPr indent="-317500" lvl="1" marL="914400" algn="l">
              <a:lnSpc>
                <a:spcPct val="142857"/>
              </a:lnSpc>
              <a:spcBef>
                <a:spcPts val="600"/>
              </a:spcBef>
              <a:spcAft>
                <a:spcPts val="0"/>
              </a:spcAft>
              <a:buSzPts val="1400"/>
              <a:buChar char="▪"/>
              <a:defRPr sz="1400"/>
            </a:lvl2pPr>
            <a:lvl3pPr indent="-304800" lvl="2" marL="1371600" algn="l">
              <a:lnSpc>
                <a:spcPct val="133333"/>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600"/>
              </a:spcBef>
              <a:spcAft>
                <a:spcPts val="0"/>
              </a:spcAft>
              <a:buClr>
                <a:schemeClr val="dk1"/>
              </a:buClr>
              <a:buSzPts val="1100"/>
              <a:buChar char="•"/>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2" name="Google Shape;232;p16"/>
          <p:cNvSpPr txBox="1"/>
          <p:nvPr>
            <p:ph idx="4" type="body"/>
          </p:nvPr>
        </p:nvSpPr>
        <p:spPr>
          <a:xfrm>
            <a:off x="426716" y="3367132"/>
            <a:ext cx="3670826" cy="2993216"/>
          </a:xfrm>
          <a:prstGeom prst="rect">
            <a:avLst/>
          </a:prstGeom>
          <a:noFill/>
          <a:ln>
            <a:noFill/>
          </a:ln>
        </p:spPr>
        <p:txBody>
          <a:bodyPr anchorCtr="0" anchor="t" bIns="0" lIns="0" spcFirstLastPara="1" rIns="0" wrap="square" tIns="0">
            <a:noAutofit/>
          </a:bodyPr>
          <a:lstStyle>
            <a:lvl1pPr indent="-228600" lvl="0" marL="457200" algn="l">
              <a:lnSpc>
                <a:spcPct val="122222"/>
              </a:lnSpc>
              <a:spcBef>
                <a:spcPts val="0"/>
              </a:spcBef>
              <a:spcAft>
                <a:spcPts val="0"/>
              </a:spcAft>
              <a:buClr>
                <a:schemeClr val="dk1"/>
              </a:buClr>
              <a:buSzPts val="1800"/>
              <a:buNone/>
              <a:defRPr sz="1800"/>
            </a:lvl1pPr>
            <a:lvl2pPr indent="-330200" lvl="1" marL="914400" algn="l">
              <a:lnSpc>
                <a:spcPct val="112500"/>
              </a:lnSpc>
              <a:spcBef>
                <a:spcPts val="600"/>
              </a:spcBef>
              <a:spcAft>
                <a:spcPts val="0"/>
              </a:spcAft>
              <a:buClr>
                <a:schemeClr val="accent3"/>
              </a:buClr>
              <a:buSzPts val="1600"/>
              <a:buChar char="▪"/>
              <a:defRPr sz="1600"/>
            </a:lvl2pPr>
            <a:lvl3pPr indent="-317500" lvl="2" marL="1371600" algn="l">
              <a:lnSpc>
                <a:spcPct val="114285"/>
              </a:lnSpc>
              <a:spcBef>
                <a:spcPts val="600"/>
              </a:spcBef>
              <a:spcAft>
                <a:spcPts val="0"/>
              </a:spcAft>
              <a:buClr>
                <a:schemeClr val="accent3"/>
              </a:buClr>
              <a:buSzPts val="1400"/>
              <a:buChar char="•"/>
              <a:defRPr sz="1400"/>
            </a:lvl3pPr>
            <a:lvl4pPr indent="-304800" lvl="3" marL="1828800" algn="l">
              <a:lnSpc>
                <a:spcPct val="116666"/>
              </a:lnSpc>
              <a:spcBef>
                <a:spcPts val="600"/>
              </a:spcBef>
              <a:spcAft>
                <a:spcPts val="0"/>
              </a:spcAft>
              <a:buClr>
                <a:schemeClr val="accent3"/>
              </a:buClr>
              <a:buSzPts val="1200"/>
              <a:buChar char="‒"/>
              <a:defRPr sz="12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3" name="Google Shape;233;p16"/>
          <p:cNvSpPr txBox="1"/>
          <p:nvPr>
            <p:ph type="title"/>
          </p:nvPr>
        </p:nvSpPr>
        <p:spPr>
          <a:xfrm>
            <a:off x="407988" y="404812"/>
            <a:ext cx="2663676" cy="1584027"/>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lt1"/>
              </a:buClr>
              <a:buSzPts val="2600"/>
              <a:buFont typeface="Verdana"/>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4" name="Google Shape;234;p16"/>
          <p:cNvSpPr txBox="1"/>
          <p:nvPr>
            <p:ph idx="5" type="body"/>
          </p:nvPr>
        </p:nvSpPr>
        <p:spPr>
          <a:xfrm>
            <a:off x="6917889" y="825195"/>
            <a:ext cx="4866123" cy="412363"/>
          </a:xfrm>
          <a:prstGeom prst="rect">
            <a:avLst/>
          </a:prstGeom>
          <a:noFill/>
          <a:ln>
            <a:noFill/>
          </a:ln>
        </p:spPr>
        <p:txBody>
          <a:bodyPr anchorCtr="0" anchor="ctr" bIns="0" lIns="0" spcFirstLastPara="1" rIns="0" wrap="square" tIns="0">
            <a:noAutofit/>
          </a:bodyPr>
          <a:lstStyle>
            <a:lvl1pPr indent="-228600" lvl="0" marL="457200" algn="l">
              <a:lnSpc>
                <a:spcPct val="122222"/>
              </a:lnSpc>
              <a:spcBef>
                <a:spcPts val="0"/>
              </a:spcBef>
              <a:spcAft>
                <a:spcPts val="0"/>
              </a:spcAft>
              <a:buClr>
                <a:schemeClr val="dk2"/>
              </a:buClr>
              <a:buSzPts val="1800"/>
              <a:buNone/>
              <a:defRPr b="0" sz="1800">
                <a:solidFill>
                  <a:schemeClr val="dk2"/>
                </a:solidFill>
              </a:defRPr>
            </a:lvl1pPr>
            <a:lvl2pPr indent="-317500" lvl="1" marL="914400" algn="l">
              <a:lnSpc>
                <a:spcPct val="142857"/>
              </a:lnSpc>
              <a:spcBef>
                <a:spcPts val="600"/>
              </a:spcBef>
              <a:spcAft>
                <a:spcPts val="0"/>
              </a:spcAft>
              <a:buSzPts val="1400"/>
              <a:buChar char="▪"/>
              <a:defRPr sz="1400"/>
            </a:lvl2pPr>
            <a:lvl3pPr indent="-304800" lvl="2" marL="1371600" algn="l">
              <a:lnSpc>
                <a:spcPct val="133333"/>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600"/>
              </a:spcBef>
              <a:spcAft>
                <a:spcPts val="0"/>
              </a:spcAft>
              <a:buClr>
                <a:schemeClr val="dk1"/>
              </a:buClr>
              <a:buSzPts val="1100"/>
              <a:buChar char="•"/>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5" name="Google Shape;235;p16"/>
          <p:cNvSpPr txBox="1"/>
          <p:nvPr>
            <p:ph idx="6" type="body"/>
          </p:nvPr>
        </p:nvSpPr>
        <p:spPr>
          <a:xfrm>
            <a:off x="6917889" y="1268413"/>
            <a:ext cx="4866123" cy="996793"/>
          </a:xfrm>
          <a:prstGeom prst="rect">
            <a:avLst/>
          </a:prstGeom>
          <a:noFill/>
          <a:ln>
            <a:noFill/>
          </a:ln>
        </p:spPr>
        <p:txBody>
          <a:bodyPr anchorCtr="0" anchor="t"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04800" lvl="1" marL="914400" algn="l">
              <a:lnSpc>
                <a:spcPct val="116666"/>
              </a:lnSpc>
              <a:spcBef>
                <a:spcPts val="600"/>
              </a:spcBef>
              <a:spcAft>
                <a:spcPts val="0"/>
              </a:spcAft>
              <a:buClr>
                <a:schemeClr val="accent3"/>
              </a:buClr>
              <a:buSzPts val="1200"/>
              <a:buChar char="▪"/>
              <a:defRPr sz="1200">
                <a:solidFill>
                  <a:schemeClr val="dk1"/>
                </a:solidFill>
              </a:defRPr>
            </a:lvl2pPr>
            <a:lvl3pPr indent="-304800" lvl="2" marL="1371600" algn="l">
              <a:lnSpc>
                <a:spcPct val="116666"/>
              </a:lnSpc>
              <a:spcBef>
                <a:spcPts val="600"/>
              </a:spcBef>
              <a:spcAft>
                <a:spcPts val="0"/>
              </a:spcAft>
              <a:buClr>
                <a:schemeClr val="accent3"/>
              </a:buClr>
              <a:buSzPts val="1200"/>
              <a:buChar char="•"/>
              <a:defRPr sz="1200">
                <a:solidFill>
                  <a:schemeClr val="dk1"/>
                </a:solidFill>
              </a:defRPr>
            </a:lvl3pPr>
            <a:lvl4pPr indent="-298450" lvl="3" marL="1828800" algn="l">
              <a:lnSpc>
                <a:spcPct val="109090"/>
              </a:lnSpc>
              <a:spcBef>
                <a:spcPts val="600"/>
              </a:spcBef>
              <a:spcAft>
                <a:spcPts val="0"/>
              </a:spcAft>
              <a:buClr>
                <a:schemeClr val="accent3"/>
              </a:buClr>
              <a:buSzPts val="1100"/>
              <a:buChar char="‒"/>
              <a:defRPr sz="1100">
                <a:solidFill>
                  <a:schemeClr val="dk1"/>
                </a:solidFill>
              </a:defRPr>
            </a:lvl4pPr>
            <a:lvl5pPr indent="-304800" lvl="4" marL="2286000" algn="l">
              <a:lnSpc>
                <a:spcPct val="100000"/>
              </a:lnSpc>
              <a:spcBef>
                <a:spcPts val="600"/>
              </a:spcBef>
              <a:spcAft>
                <a:spcPts val="0"/>
              </a:spcAft>
              <a:buClr>
                <a:schemeClr val="dk1"/>
              </a:buClr>
              <a:buSzPts val="1200"/>
              <a:buChar char="•"/>
              <a:defRPr sz="12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6" name="Google Shape;236;p16"/>
          <p:cNvSpPr txBox="1"/>
          <p:nvPr>
            <p:ph idx="7" type="body"/>
          </p:nvPr>
        </p:nvSpPr>
        <p:spPr>
          <a:xfrm>
            <a:off x="6917889" y="2583858"/>
            <a:ext cx="4866123" cy="412363"/>
          </a:xfrm>
          <a:prstGeom prst="rect">
            <a:avLst/>
          </a:prstGeom>
          <a:noFill/>
          <a:ln>
            <a:noFill/>
          </a:ln>
        </p:spPr>
        <p:txBody>
          <a:bodyPr anchorCtr="0" anchor="ctr" bIns="0" lIns="0" spcFirstLastPara="1" rIns="0" wrap="square" tIns="0">
            <a:noAutofit/>
          </a:bodyPr>
          <a:lstStyle>
            <a:lvl1pPr indent="-228600" lvl="0" marL="457200" algn="l">
              <a:lnSpc>
                <a:spcPct val="122222"/>
              </a:lnSpc>
              <a:spcBef>
                <a:spcPts val="0"/>
              </a:spcBef>
              <a:spcAft>
                <a:spcPts val="0"/>
              </a:spcAft>
              <a:buClr>
                <a:schemeClr val="dk2"/>
              </a:buClr>
              <a:buSzPts val="1800"/>
              <a:buNone/>
              <a:defRPr b="0" sz="1800">
                <a:solidFill>
                  <a:schemeClr val="dk2"/>
                </a:solidFill>
              </a:defRPr>
            </a:lvl1pPr>
            <a:lvl2pPr indent="-317500" lvl="1" marL="914400" algn="l">
              <a:lnSpc>
                <a:spcPct val="142857"/>
              </a:lnSpc>
              <a:spcBef>
                <a:spcPts val="600"/>
              </a:spcBef>
              <a:spcAft>
                <a:spcPts val="0"/>
              </a:spcAft>
              <a:buSzPts val="1400"/>
              <a:buChar char="▪"/>
              <a:defRPr sz="1400"/>
            </a:lvl2pPr>
            <a:lvl3pPr indent="-304800" lvl="2" marL="1371600" algn="l">
              <a:lnSpc>
                <a:spcPct val="133333"/>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600"/>
              </a:spcBef>
              <a:spcAft>
                <a:spcPts val="0"/>
              </a:spcAft>
              <a:buClr>
                <a:schemeClr val="dk1"/>
              </a:buClr>
              <a:buSzPts val="1100"/>
              <a:buChar char="•"/>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7" name="Google Shape;237;p16"/>
          <p:cNvSpPr txBox="1"/>
          <p:nvPr>
            <p:ph idx="8" type="body"/>
          </p:nvPr>
        </p:nvSpPr>
        <p:spPr>
          <a:xfrm>
            <a:off x="6917889" y="3027076"/>
            <a:ext cx="4866123" cy="996793"/>
          </a:xfrm>
          <a:prstGeom prst="rect">
            <a:avLst/>
          </a:prstGeom>
          <a:noFill/>
          <a:ln>
            <a:noFill/>
          </a:ln>
        </p:spPr>
        <p:txBody>
          <a:bodyPr anchorCtr="0" anchor="t"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04800" lvl="1" marL="914400" algn="l">
              <a:lnSpc>
                <a:spcPct val="116666"/>
              </a:lnSpc>
              <a:spcBef>
                <a:spcPts val="600"/>
              </a:spcBef>
              <a:spcAft>
                <a:spcPts val="0"/>
              </a:spcAft>
              <a:buClr>
                <a:schemeClr val="accent3"/>
              </a:buClr>
              <a:buSzPts val="1200"/>
              <a:buChar char="▪"/>
              <a:defRPr sz="1200">
                <a:solidFill>
                  <a:schemeClr val="dk1"/>
                </a:solidFill>
              </a:defRPr>
            </a:lvl2pPr>
            <a:lvl3pPr indent="-304800" lvl="2" marL="1371600" algn="l">
              <a:lnSpc>
                <a:spcPct val="116666"/>
              </a:lnSpc>
              <a:spcBef>
                <a:spcPts val="600"/>
              </a:spcBef>
              <a:spcAft>
                <a:spcPts val="0"/>
              </a:spcAft>
              <a:buClr>
                <a:schemeClr val="accent3"/>
              </a:buClr>
              <a:buSzPts val="1200"/>
              <a:buChar char="•"/>
              <a:defRPr sz="1200">
                <a:solidFill>
                  <a:schemeClr val="dk1"/>
                </a:solidFill>
              </a:defRPr>
            </a:lvl3pPr>
            <a:lvl4pPr indent="-298450" lvl="3" marL="1828800" algn="l">
              <a:lnSpc>
                <a:spcPct val="109090"/>
              </a:lnSpc>
              <a:spcBef>
                <a:spcPts val="600"/>
              </a:spcBef>
              <a:spcAft>
                <a:spcPts val="0"/>
              </a:spcAft>
              <a:buClr>
                <a:schemeClr val="accent3"/>
              </a:buClr>
              <a:buSzPts val="1100"/>
              <a:buChar char="‒"/>
              <a:defRPr sz="1100">
                <a:solidFill>
                  <a:schemeClr val="dk1"/>
                </a:solidFill>
              </a:defRPr>
            </a:lvl4pPr>
            <a:lvl5pPr indent="-304800" lvl="4" marL="2286000" algn="l">
              <a:lnSpc>
                <a:spcPct val="100000"/>
              </a:lnSpc>
              <a:spcBef>
                <a:spcPts val="600"/>
              </a:spcBef>
              <a:spcAft>
                <a:spcPts val="0"/>
              </a:spcAft>
              <a:buClr>
                <a:schemeClr val="dk1"/>
              </a:buClr>
              <a:buSzPts val="1200"/>
              <a:buChar char="•"/>
              <a:defRPr sz="12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8" name="Google Shape;238;p16"/>
          <p:cNvSpPr txBox="1"/>
          <p:nvPr>
            <p:ph idx="9" type="body"/>
          </p:nvPr>
        </p:nvSpPr>
        <p:spPr>
          <a:xfrm>
            <a:off x="6917889" y="4361680"/>
            <a:ext cx="4866123" cy="412363"/>
          </a:xfrm>
          <a:prstGeom prst="rect">
            <a:avLst/>
          </a:prstGeom>
          <a:noFill/>
          <a:ln>
            <a:noFill/>
          </a:ln>
        </p:spPr>
        <p:txBody>
          <a:bodyPr anchorCtr="0" anchor="ctr" bIns="0" lIns="0" spcFirstLastPara="1" rIns="0" wrap="square" tIns="0">
            <a:noAutofit/>
          </a:bodyPr>
          <a:lstStyle>
            <a:lvl1pPr indent="-228600" lvl="0" marL="457200" algn="l">
              <a:lnSpc>
                <a:spcPct val="122222"/>
              </a:lnSpc>
              <a:spcBef>
                <a:spcPts val="0"/>
              </a:spcBef>
              <a:spcAft>
                <a:spcPts val="0"/>
              </a:spcAft>
              <a:buClr>
                <a:schemeClr val="dk2"/>
              </a:buClr>
              <a:buSzPts val="1800"/>
              <a:buNone/>
              <a:defRPr b="0" sz="1800">
                <a:solidFill>
                  <a:schemeClr val="dk2"/>
                </a:solidFill>
              </a:defRPr>
            </a:lvl1pPr>
            <a:lvl2pPr indent="-317500" lvl="1" marL="914400" algn="l">
              <a:lnSpc>
                <a:spcPct val="142857"/>
              </a:lnSpc>
              <a:spcBef>
                <a:spcPts val="600"/>
              </a:spcBef>
              <a:spcAft>
                <a:spcPts val="0"/>
              </a:spcAft>
              <a:buSzPts val="1400"/>
              <a:buChar char="▪"/>
              <a:defRPr sz="1400"/>
            </a:lvl2pPr>
            <a:lvl3pPr indent="-304800" lvl="2" marL="1371600" algn="l">
              <a:lnSpc>
                <a:spcPct val="133333"/>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600"/>
              </a:spcBef>
              <a:spcAft>
                <a:spcPts val="0"/>
              </a:spcAft>
              <a:buClr>
                <a:schemeClr val="dk1"/>
              </a:buClr>
              <a:buSzPts val="1100"/>
              <a:buChar char="•"/>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9" name="Google Shape;239;p16"/>
          <p:cNvSpPr txBox="1"/>
          <p:nvPr>
            <p:ph idx="13" type="body"/>
          </p:nvPr>
        </p:nvSpPr>
        <p:spPr>
          <a:xfrm>
            <a:off x="6917889" y="4804898"/>
            <a:ext cx="4866123" cy="996793"/>
          </a:xfrm>
          <a:prstGeom prst="rect">
            <a:avLst/>
          </a:prstGeom>
          <a:noFill/>
          <a:ln>
            <a:noFill/>
          </a:ln>
        </p:spPr>
        <p:txBody>
          <a:bodyPr anchorCtr="0" anchor="t"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04800" lvl="1" marL="914400" algn="l">
              <a:lnSpc>
                <a:spcPct val="116666"/>
              </a:lnSpc>
              <a:spcBef>
                <a:spcPts val="600"/>
              </a:spcBef>
              <a:spcAft>
                <a:spcPts val="0"/>
              </a:spcAft>
              <a:buClr>
                <a:schemeClr val="accent3"/>
              </a:buClr>
              <a:buSzPts val="1200"/>
              <a:buChar char="▪"/>
              <a:defRPr sz="1200">
                <a:solidFill>
                  <a:schemeClr val="dk1"/>
                </a:solidFill>
              </a:defRPr>
            </a:lvl2pPr>
            <a:lvl3pPr indent="-304800" lvl="2" marL="1371600" algn="l">
              <a:lnSpc>
                <a:spcPct val="116666"/>
              </a:lnSpc>
              <a:spcBef>
                <a:spcPts val="600"/>
              </a:spcBef>
              <a:spcAft>
                <a:spcPts val="0"/>
              </a:spcAft>
              <a:buClr>
                <a:schemeClr val="accent3"/>
              </a:buClr>
              <a:buSzPts val="1200"/>
              <a:buChar char="•"/>
              <a:defRPr sz="1200">
                <a:solidFill>
                  <a:schemeClr val="dk1"/>
                </a:solidFill>
              </a:defRPr>
            </a:lvl3pPr>
            <a:lvl4pPr indent="-298450" lvl="3" marL="1828800" algn="l">
              <a:lnSpc>
                <a:spcPct val="109090"/>
              </a:lnSpc>
              <a:spcBef>
                <a:spcPts val="600"/>
              </a:spcBef>
              <a:spcAft>
                <a:spcPts val="0"/>
              </a:spcAft>
              <a:buClr>
                <a:schemeClr val="accent3"/>
              </a:buClr>
              <a:buSzPts val="1100"/>
              <a:buChar char="‒"/>
              <a:defRPr sz="1100">
                <a:solidFill>
                  <a:schemeClr val="dk1"/>
                </a:solidFill>
              </a:defRPr>
            </a:lvl4pPr>
            <a:lvl5pPr indent="-304800" lvl="4" marL="2286000" algn="l">
              <a:lnSpc>
                <a:spcPct val="100000"/>
              </a:lnSpc>
              <a:spcBef>
                <a:spcPts val="600"/>
              </a:spcBef>
              <a:spcAft>
                <a:spcPts val="0"/>
              </a:spcAft>
              <a:buClr>
                <a:schemeClr val="dk1"/>
              </a:buClr>
              <a:buSzPts val="1200"/>
              <a:buChar char="•"/>
              <a:defRPr sz="12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0" name="Google Shape;240;p16"/>
          <p:cNvSpPr/>
          <p:nvPr/>
        </p:nvSpPr>
        <p:spPr>
          <a:xfrm>
            <a:off x="11784013" y="6555758"/>
            <a:ext cx="242375"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rgbClr val="7F7F7F"/>
                </a:solidFill>
                <a:latin typeface="Verdana"/>
                <a:ea typeface="Verdana"/>
                <a:cs typeface="Verdana"/>
                <a:sym typeface="Verdana"/>
              </a:rPr>
              <a:t>‹#›</a:t>
            </a:fld>
            <a:endParaRPr sz="800">
              <a:solidFill>
                <a:srgbClr val="7F7F7F"/>
              </a:solidFill>
              <a:latin typeface="Verdana"/>
              <a:ea typeface="Verdana"/>
              <a:cs typeface="Verdana"/>
              <a:sym typeface="Verdana"/>
            </a:endParaRPr>
          </a:p>
        </p:txBody>
      </p:sp>
      <p:sp>
        <p:nvSpPr>
          <p:cNvPr id="241" name="Google Shape;241;p16">
            <a:hlinkClick r:id="rId2"/>
          </p:cNvPr>
          <p:cNvSpPr/>
          <p:nvPr/>
        </p:nvSpPr>
        <p:spPr>
          <a:xfrm>
            <a:off x="407988" y="6555971"/>
            <a:ext cx="2829007" cy="219456"/>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lang="en-US" sz="800">
                <a:solidFill>
                  <a:srgbClr val="00458D"/>
                </a:solidFill>
                <a:latin typeface="Verdana"/>
                <a:ea typeface="Verdana"/>
                <a:cs typeface="Verdana"/>
                <a:sym typeface="Verdana"/>
              </a:rPr>
              <a:t>Presentation Title | Author | Date</a:t>
            </a:r>
            <a:endParaRPr/>
          </a:p>
        </p:txBody>
      </p:sp>
      <p:sp>
        <p:nvSpPr>
          <p:cNvPr id="242" name="Google Shape;242;p16"/>
          <p:cNvSpPr/>
          <p:nvPr/>
        </p:nvSpPr>
        <p:spPr>
          <a:xfrm>
            <a:off x="9560327" y="6555758"/>
            <a:ext cx="222368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800">
                <a:solidFill>
                  <a:srgbClr val="767676"/>
                </a:solidFill>
                <a:latin typeface="Verdana"/>
                <a:ea typeface="Verdana"/>
                <a:cs typeface="Verdana"/>
                <a:sym typeface="Verdana"/>
              </a:rPr>
              <a:t>© 2017 Capgemini. All rights reserved.</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act information">
  <p:cSld name="Contact information">
    <p:spTree>
      <p:nvGrpSpPr>
        <p:cNvPr id="243" name="Shape 243"/>
        <p:cNvGrpSpPr/>
        <p:nvPr/>
      </p:nvGrpSpPr>
      <p:grpSpPr>
        <a:xfrm>
          <a:off x="0" y="0"/>
          <a:ext cx="0" cy="0"/>
          <a:chOff x="0" y="0"/>
          <a:chExt cx="0" cy="0"/>
        </a:xfrm>
      </p:grpSpPr>
      <p:sp>
        <p:nvSpPr>
          <p:cNvPr id="244" name="Google Shape;244;p17"/>
          <p:cNvSpPr/>
          <p:nvPr>
            <p:ph idx="2" type="pic"/>
          </p:nvPr>
        </p:nvSpPr>
        <p:spPr>
          <a:xfrm>
            <a:off x="624115" y="1903413"/>
            <a:ext cx="1452563" cy="1671637"/>
          </a:xfrm>
          <a:prstGeom prst="rect">
            <a:avLst/>
          </a:prstGeom>
          <a:solidFill>
            <a:srgbClr val="D9D9D9"/>
          </a:solidFill>
          <a:ln>
            <a:noFill/>
          </a:ln>
        </p:spPr>
      </p:sp>
      <p:sp>
        <p:nvSpPr>
          <p:cNvPr id="245" name="Google Shape;245;p17"/>
          <p:cNvSpPr/>
          <p:nvPr>
            <p:ph idx="3" type="pic"/>
          </p:nvPr>
        </p:nvSpPr>
        <p:spPr>
          <a:xfrm>
            <a:off x="6455195" y="1903413"/>
            <a:ext cx="1452563" cy="1671637"/>
          </a:xfrm>
          <a:prstGeom prst="rect">
            <a:avLst/>
          </a:prstGeom>
          <a:solidFill>
            <a:srgbClr val="D9D9D9"/>
          </a:solidFill>
          <a:ln>
            <a:noFill/>
          </a:ln>
        </p:spPr>
      </p:sp>
      <p:sp>
        <p:nvSpPr>
          <p:cNvPr id="246" name="Google Shape;246;p17"/>
          <p:cNvSpPr/>
          <p:nvPr>
            <p:ph idx="4" type="pic"/>
          </p:nvPr>
        </p:nvSpPr>
        <p:spPr>
          <a:xfrm>
            <a:off x="624115" y="4379453"/>
            <a:ext cx="1452563" cy="1671637"/>
          </a:xfrm>
          <a:prstGeom prst="rect">
            <a:avLst/>
          </a:prstGeom>
          <a:solidFill>
            <a:srgbClr val="D9D9D9"/>
          </a:solidFill>
          <a:ln>
            <a:noFill/>
          </a:ln>
        </p:spPr>
      </p:sp>
      <p:sp>
        <p:nvSpPr>
          <p:cNvPr id="247" name="Google Shape;247;p17"/>
          <p:cNvSpPr/>
          <p:nvPr>
            <p:ph idx="5" type="pic"/>
          </p:nvPr>
        </p:nvSpPr>
        <p:spPr>
          <a:xfrm>
            <a:off x="6455195" y="4379453"/>
            <a:ext cx="1452563" cy="1671637"/>
          </a:xfrm>
          <a:prstGeom prst="rect">
            <a:avLst/>
          </a:prstGeom>
          <a:solidFill>
            <a:srgbClr val="D9D9D9"/>
          </a:solidFill>
          <a:ln>
            <a:noFill/>
          </a:ln>
        </p:spPr>
      </p:sp>
      <p:sp>
        <p:nvSpPr>
          <p:cNvPr id="248" name="Google Shape;248;p17"/>
          <p:cNvSpPr txBox="1"/>
          <p:nvPr>
            <p:ph type="title"/>
          </p:nvPr>
        </p:nvSpPr>
        <p:spPr>
          <a:xfrm>
            <a:off x="407988" y="404813"/>
            <a:ext cx="11016604" cy="863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2"/>
              </a:buClr>
              <a:buSzPts val="2600"/>
              <a:buFont typeface="Verdana"/>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9" name="Google Shape;249;p17"/>
          <p:cNvSpPr/>
          <p:nvPr/>
        </p:nvSpPr>
        <p:spPr>
          <a:xfrm>
            <a:off x="11784013" y="6555758"/>
            <a:ext cx="242375"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rgbClr val="7F7F7F"/>
                </a:solidFill>
                <a:latin typeface="Verdana"/>
                <a:ea typeface="Verdana"/>
                <a:cs typeface="Verdana"/>
                <a:sym typeface="Verdana"/>
              </a:rPr>
              <a:t>‹#›</a:t>
            </a:fld>
            <a:endParaRPr sz="800">
              <a:solidFill>
                <a:srgbClr val="7F7F7F"/>
              </a:solidFill>
              <a:latin typeface="Verdana"/>
              <a:ea typeface="Verdana"/>
              <a:cs typeface="Verdana"/>
              <a:sym typeface="Verdana"/>
            </a:endParaRPr>
          </a:p>
        </p:txBody>
      </p:sp>
      <p:cxnSp>
        <p:nvCxnSpPr>
          <p:cNvPr id="250" name="Google Shape;250;p17"/>
          <p:cNvCxnSpPr/>
          <p:nvPr/>
        </p:nvCxnSpPr>
        <p:spPr>
          <a:xfrm rot="10800000">
            <a:off x="3283674" y="6587911"/>
            <a:ext cx="0" cy="155576"/>
          </a:xfrm>
          <a:prstGeom prst="straightConnector1">
            <a:avLst/>
          </a:prstGeom>
          <a:solidFill>
            <a:schemeClr val="dk1"/>
          </a:solidFill>
          <a:ln cap="rnd" cmpd="sng" w="12700">
            <a:solidFill>
              <a:schemeClr val="accent2"/>
            </a:solidFill>
            <a:prstDash val="solid"/>
            <a:round/>
            <a:headEnd len="sm" w="sm" type="none"/>
            <a:tailEnd len="sm" w="sm" type="none"/>
          </a:ln>
        </p:spPr>
      </p:cxnSp>
      <p:sp>
        <p:nvSpPr>
          <p:cNvPr id="251" name="Google Shape;251;p17">
            <a:hlinkClick r:id="rId2"/>
          </p:cNvPr>
          <p:cNvSpPr/>
          <p:nvPr/>
        </p:nvSpPr>
        <p:spPr>
          <a:xfrm>
            <a:off x="407988" y="6555971"/>
            <a:ext cx="2829007" cy="219456"/>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lang="en-US" sz="800">
                <a:solidFill>
                  <a:srgbClr val="00458D"/>
                </a:solidFill>
                <a:latin typeface="Verdana"/>
                <a:ea typeface="Verdana"/>
                <a:cs typeface="Verdana"/>
                <a:sym typeface="Verdana"/>
              </a:rPr>
              <a:t>Presentation Title | Author | Date</a:t>
            </a:r>
            <a:endParaRPr/>
          </a:p>
        </p:txBody>
      </p:sp>
      <p:sp>
        <p:nvSpPr>
          <p:cNvPr id="252" name="Google Shape;252;p17"/>
          <p:cNvSpPr/>
          <p:nvPr/>
        </p:nvSpPr>
        <p:spPr>
          <a:xfrm>
            <a:off x="3411379" y="6555758"/>
            <a:ext cx="222368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800">
                <a:solidFill>
                  <a:srgbClr val="767676"/>
                </a:solidFill>
                <a:latin typeface="Verdana"/>
                <a:ea typeface="Verdana"/>
                <a:cs typeface="Verdana"/>
                <a:sym typeface="Verdana"/>
              </a:rPr>
              <a:t>© 2017 Capgemini. All rights reserved.</a:t>
            </a:r>
            <a:endParaRPr/>
          </a:p>
        </p:txBody>
      </p:sp>
      <p:sp>
        <p:nvSpPr>
          <p:cNvPr id="253" name="Google Shape;253;p17"/>
          <p:cNvSpPr txBox="1"/>
          <p:nvPr>
            <p:ph idx="1" type="body"/>
          </p:nvPr>
        </p:nvSpPr>
        <p:spPr>
          <a:xfrm>
            <a:off x="2207568" y="1903413"/>
            <a:ext cx="3743970" cy="1671637"/>
          </a:xfrm>
          <a:prstGeom prst="rect">
            <a:avLst/>
          </a:prstGeom>
          <a:noFill/>
          <a:ln>
            <a:noFill/>
          </a:ln>
        </p:spPr>
        <p:txBody>
          <a:bodyPr anchorCtr="0" anchor="t"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04800" lvl="1" marL="914400" algn="l">
              <a:lnSpc>
                <a:spcPct val="116666"/>
              </a:lnSpc>
              <a:spcBef>
                <a:spcPts val="600"/>
              </a:spcBef>
              <a:spcAft>
                <a:spcPts val="0"/>
              </a:spcAft>
              <a:buClr>
                <a:schemeClr val="accent1"/>
              </a:buClr>
              <a:buSzPts val="1200"/>
              <a:buChar char="▪"/>
              <a:defRPr sz="1200">
                <a:solidFill>
                  <a:schemeClr val="dk1"/>
                </a:solidFill>
              </a:defRPr>
            </a:lvl2pPr>
            <a:lvl3pPr indent="-304800" lvl="2" marL="1371600" algn="l">
              <a:lnSpc>
                <a:spcPct val="116666"/>
              </a:lnSpc>
              <a:spcBef>
                <a:spcPts val="600"/>
              </a:spcBef>
              <a:spcAft>
                <a:spcPts val="0"/>
              </a:spcAft>
              <a:buClr>
                <a:schemeClr val="accent1"/>
              </a:buClr>
              <a:buSzPts val="1200"/>
              <a:buChar char="•"/>
              <a:defRPr sz="1200">
                <a:solidFill>
                  <a:schemeClr val="dk1"/>
                </a:solidFill>
              </a:defRPr>
            </a:lvl3pPr>
            <a:lvl4pPr indent="-298450" lvl="3" marL="1828800" algn="l">
              <a:lnSpc>
                <a:spcPct val="109090"/>
              </a:lnSpc>
              <a:spcBef>
                <a:spcPts val="600"/>
              </a:spcBef>
              <a:spcAft>
                <a:spcPts val="0"/>
              </a:spcAft>
              <a:buClr>
                <a:schemeClr val="accent1"/>
              </a:buClr>
              <a:buSzPts val="1100"/>
              <a:buChar char="‒"/>
              <a:defRPr sz="1100">
                <a:solidFill>
                  <a:schemeClr val="dk1"/>
                </a:solidFill>
              </a:defRPr>
            </a:lvl4pPr>
            <a:lvl5pPr indent="-304800" lvl="4" marL="2286000" algn="l">
              <a:lnSpc>
                <a:spcPct val="100000"/>
              </a:lnSpc>
              <a:spcBef>
                <a:spcPts val="600"/>
              </a:spcBef>
              <a:spcAft>
                <a:spcPts val="0"/>
              </a:spcAft>
              <a:buClr>
                <a:schemeClr val="dk1"/>
              </a:buClr>
              <a:buSzPts val="1200"/>
              <a:buChar char="•"/>
              <a:defRPr sz="12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4" name="Google Shape;254;p17"/>
          <p:cNvSpPr txBox="1"/>
          <p:nvPr>
            <p:ph idx="6" type="body"/>
          </p:nvPr>
        </p:nvSpPr>
        <p:spPr>
          <a:xfrm>
            <a:off x="8040043" y="1903413"/>
            <a:ext cx="3743970" cy="1671637"/>
          </a:xfrm>
          <a:prstGeom prst="rect">
            <a:avLst/>
          </a:prstGeom>
          <a:noFill/>
          <a:ln>
            <a:noFill/>
          </a:ln>
        </p:spPr>
        <p:txBody>
          <a:bodyPr anchorCtr="0" anchor="t"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04800" lvl="1" marL="914400" algn="l">
              <a:lnSpc>
                <a:spcPct val="116666"/>
              </a:lnSpc>
              <a:spcBef>
                <a:spcPts val="600"/>
              </a:spcBef>
              <a:spcAft>
                <a:spcPts val="0"/>
              </a:spcAft>
              <a:buClr>
                <a:schemeClr val="accent1"/>
              </a:buClr>
              <a:buSzPts val="1200"/>
              <a:buChar char="▪"/>
              <a:defRPr sz="1200">
                <a:solidFill>
                  <a:schemeClr val="dk1"/>
                </a:solidFill>
              </a:defRPr>
            </a:lvl2pPr>
            <a:lvl3pPr indent="-304800" lvl="2" marL="1371600" algn="l">
              <a:lnSpc>
                <a:spcPct val="116666"/>
              </a:lnSpc>
              <a:spcBef>
                <a:spcPts val="600"/>
              </a:spcBef>
              <a:spcAft>
                <a:spcPts val="0"/>
              </a:spcAft>
              <a:buClr>
                <a:schemeClr val="accent1"/>
              </a:buClr>
              <a:buSzPts val="1200"/>
              <a:buChar char="•"/>
              <a:defRPr sz="1200">
                <a:solidFill>
                  <a:schemeClr val="dk1"/>
                </a:solidFill>
              </a:defRPr>
            </a:lvl3pPr>
            <a:lvl4pPr indent="-298450" lvl="3" marL="1828800" algn="l">
              <a:lnSpc>
                <a:spcPct val="109090"/>
              </a:lnSpc>
              <a:spcBef>
                <a:spcPts val="600"/>
              </a:spcBef>
              <a:spcAft>
                <a:spcPts val="0"/>
              </a:spcAft>
              <a:buClr>
                <a:schemeClr val="accent1"/>
              </a:buClr>
              <a:buSzPts val="1100"/>
              <a:buChar char="‒"/>
              <a:defRPr sz="1100">
                <a:solidFill>
                  <a:schemeClr val="dk1"/>
                </a:solidFill>
              </a:defRPr>
            </a:lvl4pPr>
            <a:lvl5pPr indent="-304800" lvl="4" marL="2286000" algn="l">
              <a:lnSpc>
                <a:spcPct val="100000"/>
              </a:lnSpc>
              <a:spcBef>
                <a:spcPts val="600"/>
              </a:spcBef>
              <a:spcAft>
                <a:spcPts val="0"/>
              </a:spcAft>
              <a:buClr>
                <a:schemeClr val="dk1"/>
              </a:buClr>
              <a:buSzPts val="1200"/>
              <a:buChar char="•"/>
              <a:defRPr sz="12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5" name="Google Shape;255;p17"/>
          <p:cNvSpPr txBox="1"/>
          <p:nvPr>
            <p:ph idx="7" type="body"/>
          </p:nvPr>
        </p:nvSpPr>
        <p:spPr>
          <a:xfrm>
            <a:off x="2207568" y="4379453"/>
            <a:ext cx="3743970" cy="1671637"/>
          </a:xfrm>
          <a:prstGeom prst="rect">
            <a:avLst/>
          </a:prstGeom>
          <a:noFill/>
          <a:ln>
            <a:noFill/>
          </a:ln>
        </p:spPr>
        <p:txBody>
          <a:bodyPr anchorCtr="0" anchor="t"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04800" lvl="1" marL="914400" algn="l">
              <a:lnSpc>
                <a:spcPct val="116666"/>
              </a:lnSpc>
              <a:spcBef>
                <a:spcPts val="600"/>
              </a:spcBef>
              <a:spcAft>
                <a:spcPts val="0"/>
              </a:spcAft>
              <a:buClr>
                <a:schemeClr val="accent1"/>
              </a:buClr>
              <a:buSzPts val="1200"/>
              <a:buChar char="▪"/>
              <a:defRPr sz="1200">
                <a:solidFill>
                  <a:schemeClr val="dk1"/>
                </a:solidFill>
              </a:defRPr>
            </a:lvl2pPr>
            <a:lvl3pPr indent="-304800" lvl="2" marL="1371600" algn="l">
              <a:lnSpc>
                <a:spcPct val="116666"/>
              </a:lnSpc>
              <a:spcBef>
                <a:spcPts val="600"/>
              </a:spcBef>
              <a:spcAft>
                <a:spcPts val="0"/>
              </a:spcAft>
              <a:buClr>
                <a:schemeClr val="accent1"/>
              </a:buClr>
              <a:buSzPts val="1200"/>
              <a:buChar char="•"/>
              <a:defRPr sz="1200">
                <a:solidFill>
                  <a:schemeClr val="dk1"/>
                </a:solidFill>
              </a:defRPr>
            </a:lvl3pPr>
            <a:lvl4pPr indent="-298450" lvl="3" marL="1828800" algn="l">
              <a:lnSpc>
                <a:spcPct val="109090"/>
              </a:lnSpc>
              <a:spcBef>
                <a:spcPts val="600"/>
              </a:spcBef>
              <a:spcAft>
                <a:spcPts val="0"/>
              </a:spcAft>
              <a:buClr>
                <a:schemeClr val="accent1"/>
              </a:buClr>
              <a:buSzPts val="1100"/>
              <a:buChar char="‒"/>
              <a:defRPr sz="1100">
                <a:solidFill>
                  <a:schemeClr val="dk1"/>
                </a:solidFill>
              </a:defRPr>
            </a:lvl4pPr>
            <a:lvl5pPr indent="-304800" lvl="4" marL="2286000" algn="l">
              <a:lnSpc>
                <a:spcPct val="100000"/>
              </a:lnSpc>
              <a:spcBef>
                <a:spcPts val="600"/>
              </a:spcBef>
              <a:spcAft>
                <a:spcPts val="0"/>
              </a:spcAft>
              <a:buClr>
                <a:schemeClr val="dk1"/>
              </a:buClr>
              <a:buSzPts val="1200"/>
              <a:buChar char="•"/>
              <a:defRPr sz="12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6" name="Google Shape;256;p17"/>
          <p:cNvSpPr txBox="1"/>
          <p:nvPr>
            <p:ph idx="8" type="body"/>
          </p:nvPr>
        </p:nvSpPr>
        <p:spPr>
          <a:xfrm>
            <a:off x="8040043" y="4379453"/>
            <a:ext cx="3743970" cy="1671637"/>
          </a:xfrm>
          <a:prstGeom prst="rect">
            <a:avLst/>
          </a:prstGeom>
          <a:noFill/>
          <a:ln>
            <a:noFill/>
          </a:ln>
        </p:spPr>
        <p:txBody>
          <a:bodyPr anchorCtr="0" anchor="t"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04800" lvl="1" marL="914400" algn="l">
              <a:lnSpc>
                <a:spcPct val="116666"/>
              </a:lnSpc>
              <a:spcBef>
                <a:spcPts val="600"/>
              </a:spcBef>
              <a:spcAft>
                <a:spcPts val="0"/>
              </a:spcAft>
              <a:buClr>
                <a:schemeClr val="accent1"/>
              </a:buClr>
              <a:buSzPts val="1200"/>
              <a:buChar char="▪"/>
              <a:defRPr sz="1200">
                <a:solidFill>
                  <a:schemeClr val="dk1"/>
                </a:solidFill>
              </a:defRPr>
            </a:lvl2pPr>
            <a:lvl3pPr indent="-304800" lvl="2" marL="1371600" algn="l">
              <a:lnSpc>
                <a:spcPct val="116666"/>
              </a:lnSpc>
              <a:spcBef>
                <a:spcPts val="600"/>
              </a:spcBef>
              <a:spcAft>
                <a:spcPts val="0"/>
              </a:spcAft>
              <a:buClr>
                <a:schemeClr val="accent1"/>
              </a:buClr>
              <a:buSzPts val="1200"/>
              <a:buChar char="•"/>
              <a:defRPr sz="1200">
                <a:solidFill>
                  <a:schemeClr val="dk1"/>
                </a:solidFill>
              </a:defRPr>
            </a:lvl3pPr>
            <a:lvl4pPr indent="-298450" lvl="3" marL="1828800" algn="l">
              <a:lnSpc>
                <a:spcPct val="109090"/>
              </a:lnSpc>
              <a:spcBef>
                <a:spcPts val="600"/>
              </a:spcBef>
              <a:spcAft>
                <a:spcPts val="0"/>
              </a:spcAft>
              <a:buClr>
                <a:schemeClr val="accent1"/>
              </a:buClr>
              <a:buSzPts val="1100"/>
              <a:buChar char="‒"/>
              <a:defRPr sz="1100">
                <a:solidFill>
                  <a:schemeClr val="dk1"/>
                </a:solidFill>
              </a:defRPr>
            </a:lvl4pPr>
            <a:lvl5pPr indent="-304800" lvl="4" marL="2286000" algn="l">
              <a:lnSpc>
                <a:spcPct val="100000"/>
              </a:lnSpc>
              <a:spcBef>
                <a:spcPts val="600"/>
              </a:spcBef>
              <a:spcAft>
                <a:spcPts val="0"/>
              </a:spcAft>
              <a:buClr>
                <a:schemeClr val="dk1"/>
              </a:buClr>
              <a:buSzPts val="1200"/>
              <a:buChar char="•"/>
              <a:defRPr sz="12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act details">
  <p:cSld name="Contact details">
    <p:spTree>
      <p:nvGrpSpPr>
        <p:cNvPr id="257" name="Shape 257"/>
        <p:cNvGrpSpPr/>
        <p:nvPr/>
      </p:nvGrpSpPr>
      <p:grpSpPr>
        <a:xfrm>
          <a:off x="0" y="0"/>
          <a:ext cx="0" cy="0"/>
          <a:chOff x="0" y="0"/>
          <a:chExt cx="0" cy="0"/>
        </a:xfrm>
      </p:grpSpPr>
      <p:sp>
        <p:nvSpPr>
          <p:cNvPr id="258" name="Google Shape;258;p18"/>
          <p:cNvSpPr txBox="1"/>
          <p:nvPr>
            <p:ph idx="1" type="body"/>
          </p:nvPr>
        </p:nvSpPr>
        <p:spPr>
          <a:xfrm>
            <a:off x="6638114" y="662159"/>
            <a:ext cx="4883669" cy="412363"/>
          </a:xfrm>
          <a:prstGeom prst="rect">
            <a:avLst/>
          </a:prstGeom>
          <a:noFill/>
          <a:ln>
            <a:noFill/>
          </a:ln>
        </p:spPr>
        <p:txBody>
          <a:bodyPr anchorCtr="0" anchor="ctr" bIns="0" lIns="0" spcFirstLastPara="1" rIns="0" wrap="square" tIns="0">
            <a:noAutofit/>
          </a:bodyPr>
          <a:lstStyle>
            <a:lvl1pPr indent="-228600" lvl="0" marL="457200" algn="l">
              <a:lnSpc>
                <a:spcPct val="115384"/>
              </a:lnSpc>
              <a:spcBef>
                <a:spcPts val="0"/>
              </a:spcBef>
              <a:spcAft>
                <a:spcPts val="0"/>
              </a:spcAft>
              <a:buClr>
                <a:srgbClr val="12ABDB"/>
              </a:buClr>
              <a:buSzPts val="2600"/>
              <a:buNone/>
              <a:defRPr b="0" sz="2600">
                <a:solidFill>
                  <a:srgbClr val="12ABDB"/>
                </a:solidFill>
              </a:defRPr>
            </a:lvl1pPr>
            <a:lvl2pPr indent="-317500" lvl="1" marL="914400" algn="l">
              <a:lnSpc>
                <a:spcPct val="142857"/>
              </a:lnSpc>
              <a:spcBef>
                <a:spcPts val="600"/>
              </a:spcBef>
              <a:spcAft>
                <a:spcPts val="0"/>
              </a:spcAft>
              <a:buSzPts val="1400"/>
              <a:buChar char="▪"/>
              <a:defRPr sz="1400"/>
            </a:lvl2pPr>
            <a:lvl3pPr indent="-304800" lvl="2" marL="1371600" algn="l">
              <a:lnSpc>
                <a:spcPct val="133333"/>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600"/>
              </a:spcBef>
              <a:spcAft>
                <a:spcPts val="0"/>
              </a:spcAft>
              <a:buClr>
                <a:schemeClr val="dk1"/>
              </a:buClr>
              <a:buSzPts val="1100"/>
              <a:buChar char="•"/>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9" name="Google Shape;259;p18"/>
          <p:cNvSpPr txBox="1"/>
          <p:nvPr>
            <p:ph idx="2" type="body"/>
          </p:nvPr>
        </p:nvSpPr>
        <p:spPr>
          <a:xfrm>
            <a:off x="6638114" y="4374297"/>
            <a:ext cx="4883669" cy="412363"/>
          </a:xfrm>
          <a:prstGeom prst="rect">
            <a:avLst/>
          </a:prstGeom>
          <a:noFill/>
          <a:ln>
            <a:noFill/>
          </a:ln>
        </p:spPr>
        <p:txBody>
          <a:bodyPr anchorCtr="0" anchor="ctr" bIns="0" lIns="0" spcFirstLastPara="1" rIns="0" wrap="square" tIns="0">
            <a:noAutofit/>
          </a:bodyPr>
          <a:lstStyle>
            <a:lvl1pPr indent="-228600" lvl="0" marL="457200" algn="l">
              <a:lnSpc>
                <a:spcPct val="115384"/>
              </a:lnSpc>
              <a:spcBef>
                <a:spcPts val="0"/>
              </a:spcBef>
              <a:spcAft>
                <a:spcPts val="0"/>
              </a:spcAft>
              <a:buClr>
                <a:srgbClr val="12ABDB"/>
              </a:buClr>
              <a:buSzPts val="2600"/>
              <a:buNone/>
              <a:defRPr b="0" sz="2600">
                <a:solidFill>
                  <a:srgbClr val="12ABDB"/>
                </a:solidFill>
              </a:defRPr>
            </a:lvl1pPr>
            <a:lvl2pPr indent="-317500" lvl="1" marL="914400" algn="l">
              <a:lnSpc>
                <a:spcPct val="142857"/>
              </a:lnSpc>
              <a:spcBef>
                <a:spcPts val="600"/>
              </a:spcBef>
              <a:spcAft>
                <a:spcPts val="0"/>
              </a:spcAft>
              <a:buSzPts val="1400"/>
              <a:buChar char="▪"/>
              <a:defRPr sz="1400"/>
            </a:lvl2pPr>
            <a:lvl3pPr indent="-304800" lvl="2" marL="1371600" algn="l">
              <a:lnSpc>
                <a:spcPct val="133333"/>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600"/>
              </a:spcBef>
              <a:spcAft>
                <a:spcPts val="0"/>
              </a:spcAft>
              <a:buClr>
                <a:schemeClr val="dk1"/>
              </a:buClr>
              <a:buSzPts val="1100"/>
              <a:buChar char="•"/>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0" name="Google Shape;260;p18"/>
          <p:cNvSpPr txBox="1"/>
          <p:nvPr>
            <p:ph idx="3" type="body"/>
          </p:nvPr>
        </p:nvSpPr>
        <p:spPr>
          <a:xfrm>
            <a:off x="6638113" y="4810699"/>
            <a:ext cx="4883670" cy="1717101"/>
          </a:xfrm>
          <a:prstGeom prst="rect">
            <a:avLst/>
          </a:prstGeom>
          <a:noFill/>
          <a:ln>
            <a:noFill/>
          </a:ln>
        </p:spPr>
        <p:txBody>
          <a:bodyPr anchorCtr="0" anchor="t"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lvl1pPr>
            <a:lvl2pPr indent="-304800" lvl="1" marL="914400" algn="l">
              <a:lnSpc>
                <a:spcPct val="116666"/>
              </a:lnSpc>
              <a:spcBef>
                <a:spcPts val="600"/>
              </a:spcBef>
              <a:spcAft>
                <a:spcPts val="0"/>
              </a:spcAft>
              <a:buSzPts val="1200"/>
              <a:buChar char="▪"/>
              <a:defRPr sz="1200"/>
            </a:lvl2pPr>
            <a:lvl3pPr indent="-298450" lvl="2" marL="1371600" algn="l">
              <a:lnSpc>
                <a:spcPct val="109090"/>
              </a:lnSpc>
              <a:spcBef>
                <a:spcPts val="600"/>
              </a:spcBef>
              <a:spcAft>
                <a:spcPts val="0"/>
              </a:spcAft>
              <a:buSzPts val="1100"/>
              <a:buChar char="•"/>
              <a:defRPr sz="1100"/>
            </a:lvl3pPr>
            <a:lvl4pPr indent="-292100" lvl="3" marL="1828800" algn="l">
              <a:lnSpc>
                <a:spcPct val="110000"/>
              </a:lnSpc>
              <a:spcBef>
                <a:spcPts val="600"/>
              </a:spcBef>
              <a:spcAft>
                <a:spcPts val="0"/>
              </a:spcAft>
              <a:buSzPts val="1000"/>
              <a:buChar char="‒"/>
              <a:defRPr sz="10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1" name="Google Shape;261;p18"/>
          <p:cNvSpPr txBox="1"/>
          <p:nvPr>
            <p:ph idx="4" type="body"/>
          </p:nvPr>
        </p:nvSpPr>
        <p:spPr>
          <a:xfrm>
            <a:off x="6638113" y="1265729"/>
            <a:ext cx="1981648" cy="1058371"/>
          </a:xfrm>
          <a:prstGeom prst="rect">
            <a:avLst/>
          </a:prstGeom>
          <a:noFill/>
          <a:ln>
            <a:noFill/>
          </a:ln>
        </p:spPr>
        <p:txBody>
          <a:bodyPr anchorCtr="0" anchor="t" bIns="0" lIns="0" spcFirstLastPara="1" rIns="0" wrap="square" tIns="0">
            <a:noAutofit/>
          </a:bodyPr>
          <a:lstStyle>
            <a:lvl1pPr indent="-228600" lvl="0" marL="457200" algn="l">
              <a:lnSpc>
                <a:spcPct val="116666"/>
              </a:lnSpc>
              <a:spcBef>
                <a:spcPts val="0"/>
              </a:spcBef>
              <a:spcAft>
                <a:spcPts val="0"/>
              </a:spcAft>
              <a:buClr>
                <a:schemeClr val="dk1"/>
              </a:buClr>
              <a:buSzPts val="1200"/>
              <a:buNone/>
              <a:defRPr sz="1200"/>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2" name="Google Shape;262;p18"/>
          <p:cNvSpPr txBox="1"/>
          <p:nvPr>
            <p:ph idx="5" type="body"/>
          </p:nvPr>
        </p:nvSpPr>
        <p:spPr>
          <a:xfrm>
            <a:off x="9473096" y="1265729"/>
            <a:ext cx="1981648" cy="1058371"/>
          </a:xfrm>
          <a:prstGeom prst="rect">
            <a:avLst/>
          </a:prstGeom>
          <a:noFill/>
          <a:ln>
            <a:noFill/>
          </a:ln>
        </p:spPr>
        <p:txBody>
          <a:bodyPr anchorCtr="0" anchor="t" bIns="0" lIns="0" spcFirstLastPara="1" rIns="0" wrap="square" tIns="0">
            <a:noAutofit/>
          </a:bodyPr>
          <a:lstStyle>
            <a:lvl1pPr indent="-228600" lvl="0" marL="457200" algn="l">
              <a:lnSpc>
                <a:spcPct val="116666"/>
              </a:lnSpc>
              <a:spcBef>
                <a:spcPts val="0"/>
              </a:spcBef>
              <a:spcAft>
                <a:spcPts val="0"/>
              </a:spcAft>
              <a:buClr>
                <a:schemeClr val="dk1"/>
              </a:buClr>
              <a:buSzPts val="1200"/>
              <a:buNone/>
              <a:defRPr sz="1200"/>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3" name="Google Shape;263;p18"/>
          <p:cNvSpPr txBox="1"/>
          <p:nvPr>
            <p:ph idx="6" type="body"/>
          </p:nvPr>
        </p:nvSpPr>
        <p:spPr>
          <a:xfrm>
            <a:off x="6638113" y="2455544"/>
            <a:ext cx="1981648" cy="1058371"/>
          </a:xfrm>
          <a:prstGeom prst="rect">
            <a:avLst/>
          </a:prstGeom>
          <a:noFill/>
          <a:ln>
            <a:noFill/>
          </a:ln>
        </p:spPr>
        <p:txBody>
          <a:bodyPr anchorCtr="0" anchor="t" bIns="0" lIns="0" spcFirstLastPara="1" rIns="0" wrap="square" tIns="0">
            <a:noAutofit/>
          </a:bodyPr>
          <a:lstStyle>
            <a:lvl1pPr indent="-228600" lvl="0" marL="457200" algn="l">
              <a:lnSpc>
                <a:spcPct val="116666"/>
              </a:lnSpc>
              <a:spcBef>
                <a:spcPts val="0"/>
              </a:spcBef>
              <a:spcAft>
                <a:spcPts val="0"/>
              </a:spcAft>
              <a:buClr>
                <a:schemeClr val="dk1"/>
              </a:buClr>
              <a:buSzPts val="1200"/>
              <a:buNone/>
              <a:defRPr sz="1200"/>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4" name="Google Shape;264;p18"/>
          <p:cNvSpPr txBox="1"/>
          <p:nvPr>
            <p:ph idx="7" type="body"/>
          </p:nvPr>
        </p:nvSpPr>
        <p:spPr>
          <a:xfrm>
            <a:off x="9473096" y="2455544"/>
            <a:ext cx="1981648" cy="1058371"/>
          </a:xfrm>
          <a:prstGeom prst="rect">
            <a:avLst/>
          </a:prstGeom>
          <a:noFill/>
          <a:ln>
            <a:noFill/>
          </a:ln>
        </p:spPr>
        <p:txBody>
          <a:bodyPr anchorCtr="0" anchor="t" bIns="0" lIns="0" spcFirstLastPara="1" rIns="0" wrap="square" tIns="0">
            <a:noAutofit/>
          </a:bodyPr>
          <a:lstStyle>
            <a:lvl1pPr indent="-228600" lvl="0" marL="457200" algn="l">
              <a:lnSpc>
                <a:spcPct val="116666"/>
              </a:lnSpc>
              <a:spcBef>
                <a:spcPts val="0"/>
              </a:spcBef>
              <a:spcAft>
                <a:spcPts val="0"/>
              </a:spcAft>
              <a:buClr>
                <a:schemeClr val="dk1"/>
              </a:buClr>
              <a:buSzPts val="1200"/>
              <a:buNone/>
              <a:defRPr sz="1200"/>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5" name="Google Shape;265;p18"/>
          <p:cNvSpPr/>
          <p:nvPr/>
        </p:nvSpPr>
        <p:spPr>
          <a:xfrm>
            <a:off x="0" y="0"/>
            <a:ext cx="6314264" cy="6858000"/>
          </a:xfrm>
          <a:custGeom>
            <a:rect b="b" l="l" r="r" t="t"/>
            <a:pathLst>
              <a:path extrusionOk="0" h="6850062" w="6314264">
                <a:moveTo>
                  <a:pt x="0" y="0"/>
                </a:moveTo>
                <a:cubicBezTo>
                  <a:pt x="0" y="0"/>
                  <a:pt x="0" y="0"/>
                  <a:pt x="2371778" y="0"/>
                </a:cubicBezTo>
                <a:cubicBezTo>
                  <a:pt x="2402328" y="4520519"/>
                  <a:pt x="6334924" y="5918074"/>
                  <a:pt x="5821131" y="4462172"/>
                </a:cubicBezTo>
                <a:cubicBezTo>
                  <a:pt x="6272436" y="4633046"/>
                  <a:pt x="6588349" y="5598554"/>
                  <a:pt x="5967979" y="6737018"/>
                </a:cubicBezTo>
                <a:lnTo>
                  <a:pt x="5901053" y="6850062"/>
                </a:lnTo>
                <a:lnTo>
                  <a:pt x="0" y="6850062"/>
                </a:lnTo>
                <a:lnTo>
                  <a:pt x="0" y="6791481"/>
                </a:lnTo>
                <a:cubicBezTo>
                  <a:pt x="0" y="5305461"/>
                  <a:pt x="0" y="3143977"/>
                  <a:pt x="0" y="0"/>
                </a:cubicBezTo>
                <a:close/>
              </a:path>
            </a:pathLst>
          </a:custGeom>
          <a:solidFill>
            <a:srgbClr val="2C004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sp>
        <p:nvSpPr>
          <p:cNvPr id="266" name="Google Shape;266;p18"/>
          <p:cNvSpPr/>
          <p:nvPr/>
        </p:nvSpPr>
        <p:spPr>
          <a:xfrm>
            <a:off x="5688408" y="4703082"/>
            <a:ext cx="414338" cy="339383"/>
          </a:xfrm>
          <a:custGeom>
            <a:rect b="b" l="l" r="r" t="t"/>
            <a:pathLst>
              <a:path extrusionOk="0" h="122" w="149">
                <a:moveTo>
                  <a:pt x="99" y="85"/>
                </a:moveTo>
                <a:cubicBezTo>
                  <a:pt x="127" y="85"/>
                  <a:pt x="149" y="62"/>
                  <a:pt x="149" y="34"/>
                </a:cubicBezTo>
                <a:cubicBezTo>
                  <a:pt x="147" y="22"/>
                  <a:pt x="143" y="0"/>
                  <a:pt x="112" y="0"/>
                </a:cubicBezTo>
                <a:cubicBezTo>
                  <a:pt x="78" y="0"/>
                  <a:pt x="67" y="48"/>
                  <a:pt x="39" y="78"/>
                </a:cubicBezTo>
                <a:cubicBezTo>
                  <a:pt x="37" y="96"/>
                  <a:pt x="20" y="111"/>
                  <a:pt x="0" y="114"/>
                </a:cubicBezTo>
                <a:cubicBezTo>
                  <a:pt x="5" y="119"/>
                  <a:pt x="16" y="122"/>
                  <a:pt x="29" y="122"/>
                </a:cubicBezTo>
                <a:cubicBezTo>
                  <a:pt x="54" y="122"/>
                  <a:pt x="84" y="115"/>
                  <a:pt x="99" y="99"/>
                </a:cubicBezTo>
                <a:cubicBezTo>
                  <a:pt x="78" y="100"/>
                  <a:pt x="65" y="86"/>
                  <a:pt x="64" y="68"/>
                </a:cubicBezTo>
                <a:cubicBezTo>
                  <a:pt x="74" y="80"/>
                  <a:pt x="85" y="85"/>
                  <a:pt x="99" y="85"/>
                </a:cubicBezTo>
              </a:path>
            </a:pathLst>
          </a:custGeom>
          <a:solidFill>
            <a:srgbClr val="00B9E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1800">
              <a:solidFill>
                <a:schemeClr val="dk1"/>
              </a:solidFill>
              <a:latin typeface="Verdana"/>
              <a:ea typeface="Verdana"/>
              <a:cs typeface="Verdana"/>
              <a:sym typeface="Verdana"/>
            </a:endParaRPr>
          </a:p>
        </p:txBody>
      </p:sp>
      <p:sp>
        <p:nvSpPr>
          <p:cNvPr id="267" name="Google Shape;267;p18"/>
          <p:cNvSpPr/>
          <p:nvPr/>
        </p:nvSpPr>
        <p:spPr>
          <a:xfrm>
            <a:off x="5471869" y="4458435"/>
            <a:ext cx="630877" cy="536142"/>
          </a:xfrm>
          <a:custGeom>
            <a:rect b="b" l="l" r="r" t="t"/>
            <a:pathLst>
              <a:path extrusionOk="0" h="193" w="227">
                <a:moveTo>
                  <a:pt x="227" y="120"/>
                </a:moveTo>
                <a:cubicBezTo>
                  <a:pt x="226" y="89"/>
                  <a:pt x="211" y="62"/>
                  <a:pt x="188" y="40"/>
                </a:cubicBezTo>
                <a:cubicBezTo>
                  <a:pt x="170" y="24"/>
                  <a:pt x="149" y="12"/>
                  <a:pt x="127" y="3"/>
                </a:cubicBezTo>
                <a:cubicBezTo>
                  <a:pt x="125" y="2"/>
                  <a:pt x="123" y="1"/>
                  <a:pt x="122" y="0"/>
                </a:cubicBezTo>
                <a:cubicBezTo>
                  <a:pt x="122" y="0"/>
                  <a:pt x="122" y="0"/>
                  <a:pt x="122" y="0"/>
                </a:cubicBezTo>
                <a:cubicBezTo>
                  <a:pt x="94" y="33"/>
                  <a:pt x="0" y="57"/>
                  <a:pt x="0" y="125"/>
                </a:cubicBezTo>
                <a:cubicBezTo>
                  <a:pt x="0" y="152"/>
                  <a:pt x="17" y="177"/>
                  <a:pt x="42" y="187"/>
                </a:cubicBezTo>
                <a:cubicBezTo>
                  <a:pt x="56" y="193"/>
                  <a:pt x="71" y="193"/>
                  <a:pt x="85" y="188"/>
                </a:cubicBezTo>
                <a:cubicBezTo>
                  <a:pt x="98" y="184"/>
                  <a:pt x="108" y="176"/>
                  <a:pt x="117" y="166"/>
                </a:cubicBezTo>
                <a:cubicBezTo>
                  <a:pt x="145" y="136"/>
                  <a:pt x="156" y="88"/>
                  <a:pt x="190" y="88"/>
                </a:cubicBezTo>
                <a:cubicBezTo>
                  <a:pt x="221" y="88"/>
                  <a:pt x="225" y="110"/>
                  <a:pt x="227" y="122"/>
                </a:cubicBezTo>
                <a:cubicBezTo>
                  <a:pt x="227" y="122"/>
                  <a:pt x="227" y="121"/>
                  <a:pt x="227" y="120"/>
                </a:cubicBezTo>
              </a:path>
            </a:pathLst>
          </a:custGeom>
          <a:solidFill>
            <a:srgbClr val="007DB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1800">
              <a:solidFill>
                <a:schemeClr val="dk1"/>
              </a:solidFill>
              <a:latin typeface="Verdana"/>
              <a:ea typeface="Verdana"/>
              <a:cs typeface="Verdana"/>
              <a:sym typeface="Verdana"/>
            </a:endParaRPr>
          </a:p>
        </p:txBody>
      </p:sp>
      <p:sp>
        <p:nvSpPr>
          <p:cNvPr id="268" name="Google Shape;268;p18"/>
          <p:cNvSpPr txBox="1"/>
          <p:nvPr>
            <p:ph idx="8" type="body"/>
          </p:nvPr>
        </p:nvSpPr>
        <p:spPr>
          <a:xfrm>
            <a:off x="412692" y="4869077"/>
            <a:ext cx="3344087" cy="1088820"/>
          </a:xfrm>
          <a:prstGeom prst="rect">
            <a:avLst/>
          </a:prstGeom>
          <a:noFill/>
          <a:ln>
            <a:noFill/>
          </a:ln>
        </p:spPr>
        <p:txBody>
          <a:bodyPr anchorCtr="0" anchor="b" bIns="0" lIns="0" spcFirstLastPara="1" rIns="0" wrap="square" tIns="0">
            <a:noAutofit/>
          </a:bodyPr>
          <a:lstStyle>
            <a:lvl1pPr indent="-228600" lvl="0" marL="457200" algn="l">
              <a:lnSpc>
                <a:spcPct val="114285"/>
              </a:lnSpc>
              <a:spcBef>
                <a:spcPts val="0"/>
              </a:spcBef>
              <a:spcAft>
                <a:spcPts val="0"/>
              </a:spcAft>
              <a:buClr>
                <a:schemeClr val="lt1"/>
              </a:buClr>
              <a:buSzPts val="1400"/>
              <a:buNone/>
              <a:defRPr sz="1400">
                <a:solidFill>
                  <a:schemeClr val="lt1"/>
                </a:solidFill>
              </a:defRPr>
            </a:lvl1pPr>
            <a:lvl2pPr indent="-317500" lvl="1" marL="914400" algn="l">
              <a:lnSpc>
                <a:spcPct val="100000"/>
              </a:lnSpc>
              <a:spcBef>
                <a:spcPts val="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9" name="Google Shape;269;p18"/>
          <p:cNvSpPr/>
          <p:nvPr/>
        </p:nvSpPr>
        <p:spPr>
          <a:xfrm>
            <a:off x="11784013" y="6555758"/>
            <a:ext cx="242375"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rgbClr val="7F7F7F"/>
                </a:solidFill>
                <a:latin typeface="Verdana"/>
                <a:ea typeface="Verdana"/>
                <a:cs typeface="Verdana"/>
                <a:sym typeface="Verdana"/>
              </a:rPr>
              <a:t>‹#›</a:t>
            </a:fld>
            <a:endParaRPr sz="800">
              <a:solidFill>
                <a:srgbClr val="7F7F7F"/>
              </a:solidFill>
              <a:latin typeface="Verdana"/>
              <a:ea typeface="Verdana"/>
              <a:cs typeface="Verdana"/>
              <a:sym typeface="Verdana"/>
            </a:endParaRPr>
          </a:p>
        </p:txBody>
      </p:sp>
      <p:cxnSp>
        <p:nvCxnSpPr>
          <p:cNvPr id="270" name="Google Shape;270;p18"/>
          <p:cNvCxnSpPr/>
          <p:nvPr/>
        </p:nvCxnSpPr>
        <p:spPr>
          <a:xfrm rot="10800000">
            <a:off x="3283674" y="6587911"/>
            <a:ext cx="0" cy="155576"/>
          </a:xfrm>
          <a:prstGeom prst="straightConnector1">
            <a:avLst/>
          </a:prstGeom>
          <a:solidFill>
            <a:schemeClr val="dk1"/>
          </a:solidFill>
          <a:ln cap="rnd" cmpd="sng" w="12700">
            <a:solidFill>
              <a:schemeClr val="lt1"/>
            </a:solidFill>
            <a:prstDash val="solid"/>
            <a:round/>
            <a:headEnd len="sm" w="sm" type="none"/>
            <a:tailEnd len="sm" w="sm" type="none"/>
          </a:ln>
        </p:spPr>
      </p:cxnSp>
      <p:sp>
        <p:nvSpPr>
          <p:cNvPr id="271" name="Google Shape;271;p18">
            <a:hlinkClick r:id="rId2"/>
          </p:cNvPr>
          <p:cNvSpPr/>
          <p:nvPr/>
        </p:nvSpPr>
        <p:spPr>
          <a:xfrm>
            <a:off x="407988" y="6555971"/>
            <a:ext cx="2829007" cy="219456"/>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lang="en-US" sz="800">
                <a:solidFill>
                  <a:schemeClr val="lt1"/>
                </a:solidFill>
                <a:latin typeface="Verdana"/>
                <a:ea typeface="Verdana"/>
                <a:cs typeface="Verdana"/>
                <a:sym typeface="Verdana"/>
              </a:rPr>
              <a:t>Presentation Title | Author | Date</a:t>
            </a:r>
            <a:endParaRPr/>
          </a:p>
        </p:txBody>
      </p:sp>
      <p:sp>
        <p:nvSpPr>
          <p:cNvPr id="272" name="Google Shape;272;p18"/>
          <p:cNvSpPr/>
          <p:nvPr/>
        </p:nvSpPr>
        <p:spPr>
          <a:xfrm>
            <a:off x="3411379" y="6555758"/>
            <a:ext cx="222368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800">
                <a:solidFill>
                  <a:schemeClr val="lt1"/>
                </a:solidFill>
                <a:latin typeface="Verdana"/>
                <a:ea typeface="Verdana"/>
                <a:cs typeface="Verdana"/>
                <a:sym typeface="Verdana"/>
              </a:rPr>
              <a:t>© 2017 Capgemini. All rights reserved.</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with Shapes - Layout4">
  <p:cSld name="Text with Shapes - Layout4">
    <p:bg>
      <p:bgPr>
        <a:solidFill>
          <a:schemeClr val="lt1"/>
        </a:solidFill>
      </p:bgPr>
    </p:bg>
    <p:spTree>
      <p:nvGrpSpPr>
        <p:cNvPr id="273" name="Shape 273"/>
        <p:cNvGrpSpPr/>
        <p:nvPr/>
      </p:nvGrpSpPr>
      <p:grpSpPr>
        <a:xfrm>
          <a:off x="0" y="0"/>
          <a:ext cx="0" cy="0"/>
          <a:chOff x="0" y="0"/>
          <a:chExt cx="0" cy="0"/>
        </a:xfrm>
      </p:grpSpPr>
      <p:sp>
        <p:nvSpPr>
          <p:cNvPr id="274" name="Google Shape;274;p19"/>
          <p:cNvSpPr/>
          <p:nvPr/>
        </p:nvSpPr>
        <p:spPr>
          <a:xfrm flipH="1">
            <a:off x="0" y="0"/>
            <a:ext cx="6728158" cy="6236668"/>
          </a:xfrm>
          <a:prstGeom prst="rect">
            <a:avLst/>
          </a:prstGeom>
          <a:noFill/>
          <a:ln>
            <a:noFill/>
          </a:ln>
        </p:spPr>
      </p:sp>
      <p:sp>
        <p:nvSpPr>
          <p:cNvPr id="275" name="Google Shape;275;p19"/>
          <p:cNvSpPr txBox="1"/>
          <p:nvPr>
            <p:ph idx="1" type="body"/>
          </p:nvPr>
        </p:nvSpPr>
        <p:spPr>
          <a:xfrm>
            <a:off x="407988" y="2439343"/>
            <a:ext cx="4940178" cy="1008112"/>
          </a:xfrm>
          <a:prstGeom prst="rect">
            <a:avLst/>
          </a:prstGeom>
          <a:noFill/>
          <a:ln>
            <a:noFill/>
          </a:ln>
        </p:spPr>
        <p:txBody>
          <a:bodyPr anchorCtr="0" anchor="t" bIns="0" lIns="0" spcFirstLastPara="1" rIns="0" wrap="square" tIns="0">
            <a:noAutofit/>
          </a:bodyPr>
          <a:lstStyle>
            <a:lvl1pPr indent="-228600" lvl="0" marL="457200" algn="l">
              <a:lnSpc>
                <a:spcPct val="112500"/>
              </a:lnSpc>
              <a:spcBef>
                <a:spcPts val="0"/>
              </a:spcBef>
              <a:spcAft>
                <a:spcPts val="0"/>
              </a:spcAft>
              <a:buClr>
                <a:schemeClr val="lt1"/>
              </a:buClr>
              <a:buSzPts val="1600"/>
              <a:buNone/>
              <a:defRPr sz="1600">
                <a:solidFill>
                  <a:schemeClr val="lt1"/>
                </a:solidFill>
              </a:defRPr>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6" name="Google Shape;276;p19"/>
          <p:cNvSpPr txBox="1"/>
          <p:nvPr>
            <p:ph idx="2" type="body"/>
          </p:nvPr>
        </p:nvSpPr>
        <p:spPr>
          <a:xfrm>
            <a:off x="7896200" y="1404921"/>
            <a:ext cx="3887813" cy="524886"/>
          </a:xfrm>
          <a:prstGeom prst="rect">
            <a:avLst/>
          </a:prstGeom>
          <a:noFill/>
          <a:ln>
            <a:noFill/>
          </a:ln>
        </p:spPr>
        <p:txBody>
          <a:bodyPr anchorCtr="0" anchor="ctr"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7" name="Google Shape;277;p19"/>
          <p:cNvSpPr txBox="1"/>
          <p:nvPr>
            <p:ph idx="3" type="body"/>
          </p:nvPr>
        </p:nvSpPr>
        <p:spPr>
          <a:xfrm>
            <a:off x="7896200" y="5918247"/>
            <a:ext cx="3887813" cy="524886"/>
          </a:xfrm>
          <a:prstGeom prst="rect">
            <a:avLst/>
          </a:prstGeom>
          <a:noFill/>
          <a:ln>
            <a:noFill/>
          </a:ln>
        </p:spPr>
        <p:txBody>
          <a:bodyPr anchorCtr="0" anchor="ctr"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8" name="Google Shape;278;p19"/>
          <p:cNvSpPr txBox="1"/>
          <p:nvPr>
            <p:ph idx="4" type="body"/>
          </p:nvPr>
        </p:nvSpPr>
        <p:spPr>
          <a:xfrm>
            <a:off x="7896200" y="5015581"/>
            <a:ext cx="3887813" cy="524886"/>
          </a:xfrm>
          <a:prstGeom prst="rect">
            <a:avLst/>
          </a:prstGeom>
          <a:noFill/>
          <a:ln>
            <a:noFill/>
          </a:ln>
        </p:spPr>
        <p:txBody>
          <a:bodyPr anchorCtr="0" anchor="ctr"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9" name="Google Shape;279;p19"/>
          <p:cNvSpPr txBox="1"/>
          <p:nvPr>
            <p:ph idx="5" type="body"/>
          </p:nvPr>
        </p:nvSpPr>
        <p:spPr>
          <a:xfrm>
            <a:off x="7896200" y="4112916"/>
            <a:ext cx="3887813" cy="524886"/>
          </a:xfrm>
          <a:prstGeom prst="rect">
            <a:avLst/>
          </a:prstGeom>
          <a:noFill/>
          <a:ln>
            <a:noFill/>
          </a:ln>
        </p:spPr>
        <p:txBody>
          <a:bodyPr anchorCtr="0" anchor="ctr"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0" name="Google Shape;280;p19"/>
          <p:cNvSpPr txBox="1"/>
          <p:nvPr>
            <p:ph idx="6" type="body"/>
          </p:nvPr>
        </p:nvSpPr>
        <p:spPr>
          <a:xfrm>
            <a:off x="7896200" y="3210251"/>
            <a:ext cx="3887813" cy="524886"/>
          </a:xfrm>
          <a:prstGeom prst="rect">
            <a:avLst/>
          </a:prstGeom>
          <a:noFill/>
          <a:ln>
            <a:noFill/>
          </a:ln>
        </p:spPr>
        <p:txBody>
          <a:bodyPr anchorCtr="0" anchor="ctr"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1" name="Google Shape;281;p19"/>
          <p:cNvSpPr txBox="1"/>
          <p:nvPr>
            <p:ph idx="7" type="body"/>
          </p:nvPr>
        </p:nvSpPr>
        <p:spPr>
          <a:xfrm>
            <a:off x="7896200" y="2307586"/>
            <a:ext cx="3887813" cy="524886"/>
          </a:xfrm>
          <a:prstGeom prst="rect">
            <a:avLst/>
          </a:prstGeom>
          <a:noFill/>
          <a:ln>
            <a:noFill/>
          </a:ln>
        </p:spPr>
        <p:txBody>
          <a:bodyPr anchorCtr="0" anchor="ctr"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2" name="Google Shape;282;p19"/>
          <p:cNvSpPr txBox="1"/>
          <p:nvPr>
            <p:ph type="title"/>
          </p:nvPr>
        </p:nvSpPr>
        <p:spPr>
          <a:xfrm>
            <a:off x="407988" y="1447298"/>
            <a:ext cx="5471988" cy="863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lt1"/>
              </a:buClr>
              <a:buSzPts val="2600"/>
              <a:buFont typeface="Verdana"/>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3" name="Google Shape;283;p19"/>
          <p:cNvSpPr/>
          <p:nvPr/>
        </p:nvSpPr>
        <p:spPr>
          <a:xfrm>
            <a:off x="11784013" y="6555758"/>
            <a:ext cx="242375"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rgbClr val="7F7F7F"/>
                </a:solidFill>
                <a:latin typeface="Verdana"/>
                <a:ea typeface="Verdana"/>
                <a:cs typeface="Verdana"/>
                <a:sym typeface="Verdana"/>
              </a:rPr>
              <a:t>‹#›</a:t>
            </a:fld>
            <a:endParaRPr sz="800">
              <a:solidFill>
                <a:srgbClr val="7F7F7F"/>
              </a:solidFill>
              <a:latin typeface="Verdana"/>
              <a:ea typeface="Verdana"/>
              <a:cs typeface="Verdana"/>
              <a:sym typeface="Verdana"/>
            </a:endParaRPr>
          </a:p>
        </p:txBody>
      </p:sp>
      <p:cxnSp>
        <p:nvCxnSpPr>
          <p:cNvPr id="284" name="Google Shape;284;p19"/>
          <p:cNvCxnSpPr/>
          <p:nvPr/>
        </p:nvCxnSpPr>
        <p:spPr>
          <a:xfrm rot="10800000">
            <a:off x="3283674" y="6587911"/>
            <a:ext cx="0" cy="155576"/>
          </a:xfrm>
          <a:prstGeom prst="straightConnector1">
            <a:avLst/>
          </a:prstGeom>
          <a:solidFill>
            <a:schemeClr val="dk1"/>
          </a:solidFill>
          <a:ln cap="rnd" cmpd="sng" w="12700">
            <a:solidFill>
              <a:schemeClr val="accent2"/>
            </a:solidFill>
            <a:prstDash val="solid"/>
            <a:round/>
            <a:headEnd len="sm" w="sm" type="none"/>
            <a:tailEnd len="sm" w="sm" type="none"/>
          </a:ln>
        </p:spPr>
      </p:cxnSp>
      <p:sp>
        <p:nvSpPr>
          <p:cNvPr id="285" name="Google Shape;285;p19">
            <a:hlinkClick r:id="rId2"/>
          </p:cNvPr>
          <p:cNvSpPr/>
          <p:nvPr/>
        </p:nvSpPr>
        <p:spPr>
          <a:xfrm>
            <a:off x="407988" y="6555971"/>
            <a:ext cx="2829007" cy="219456"/>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lang="en-US" sz="800">
                <a:solidFill>
                  <a:srgbClr val="00458D"/>
                </a:solidFill>
                <a:latin typeface="Verdana"/>
                <a:ea typeface="Verdana"/>
                <a:cs typeface="Verdana"/>
                <a:sym typeface="Verdana"/>
              </a:rPr>
              <a:t>Presentation Title | Author | Date</a:t>
            </a:r>
            <a:endParaRPr/>
          </a:p>
        </p:txBody>
      </p:sp>
      <p:sp>
        <p:nvSpPr>
          <p:cNvPr id="286" name="Google Shape;286;p19"/>
          <p:cNvSpPr/>
          <p:nvPr/>
        </p:nvSpPr>
        <p:spPr>
          <a:xfrm>
            <a:off x="3411379" y="6555758"/>
            <a:ext cx="222368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800">
                <a:solidFill>
                  <a:srgbClr val="767676"/>
                </a:solidFill>
                <a:latin typeface="Verdana"/>
                <a:ea typeface="Verdana"/>
                <a:cs typeface="Verdana"/>
                <a:sym typeface="Verdana"/>
              </a:rPr>
              <a:t>© 2017 Capgemini. All rights reserved.</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columns with signature circle">
  <p:cSld name="3-columns with signature circle">
    <p:bg>
      <p:bgPr>
        <a:solidFill>
          <a:schemeClr val="lt1"/>
        </a:solidFill>
      </p:bgPr>
    </p:bg>
    <p:spTree>
      <p:nvGrpSpPr>
        <p:cNvPr id="287" name="Shape 287"/>
        <p:cNvGrpSpPr/>
        <p:nvPr/>
      </p:nvGrpSpPr>
      <p:grpSpPr>
        <a:xfrm>
          <a:off x="0" y="0"/>
          <a:ext cx="0" cy="0"/>
          <a:chOff x="0" y="0"/>
          <a:chExt cx="0" cy="0"/>
        </a:xfrm>
      </p:grpSpPr>
      <p:sp>
        <p:nvSpPr>
          <p:cNvPr id="288" name="Google Shape;288;p20"/>
          <p:cNvSpPr/>
          <p:nvPr/>
        </p:nvSpPr>
        <p:spPr>
          <a:xfrm>
            <a:off x="998106" y="2708995"/>
            <a:ext cx="3017520" cy="3528293"/>
          </a:xfrm>
          <a:prstGeom prst="rect">
            <a:avLst/>
          </a:prstGeom>
          <a:noFill/>
          <a:ln cap="flat" cmpd="sng" w="38100">
            <a:solidFill>
              <a:srgbClr val="E6E7E7"/>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89" name="Google Shape;289;p20"/>
          <p:cNvSpPr/>
          <p:nvPr/>
        </p:nvSpPr>
        <p:spPr>
          <a:xfrm>
            <a:off x="4601266" y="2744279"/>
            <a:ext cx="3017520" cy="3528293"/>
          </a:xfrm>
          <a:prstGeom prst="rect">
            <a:avLst/>
          </a:prstGeom>
          <a:noFill/>
          <a:ln cap="flat" cmpd="sng" w="38100">
            <a:solidFill>
              <a:srgbClr val="E6E7E7"/>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90" name="Google Shape;290;p20"/>
          <p:cNvSpPr/>
          <p:nvPr/>
        </p:nvSpPr>
        <p:spPr>
          <a:xfrm>
            <a:off x="8204425" y="2744279"/>
            <a:ext cx="3017520" cy="3528293"/>
          </a:xfrm>
          <a:prstGeom prst="rect">
            <a:avLst/>
          </a:prstGeom>
          <a:noFill/>
          <a:ln cap="flat" cmpd="sng" w="38100">
            <a:solidFill>
              <a:srgbClr val="E6E7E7"/>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91" name="Google Shape;291;p20"/>
          <p:cNvSpPr/>
          <p:nvPr/>
        </p:nvSpPr>
        <p:spPr>
          <a:xfrm>
            <a:off x="8674834" y="1772816"/>
            <a:ext cx="2076703" cy="1962143"/>
          </a:xfrm>
          <a:custGeom>
            <a:rect b="b" l="l" r="r" t="t"/>
            <a:pathLst>
              <a:path extrusionOk="0" h="3131423" w="3314252">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92" name="Google Shape;292;p20"/>
          <p:cNvSpPr/>
          <p:nvPr/>
        </p:nvSpPr>
        <p:spPr>
          <a:xfrm>
            <a:off x="5071675" y="1772816"/>
            <a:ext cx="2076703" cy="1962143"/>
          </a:xfrm>
          <a:custGeom>
            <a:rect b="b" l="l" r="r" t="t"/>
            <a:pathLst>
              <a:path extrusionOk="0" h="3131423" w="3314252">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12AB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93" name="Google Shape;293;p20"/>
          <p:cNvSpPr/>
          <p:nvPr/>
        </p:nvSpPr>
        <p:spPr>
          <a:xfrm>
            <a:off x="1468515" y="1772816"/>
            <a:ext cx="2076703" cy="1962143"/>
          </a:xfrm>
          <a:custGeom>
            <a:rect b="b" l="l" r="r" t="t"/>
            <a:pathLst>
              <a:path extrusionOk="0" h="3131423" w="3314252">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0070A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2800">
              <a:solidFill>
                <a:schemeClr val="lt1"/>
              </a:solidFill>
              <a:latin typeface="Verdana"/>
              <a:ea typeface="Verdana"/>
              <a:cs typeface="Verdana"/>
              <a:sym typeface="Verdana"/>
            </a:endParaRPr>
          </a:p>
        </p:txBody>
      </p:sp>
      <p:sp>
        <p:nvSpPr>
          <p:cNvPr id="294" name="Google Shape;294;p20"/>
          <p:cNvSpPr txBox="1"/>
          <p:nvPr>
            <p:ph idx="1" type="body"/>
          </p:nvPr>
        </p:nvSpPr>
        <p:spPr>
          <a:xfrm>
            <a:off x="1678985" y="2492375"/>
            <a:ext cx="1655762" cy="576263"/>
          </a:xfrm>
          <a:prstGeom prst="rect">
            <a:avLst/>
          </a:prstGeom>
          <a:noFill/>
          <a:ln>
            <a:noFill/>
          </a:ln>
        </p:spPr>
        <p:txBody>
          <a:bodyPr anchorCtr="0" anchor="ctr" bIns="0" lIns="0" spcFirstLastPara="1" rIns="0" wrap="square" tIns="0">
            <a:noAutofit/>
          </a:bodyPr>
          <a:lstStyle>
            <a:lvl1pPr indent="-228600" lvl="0" marL="457200" algn="ctr">
              <a:lnSpc>
                <a:spcPct val="115384"/>
              </a:lnSpc>
              <a:spcBef>
                <a:spcPts val="0"/>
              </a:spcBef>
              <a:spcAft>
                <a:spcPts val="0"/>
              </a:spcAft>
              <a:buClr>
                <a:schemeClr val="lt1"/>
              </a:buClr>
              <a:buSzPts val="2600"/>
              <a:buNone/>
              <a:defRPr b="1" sz="2600">
                <a:solidFill>
                  <a:schemeClr val="lt1"/>
                </a:solidFill>
              </a:defRPr>
            </a:lvl1pPr>
            <a:lvl2pPr indent="-342900" lvl="1" marL="914400" algn="l">
              <a:lnSpc>
                <a:spcPct val="111111"/>
              </a:lnSpc>
              <a:spcBef>
                <a:spcPts val="600"/>
              </a:spcBef>
              <a:spcAft>
                <a:spcPts val="0"/>
              </a:spcAft>
              <a:buSzPts val="1800"/>
              <a:buChar char="▪"/>
              <a:defRPr/>
            </a:lvl2pPr>
            <a:lvl3pPr indent="-342900" lvl="2" marL="1371600" algn="l">
              <a:lnSpc>
                <a:spcPct val="88888"/>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5" name="Google Shape;295;p20"/>
          <p:cNvSpPr txBox="1"/>
          <p:nvPr>
            <p:ph idx="2" type="body"/>
          </p:nvPr>
        </p:nvSpPr>
        <p:spPr>
          <a:xfrm>
            <a:off x="5282145" y="2492896"/>
            <a:ext cx="1655762" cy="576263"/>
          </a:xfrm>
          <a:prstGeom prst="rect">
            <a:avLst/>
          </a:prstGeom>
          <a:noFill/>
          <a:ln>
            <a:noFill/>
          </a:ln>
        </p:spPr>
        <p:txBody>
          <a:bodyPr anchorCtr="0" anchor="ctr" bIns="0" lIns="0" spcFirstLastPara="1" rIns="0" wrap="square" tIns="0">
            <a:noAutofit/>
          </a:bodyPr>
          <a:lstStyle>
            <a:lvl1pPr indent="-228600" lvl="0" marL="457200" algn="ctr">
              <a:lnSpc>
                <a:spcPct val="115384"/>
              </a:lnSpc>
              <a:spcBef>
                <a:spcPts val="0"/>
              </a:spcBef>
              <a:spcAft>
                <a:spcPts val="0"/>
              </a:spcAft>
              <a:buClr>
                <a:schemeClr val="lt1"/>
              </a:buClr>
              <a:buSzPts val="2600"/>
              <a:buNone/>
              <a:defRPr b="1" sz="2600">
                <a:solidFill>
                  <a:schemeClr val="lt1"/>
                </a:solidFill>
              </a:defRPr>
            </a:lvl1pPr>
            <a:lvl2pPr indent="-342900" lvl="1" marL="914400" algn="l">
              <a:lnSpc>
                <a:spcPct val="111111"/>
              </a:lnSpc>
              <a:spcBef>
                <a:spcPts val="600"/>
              </a:spcBef>
              <a:spcAft>
                <a:spcPts val="0"/>
              </a:spcAft>
              <a:buSzPts val="1800"/>
              <a:buChar char="▪"/>
              <a:defRPr/>
            </a:lvl2pPr>
            <a:lvl3pPr indent="-342900" lvl="2" marL="1371600" algn="l">
              <a:lnSpc>
                <a:spcPct val="88888"/>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6" name="Google Shape;296;p20"/>
          <p:cNvSpPr txBox="1"/>
          <p:nvPr>
            <p:ph idx="3" type="body"/>
          </p:nvPr>
        </p:nvSpPr>
        <p:spPr>
          <a:xfrm>
            <a:off x="8885304" y="2465855"/>
            <a:ext cx="1655762" cy="576263"/>
          </a:xfrm>
          <a:prstGeom prst="rect">
            <a:avLst/>
          </a:prstGeom>
          <a:noFill/>
          <a:ln>
            <a:noFill/>
          </a:ln>
        </p:spPr>
        <p:txBody>
          <a:bodyPr anchorCtr="0" anchor="ctr" bIns="0" lIns="0" spcFirstLastPara="1" rIns="0" wrap="square" tIns="0">
            <a:noAutofit/>
          </a:bodyPr>
          <a:lstStyle>
            <a:lvl1pPr indent="-228600" lvl="0" marL="457200" algn="ctr">
              <a:lnSpc>
                <a:spcPct val="115384"/>
              </a:lnSpc>
              <a:spcBef>
                <a:spcPts val="0"/>
              </a:spcBef>
              <a:spcAft>
                <a:spcPts val="0"/>
              </a:spcAft>
              <a:buClr>
                <a:schemeClr val="lt1"/>
              </a:buClr>
              <a:buSzPts val="2600"/>
              <a:buNone/>
              <a:defRPr b="1" sz="2600">
                <a:solidFill>
                  <a:schemeClr val="lt1"/>
                </a:solidFill>
              </a:defRPr>
            </a:lvl1pPr>
            <a:lvl2pPr indent="-342900" lvl="1" marL="914400" algn="l">
              <a:lnSpc>
                <a:spcPct val="111111"/>
              </a:lnSpc>
              <a:spcBef>
                <a:spcPts val="600"/>
              </a:spcBef>
              <a:spcAft>
                <a:spcPts val="0"/>
              </a:spcAft>
              <a:buSzPts val="1800"/>
              <a:buChar char="▪"/>
              <a:defRPr/>
            </a:lvl2pPr>
            <a:lvl3pPr indent="-342900" lvl="2" marL="1371600" algn="l">
              <a:lnSpc>
                <a:spcPct val="88888"/>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7" name="Google Shape;297;p20"/>
          <p:cNvSpPr txBox="1"/>
          <p:nvPr>
            <p:ph idx="4" type="body"/>
          </p:nvPr>
        </p:nvSpPr>
        <p:spPr>
          <a:xfrm>
            <a:off x="1138441" y="4005263"/>
            <a:ext cx="2736850" cy="647700"/>
          </a:xfrm>
          <a:prstGeom prst="rect">
            <a:avLst/>
          </a:prstGeom>
          <a:noFill/>
          <a:ln>
            <a:noFill/>
          </a:ln>
        </p:spPr>
        <p:txBody>
          <a:bodyPr anchorCtr="0" anchor="t" bIns="0" lIns="0" spcFirstLastPara="1" rIns="0" wrap="square" tIns="0">
            <a:normAutofit/>
          </a:bodyPr>
          <a:lstStyle>
            <a:lvl1pPr indent="-228600" lvl="0" marL="457200" algn="ctr">
              <a:lnSpc>
                <a:spcPct val="122222"/>
              </a:lnSpc>
              <a:spcBef>
                <a:spcPts val="0"/>
              </a:spcBef>
              <a:spcAft>
                <a:spcPts val="0"/>
              </a:spcAft>
              <a:buClr>
                <a:schemeClr val="dk1"/>
              </a:buClr>
              <a:buSzPts val="1800"/>
              <a:buNone/>
              <a:defRPr/>
            </a:lvl1pPr>
            <a:lvl2pPr indent="-228600" lvl="1" marL="914400" algn="l">
              <a:lnSpc>
                <a:spcPct val="125000"/>
              </a:lnSpc>
              <a:spcBef>
                <a:spcPts val="600"/>
              </a:spcBef>
              <a:spcAft>
                <a:spcPts val="0"/>
              </a:spcAft>
              <a:buSzPts val="1600"/>
              <a:buNone/>
              <a:defRPr/>
            </a:lvl2pPr>
            <a:lvl3pPr indent="-342900" lvl="2" marL="1371600" algn="l">
              <a:lnSpc>
                <a:spcPct val="88888"/>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8" name="Google Shape;298;p20"/>
          <p:cNvSpPr txBox="1"/>
          <p:nvPr>
            <p:ph idx="5" type="body"/>
          </p:nvPr>
        </p:nvSpPr>
        <p:spPr>
          <a:xfrm>
            <a:off x="4741601" y="4005064"/>
            <a:ext cx="2736850" cy="647700"/>
          </a:xfrm>
          <a:prstGeom prst="rect">
            <a:avLst/>
          </a:prstGeom>
          <a:noFill/>
          <a:ln>
            <a:noFill/>
          </a:ln>
        </p:spPr>
        <p:txBody>
          <a:bodyPr anchorCtr="0" anchor="t" bIns="0" lIns="0" spcFirstLastPara="1" rIns="0" wrap="square" tIns="0">
            <a:normAutofit/>
          </a:bodyPr>
          <a:lstStyle>
            <a:lvl1pPr indent="-228600" lvl="0" marL="457200" algn="ctr">
              <a:lnSpc>
                <a:spcPct val="122222"/>
              </a:lnSpc>
              <a:spcBef>
                <a:spcPts val="0"/>
              </a:spcBef>
              <a:spcAft>
                <a:spcPts val="0"/>
              </a:spcAft>
              <a:buClr>
                <a:schemeClr val="dk1"/>
              </a:buClr>
              <a:buSzPts val="1800"/>
              <a:buNone/>
              <a:defRPr/>
            </a:lvl1pPr>
            <a:lvl2pPr indent="-228600" lvl="1" marL="914400" algn="l">
              <a:lnSpc>
                <a:spcPct val="125000"/>
              </a:lnSpc>
              <a:spcBef>
                <a:spcPts val="600"/>
              </a:spcBef>
              <a:spcAft>
                <a:spcPts val="0"/>
              </a:spcAft>
              <a:buSzPts val="1600"/>
              <a:buNone/>
              <a:defRPr/>
            </a:lvl2pPr>
            <a:lvl3pPr indent="-342900" lvl="2" marL="1371600" algn="l">
              <a:lnSpc>
                <a:spcPct val="88888"/>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9" name="Google Shape;299;p20"/>
          <p:cNvSpPr txBox="1"/>
          <p:nvPr>
            <p:ph idx="6" type="body"/>
          </p:nvPr>
        </p:nvSpPr>
        <p:spPr>
          <a:xfrm>
            <a:off x="8344760" y="4005064"/>
            <a:ext cx="2736850" cy="647700"/>
          </a:xfrm>
          <a:prstGeom prst="rect">
            <a:avLst/>
          </a:prstGeom>
          <a:noFill/>
          <a:ln>
            <a:noFill/>
          </a:ln>
        </p:spPr>
        <p:txBody>
          <a:bodyPr anchorCtr="0" anchor="t" bIns="0" lIns="0" spcFirstLastPara="1" rIns="0" wrap="square" tIns="0">
            <a:normAutofit/>
          </a:bodyPr>
          <a:lstStyle>
            <a:lvl1pPr indent="-228600" lvl="0" marL="457200" algn="ctr">
              <a:lnSpc>
                <a:spcPct val="122222"/>
              </a:lnSpc>
              <a:spcBef>
                <a:spcPts val="0"/>
              </a:spcBef>
              <a:spcAft>
                <a:spcPts val="0"/>
              </a:spcAft>
              <a:buClr>
                <a:schemeClr val="dk1"/>
              </a:buClr>
              <a:buSzPts val="1800"/>
              <a:buNone/>
              <a:defRPr/>
            </a:lvl1pPr>
            <a:lvl2pPr indent="-228600" lvl="1" marL="914400" algn="l">
              <a:lnSpc>
                <a:spcPct val="125000"/>
              </a:lnSpc>
              <a:spcBef>
                <a:spcPts val="600"/>
              </a:spcBef>
              <a:spcAft>
                <a:spcPts val="0"/>
              </a:spcAft>
              <a:buSzPts val="1600"/>
              <a:buNone/>
              <a:defRPr/>
            </a:lvl2pPr>
            <a:lvl3pPr indent="-342900" lvl="2" marL="1371600" algn="l">
              <a:lnSpc>
                <a:spcPct val="88888"/>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0" name="Google Shape;300;p20"/>
          <p:cNvSpPr txBox="1"/>
          <p:nvPr>
            <p:ph idx="7" type="body"/>
          </p:nvPr>
        </p:nvSpPr>
        <p:spPr>
          <a:xfrm>
            <a:off x="8344760" y="4941888"/>
            <a:ext cx="2736850" cy="935037"/>
          </a:xfrm>
          <a:prstGeom prst="rect">
            <a:avLst/>
          </a:prstGeom>
          <a:noFill/>
          <a:ln>
            <a:noFill/>
          </a:ln>
        </p:spPr>
        <p:txBody>
          <a:bodyPr anchorCtr="0" anchor="t" bIns="0" lIns="0" spcFirstLastPara="1" rIns="0" wrap="square" tIns="0">
            <a:normAutofit/>
          </a:bodyPr>
          <a:lstStyle>
            <a:lvl1pPr indent="-228600" lvl="0" marL="457200" algn="l">
              <a:lnSpc>
                <a:spcPct val="157142"/>
              </a:lnSpc>
              <a:spcBef>
                <a:spcPts val="0"/>
              </a:spcBef>
              <a:spcAft>
                <a:spcPts val="0"/>
              </a:spcAft>
              <a:buClr>
                <a:schemeClr val="dk1"/>
              </a:buClr>
              <a:buSzPts val="1400"/>
              <a:buNone/>
              <a:defRPr sz="1400"/>
            </a:lvl1pPr>
            <a:lvl2pPr indent="-342900" lvl="1" marL="914400" algn="l">
              <a:lnSpc>
                <a:spcPct val="111111"/>
              </a:lnSpc>
              <a:spcBef>
                <a:spcPts val="600"/>
              </a:spcBef>
              <a:spcAft>
                <a:spcPts val="0"/>
              </a:spcAft>
              <a:buSzPts val="1800"/>
              <a:buChar char="▪"/>
              <a:defRPr/>
            </a:lvl2pPr>
            <a:lvl3pPr indent="-342900" lvl="2" marL="1371600" algn="l">
              <a:lnSpc>
                <a:spcPct val="88888"/>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1" name="Google Shape;301;p20"/>
          <p:cNvSpPr txBox="1"/>
          <p:nvPr>
            <p:ph idx="8" type="body"/>
          </p:nvPr>
        </p:nvSpPr>
        <p:spPr>
          <a:xfrm>
            <a:off x="4741601" y="4919315"/>
            <a:ext cx="2736850" cy="935037"/>
          </a:xfrm>
          <a:prstGeom prst="rect">
            <a:avLst/>
          </a:prstGeom>
          <a:noFill/>
          <a:ln>
            <a:noFill/>
          </a:ln>
        </p:spPr>
        <p:txBody>
          <a:bodyPr anchorCtr="0" anchor="t" bIns="0" lIns="0" spcFirstLastPara="1" rIns="0" wrap="square" tIns="0">
            <a:normAutofit/>
          </a:bodyPr>
          <a:lstStyle>
            <a:lvl1pPr indent="-228600" lvl="0" marL="457200" algn="l">
              <a:lnSpc>
                <a:spcPct val="157142"/>
              </a:lnSpc>
              <a:spcBef>
                <a:spcPts val="0"/>
              </a:spcBef>
              <a:spcAft>
                <a:spcPts val="0"/>
              </a:spcAft>
              <a:buClr>
                <a:schemeClr val="dk1"/>
              </a:buClr>
              <a:buSzPts val="1400"/>
              <a:buNone/>
              <a:defRPr sz="1400"/>
            </a:lvl1pPr>
            <a:lvl2pPr indent="-342900" lvl="1" marL="914400" algn="l">
              <a:lnSpc>
                <a:spcPct val="111111"/>
              </a:lnSpc>
              <a:spcBef>
                <a:spcPts val="600"/>
              </a:spcBef>
              <a:spcAft>
                <a:spcPts val="0"/>
              </a:spcAft>
              <a:buSzPts val="1800"/>
              <a:buChar char="▪"/>
              <a:defRPr/>
            </a:lvl2pPr>
            <a:lvl3pPr indent="-342900" lvl="2" marL="1371600" algn="l">
              <a:lnSpc>
                <a:spcPct val="88888"/>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2" name="Google Shape;302;p20"/>
          <p:cNvSpPr txBox="1"/>
          <p:nvPr>
            <p:ph idx="9" type="body"/>
          </p:nvPr>
        </p:nvSpPr>
        <p:spPr>
          <a:xfrm>
            <a:off x="1138441" y="4919315"/>
            <a:ext cx="2736850" cy="935037"/>
          </a:xfrm>
          <a:prstGeom prst="rect">
            <a:avLst/>
          </a:prstGeom>
          <a:noFill/>
          <a:ln>
            <a:noFill/>
          </a:ln>
        </p:spPr>
        <p:txBody>
          <a:bodyPr anchorCtr="0" anchor="t" bIns="0" lIns="0" spcFirstLastPara="1" rIns="0" wrap="square" tIns="0">
            <a:normAutofit/>
          </a:bodyPr>
          <a:lstStyle>
            <a:lvl1pPr indent="-228600" lvl="0" marL="457200" algn="l">
              <a:lnSpc>
                <a:spcPct val="157142"/>
              </a:lnSpc>
              <a:spcBef>
                <a:spcPts val="0"/>
              </a:spcBef>
              <a:spcAft>
                <a:spcPts val="0"/>
              </a:spcAft>
              <a:buClr>
                <a:schemeClr val="dk1"/>
              </a:buClr>
              <a:buSzPts val="1400"/>
              <a:buNone/>
              <a:defRPr sz="1400"/>
            </a:lvl1pPr>
            <a:lvl2pPr indent="-342900" lvl="1" marL="914400" algn="l">
              <a:lnSpc>
                <a:spcPct val="111111"/>
              </a:lnSpc>
              <a:spcBef>
                <a:spcPts val="600"/>
              </a:spcBef>
              <a:spcAft>
                <a:spcPts val="0"/>
              </a:spcAft>
              <a:buSzPts val="1800"/>
              <a:buChar char="▪"/>
              <a:defRPr/>
            </a:lvl2pPr>
            <a:lvl3pPr indent="-342900" lvl="2" marL="1371600" algn="l">
              <a:lnSpc>
                <a:spcPct val="88888"/>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3" name="Google Shape;303;p20"/>
          <p:cNvSpPr txBox="1"/>
          <p:nvPr>
            <p:ph type="title"/>
          </p:nvPr>
        </p:nvSpPr>
        <p:spPr>
          <a:xfrm>
            <a:off x="407988" y="404813"/>
            <a:ext cx="11016604" cy="863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2"/>
              </a:buClr>
              <a:buSzPts val="2600"/>
              <a:buFont typeface="Verdana"/>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4" name="Google Shape;304;p20"/>
          <p:cNvSpPr/>
          <p:nvPr/>
        </p:nvSpPr>
        <p:spPr>
          <a:xfrm>
            <a:off x="11784013" y="6555758"/>
            <a:ext cx="242375"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rgbClr val="7F7F7F"/>
                </a:solidFill>
                <a:latin typeface="Verdana"/>
                <a:ea typeface="Verdana"/>
                <a:cs typeface="Verdana"/>
                <a:sym typeface="Verdana"/>
              </a:rPr>
              <a:t>‹#›</a:t>
            </a:fld>
            <a:endParaRPr sz="800">
              <a:solidFill>
                <a:srgbClr val="7F7F7F"/>
              </a:solidFill>
              <a:latin typeface="Verdana"/>
              <a:ea typeface="Verdana"/>
              <a:cs typeface="Verdana"/>
              <a:sym typeface="Verdana"/>
            </a:endParaRPr>
          </a:p>
        </p:txBody>
      </p:sp>
      <p:cxnSp>
        <p:nvCxnSpPr>
          <p:cNvPr id="305" name="Google Shape;305;p20"/>
          <p:cNvCxnSpPr/>
          <p:nvPr/>
        </p:nvCxnSpPr>
        <p:spPr>
          <a:xfrm rot="10800000">
            <a:off x="3283674" y="6587911"/>
            <a:ext cx="0" cy="155576"/>
          </a:xfrm>
          <a:prstGeom prst="straightConnector1">
            <a:avLst/>
          </a:prstGeom>
          <a:solidFill>
            <a:schemeClr val="dk1"/>
          </a:solidFill>
          <a:ln cap="rnd" cmpd="sng" w="12700">
            <a:solidFill>
              <a:schemeClr val="accent2"/>
            </a:solidFill>
            <a:prstDash val="solid"/>
            <a:round/>
            <a:headEnd len="sm" w="sm" type="none"/>
            <a:tailEnd len="sm" w="sm" type="none"/>
          </a:ln>
        </p:spPr>
      </p:cxnSp>
      <p:sp>
        <p:nvSpPr>
          <p:cNvPr id="306" name="Google Shape;306;p20">
            <a:hlinkClick r:id="rId2"/>
          </p:cNvPr>
          <p:cNvSpPr/>
          <p:nvPr/>
        </p:nvSpPr>
        <p:spPr>
          <a:xfrm>
            <a:off x="407988" y="6555971"/>
            <a:ext cx="2829007" cy="219456"/>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lang="en-US" sz="800">
                <a:solidFill>
                  <a:srgbClr val="00458D"/>
                </a:solidFill>
                <a:latin typeface="Verdana"/>
                <a:ea typeface="Verdana"/>
                <a:cs typeface="Verdana"/>
                <a:sym typeface="Verdana"/>
              </a:rPr>
              <a:t>Presentation Title | Author | Date</a:t>
            </a:r>
            <a:endParaRPr/>
          </a:p>
        </p:txBody>
      </p:sp>
      <p:sp>
        <p:nvSpPr>
          <p:cNvPr id="307" name="Google Shape;307;p20"/>
          <p:cNvSpPr/>
          <p:nvPr/>
        </p:nvSpPr>
        <p:spPr>
          <a:xfrm>
            <a:off x="3411379" y="6555758"/>
            <a:ext cx="222368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800">
                <a:solidFill>
                  <a:srgbClr val="767676"/>
                </a:solidFill>
                <a:latin typeface="Verdana"/>
                <a:ea typeface="Verdana"/>
                <a:cs typeface="Verdana"/>
                <a:sym typeface="Verdana"/>
              </a:rPr>
              <a:t>© 2017 Capgemini. All rights reserved.</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with Shapes - Layout5">
  <p:cSld name="Text with Shapes - Layout5">
    <p:bg>
      <p:bgPr>
        <a:solidFill>
          <a:schemeClr val="lt1"/>
        </a:solidFill>
      </p:bgPr>
    </p:bg>
    <p:spTree>
      <p:nvGrpSpPr>
        <p:cNvPr id="308" name="Shape 308"/>
        <p:cNvGrpSpPr/>
        <p:nvPr/>
      </p:nvGrpSpPr>
      <p:grpSpPr>
        <a:xfrm>
          <a:off x="0" y="0"/>
          <a:ext cx="0" cy="0"/>
          <a:chOff x="0" y="0"/>
          <a:chExt cx="0" cy="0"/>
        </a:xfrm>
      </p:grpSpPr>
      <p:sp>
        <p:nvSpPr>
          <p:cNvPr id="309" name="Google Shape;309;p21"/>
          <p:cNvSpPr/>
          <p:nvPr/>
        </p:nvSpPr>
        <p:spPr>
          <a:xfrm>
            <a:off x="0" y="4437112"/>
            <a:ext cx="12192000" cy="2420888"/>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310" name="Google Shape;310;p21"/>
          <p:cNvSpPr txBox="1"/>
          <p:nvPr>
            <p:ph idx="1" type="body"/>
          </p:nvPr>
        </p:nvSpPr>
        <p:spPr>
          <a:xfrm>
            <a:off x="407988" y="1700808"/>
            <a:ext cx="5832475" cy="432048"/>
          </a:xfrm>
          <a:prstGeom prst="rect">
            <a:avLst/>
          </a:prstGeom>
          <a:noFill/>
          <a:ln>
            <a:noFill/>
          </a:ln>
        </p:spPr>
        <p:txBody>
          <a:bodyPr anchorCtr="0" anchor="ctr" bIns="0" lIns="0" spcFirstLastPara="1" rIns="0" wrap="square" tIns="0">
            <a:noAutofit/>
          </a:bodyPr>
          <a:lstStyle>
            <a:lvl1pPr indent="-228600" lvl="0" marL="457200" algn="l">
              <a:lnSpc>
                <a:spcPct val="122222"/>
              </a:lnSpc>
              <a:spcBef>
                <a:spcPts val="0"/>
              </a:spcBef>
              <a:spcAft>
                <a:spcPts val="0"/>
              </a:spcAft>
              <a:buClr>
                <a:srgbClr val="12ABDB"/>
              </a:buClr>
              <a:buSzPts val="1800"/>
              <a:buNone/>
              <a:defRPr sz="1800">
                <a:solidFill>
                  <a:srgbClr val="12ABDB"/>
                </a:solidFill>
              </a:defRPr>
            </a:lvl1pPr>
            <a:lvl2pPr indent="-317500" lvl="1" marL="914400" algn="l">
              <a:lnSpc>
                <a:spcPct val="100000"/>
              </a:lnSpc>
              <a:spcBef>
                <a:spcPts val="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1" name="Google Shape;311;p21"/>
          <p:cNvSpPr/>
          <p:nvPr/>
        </p:nvSpPr>
        <p:spPr>
          <a:xfrm rot="-2285894">
            <a:off x="10091405" y="-166653"/>
            <a:ext cx="3522628" cy="5177025"/>
          </a:xfrm>
          <a:custGeom>
            <a:rect b="b" l="l" r="r" t="t"/>
            <a:pathLst>
              <a:path extrusionOk="0" h="5177025" w="3522628">
                <a:moveTo>
                  <a:pt x="3522628" y="891962"/>
                </a:moveTo>
                <a:lnTo>
                  <a:pt x="162923" y="5177025"/>
                </a:lnTo>
                <a:lnTo>
                  <a:pt x="0" y="5049285"/>
                </a:lnTo>
                <a:lnTo>
                  <a:pt x="0" y="1923687"/>
                </a:lnTo>
                <a:lnTo>
                  <a:pt x="1508267" y="0"/>
                </a:lnTo>
                <a:lnTo>
                  <a:pt x="2384994" y="0"/>
                </a:lnTo>
                <a:close/>
              </a:path>
            </a:pathLst>
          </a:custGeom>
          <a:noFill/>
          <a:ln>
            <a:noFill/>
          </a:ln>
        </p:spPr>
      </p:sp>
      <p:sp>
        <p:nvSpPr>
          <p:cNvPr id="312" name="Google Shape;312;p21"/>
          <p:cNvSpPr txBox="1"/>
          <p:nvPr>
            <p:ph idx="2" type="body"/>
          </p:nvPr>
        </p:nvSpPr>
        <p:spPr>
          <a:xfrm>
            <a:off x="618009" y="5585038"/>
            <a:ext cx="1692449" cy="432048"/>
          </a:xfrm>
          <a:prstGeom prst="rect">
            <a:avLst/>
          </a:prstGeom>
          <a:noFill/>
          <a:ln>
            <a:noFill/>
          </a:ln>
        </p:spPr>
        <p:txBody>
          <a:bodyPr anchorCtr="0" anchor="ctr" bIns="0" lIns="0" spcFirstLastPara="1" rIns="0" wrap="square" tIns="0">
            <a:noAutofit/>
          </a:bodyPr>
          <a:lstStyle>
            <a:lvl1pPr indent="-228600" lvl="0" marL="457200" algn="ctr">
              <a:lnSpc>
                <a:spcPct val="107692"/>
              </a:lnSpc>
              <a:spcBef>
                <a:spcPts val="0"/>
              </a:spcBef>
              <a:spcAft>
                <a:spcPts val="0"/>
              </a:spcAft>
              <a:buClr>
                <a:schemeClr val="dk1"/>
              </a:buClr>
              <a:buSzPts val="1300"/>
              <a:buNone/>
              <a:defRPr sz="1300">
                <a:solidFill>
                  <a:schemeClr val="dk1"/>
                </a:solidFill>
              </a:defRPr>
            </a:lvl1pPr>
            <a:lvl2pPr indent="-317500" lvl="1" marL="914400" algn="l">
              <a:lnSpc>
                <a:spcPct val="100000"/>
              </a:lnSpc>
              <a:spcBef>
                <a:spcPts val="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3" name="Google Shape;313;p21"/>
          <p:cNvSpPr txBox="1"/>
          <p:nvPr>
            <p:ph idx="3" type="body"/>
          </p:nvPr>
        </p:nvSpPr>
        <p:spPr>
          <a:xfrm>
            <a:off x="2511156" y="5585038"/>
            <a:ext cx="1692449" cy="432048"/>
          </a:xfrm>
          <a:prstGeom prst="rect">
            <a:avLst/>
          </a:prstGeom>
          <a:noFill/>
          <a:ln>
            <a:noFill/>
          </a:ln>
        </p:spPr>
        <p:txBody>
          <a:bodyPr anchorCtr="0" anchor="ctr" bIns="0" lIns="0" spcFirstLastPara="1" rIns="0" wrap="square" tIns="0">
            <a:noAutofit/>
          </a:bodyPr>
          <a:lstStyle>
            <a:lvl1pPr indent="-228600" lvl="0" marL="457200" algn="ctr">
              <a:lnSpc>
                <a:spcPct val="107692"/>
              </a:lnSpc>
              <a:spcBef>
                <a:spcPts val="0"/>
              </a:spcBef>
              <a:spcAft>
                <a:spcPts val="0"/>
              </a:spcAft>
              <a:buClr>
                <a:schemeClr val="dk1"/>
              </a:buClr>
              <a:buSzPts val="1300"/>
              <a:buNone/>
              <a:defRPr sz="1300">
                <a:solidFill>
                  <a:schemeClr val="dk1"/>
                </a:solidFill>
              </a:defRPr>
            </a:lvl1pPr>
            <a:lvl2pPr indent="-317500" lvl="1" marL="914400" algn="l">
              <a:lnSpc>
                <a:spcPct val="100000"/>
              </a:lnSpc>
              <a:spcBef>
                <a:spcPts val="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4" name="Google Shape;314;p21"/>
          <p:cNvSpPr txBox="1"/>
          <p:nvPr>
            <p:ph idx="4" type="body"/>
          </p:nvPr>
        </p:nvSpPr>
        <p:spPr>
          <a:xfrm>
            <a:off x="4404303" y="5585038"/>
            <a:ext cx="1692449" cy="432048"/>
          </a:xfrm>
          <a:prstGeom prst="rect">
            <a:avLst/>
          </a:prstGeom>
          <a:noFill/>
          <a:ln>
            <a:noFill/>
          </a:ln>
        </p:spPr>
        <p:txBody>
          <a:bodyPr anchorCtr="0" anchor="ctr" bIns="0" lIns="0" spcFirstLastPara="1" rIns="0" wrap="square" tIns="0">
            <a:noAutofit/>
          </a:bodyPr>
          <a:lstStyle>
            <a:lvl1pPr indent="-228600" lvl="0" marL="457200" algn="ctr">
              <a:lnSpc>
                <a:spcPct val="107692"/>
              </a:lnSpc>
              <a:spcBef>
                <a:spcPts val="0"/>
              </a:spcBef>
              <a:spcAft>
                <a:spcPts val="0"/>
              </a:spcAft>
              <a:buClr>
                <a:schemeClr val="dk1"/>
              </a:buClr>
              <a:buSzPts val="1300"/>
              <a:buNone/>
              <a:defRPr sz="1300">
                <a:solidFill>
                  <a:schemeClr val="dk1"/>
                </a:solidFill>
              </a:defRPr>
            </a:lvl1pPr>
            <a:lvl2pPr indent="-317500" lvl="1" marL="914400" algn="l">
              <a:lnSpc>
                <a:spcPct val="100000"/>
              </a:lnSpc>
              <a:spcBef>
                <a:spcPts val="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5" name="Google Shape;315;p21"/>
          <p:cNvSpPr txBox="1"/>
          <p:nvPr>
            <p:ph idx="5" type="body"/>
          </p:nvPr>
        </p:nvSpPr>
        <p:spPr>
          <a:xfrm>
            <a:off x="6297450" y="5585038"/>
            <a:ext cx="1692449" cy="432048"/>
          </a:xfrm>
          <a:prstGeom prst="rect">
            <a:avLst/>
          </a:prstGeom>
          <a:noFill/>
          <a:ln>
            <a:noFill/>
          </a:ln>
        </p:spPr>
        <p:txBody>
          <a:bodyPr anchorCtr="0" anchor="ctr" bIns="0" lIns="0" spcFirstLastPara="1" rIns="0" wrap="square" tIns="0">
            <a:noAutofit/>
          </a:bodyPr>
          <a:lstStyle>
            <a:lvl1pPr indent="-228600" lvl="0" marL="457200" algn="ctr">
              <a:lnSpc>
                <a:spcPct val="107692"/>
              </a:lnSpc>
              <a:spcBef>
                <a:spcPts val="0"/>
              </a:spcBef>
              <a:spcAft>
                <a:spcPts val="0"/>
              </a:spcAft>
              <a:buClr>
                <a:schemeClr val="dk1"/>
              </a:buClr>
              <a:buSzPts val="1300"/>
              <a:buNone/>
              <a:defRPr sz="1300">
                <a:solidFill>
                  <a:schemeClr val="dk1"/>
                </a:solidFill>
              </a:defRPr>
            </a:lvl1pPr>
            <a:lvl2pPr indent="-317500" lvl="1" marL="914400" algn="l">
              <a:lnSpc>
                <a:spcPct val="100000"/>
              </a:lnSpc>
              <a:spcBef>
                <a:spcPts val="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6" name="Google Shape;316;p21"/>
          <p:cNvSpPr txBox="1"/>
          <p:nvPr>
            <p:ph idx="6" type="body"/>
          </p:nvPr>
        </p:nvSpPr>
        <p:spPr>
          <a:xfrm>
            <a:off x="8190597" y="5585038"/>
            <a:ext cx="1692449" cy="432048"/>
          </a:xfrm>
          <a:prstGeom prst="rect">
            <a:avLst/>
          </a:prstGeom>
          <a:noFill/>
          <a:ln>
            <a:noFill/>
          </a:ln>
        </p:spPr>
        <p:txBody>
          <a:bodyPr anchorCtr="0" anchor="ctr" bIns="0" lIns="0" spcFirstLastPara="1" rIns="0" wrap="square" tIns="0">
            <a:noAutofit/>
          </a:bodyPr>
          <a:lstStyle>
            <a:lvl1pPr indent="-228600" lvl="0" marL="457200" algn="ctr">
              <a:lnSpc>
                <a:spcPct val="107692"/>
              </a:lnSpc>
              <a:spcBef>
                <a:spcPts val="0"/>
              </a:spcBef>
              <a:spcAft>
                <a:spcPts val="0"/>
              </a:spcAft>
              <a:buClr>
                <a:schemeClr val="dk1"/>
              </a:buClr>
              <a:buSzPts val="1300"/>
              <a:buNone/>
              <a:defRPr sz="1300">
                <a:solidFill>
                  <a:schemeClr val="dk1"/>
                </a:solidFill>
              </a:defRPr>
            </a:lvl1pPr>
            <a:lvl2pPr indent="-317500" lvl="1" marL="914400" algn="l">
              <a:lnSpc>
                <a:spcPct val="100000"/>
              </a:lnSpc>
              <a:spcBef>
                <a:spcPts val="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7" name="Google Shape;317;p21"/>
          <p:cNvSpPr txBox="1"/>
          <p:nvPr>
            <p:ph idx="7" type="body"/>
          </p:nvPr>
        </p:nvSpPr>
        <p:spPr>
          <a:xfrm>
            <a:off x="10083744" y="5585038"/>
            <a:ext cx="1692449" cy="432048"/>
          </a:xfrm>
          <a:prstGeom prst="rect">
            <a:avLst/>
          </a:prstGeom>
          <a:noFill/>
          <a:ln>
            <a:noFill/>
          </a:ln>
        </p:spPr>
        <p:txBody>
          <a:bodyPr anchorCtr="0" anchor="ctr" bIns="0" lIns="0" spcFirstLastPara="1" rIns="0" wrap="square" tIns="0">
            <a:noAutofit/>
          </a:bodyPr>
          <a:lstStyle>
            <a:lvl1pPr indent="-228600" lvl="0" marL="457200" algn="r">
              <a:lnSpc>
                <a:spcPct val="114285"/>
              </a:lnSpc>
              <a:spcBef>
                <a:spcPts val="0"/>
              </a:spcBef>
              <a:spcAft>
                <a:spcPts val="0"/>
              </a:spcAft>
              <a:buClr>
                <a:schemeClr val="dk1"/>
              </a:buClr>
              <a:buSzPts val="1400"/>
              <a:buNone/>
              <a:defRPr b="1" sz="1400">
                <a:solidFill>
                  <a:schemeClr val="dk1"/>
                </a:solidFill>
              </a:defRPr>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8" name="Google Shape;318;p21"/>
          <p:cNvSpPr txBox="1"/>
          <p:nvPr>
            <p:ph type="title"/>
          </p:nvPr>
        </p:nvSpPr>
        <p:spPr>
          <a:xfrm>
            <a:off x="407988" y="404813"/>
            <a:ext cx="11016604" cy="863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2"/>
              </a:buClr>
              <a:buSzPts val="2600"/>
              <a:buFont typeface="Verdana"/>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9" name="Google Shape;319;p21"/>
          <p:cNvSpPr/>
          <p:nvPr/>
        </p:nvSpPr>
        <p:spPr>
          <a:xfrm>
            <a:off x="11784013" y="6555758"/>
            <a:ext cx="242375"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rgbClr val="7F7F7F"/>
                </a:solidFill>
                <a:latin typeface="Verdana"/>
                <a:ea typeface="Verdana"/>
                <a:cs typeface="Verdana"/>
                <a:sym typeface="Verdana"/>
              </a:rPr>
              <a:t>‹#›</a:t>
            </a:fld>
            <a:endParaRPr sz="800">
              <a:solidFill>
                <a:srgbClr val="7F7F7F"/>
              </a:solidFill>
              <a:latin typeface="Verdana"/>
              <a:ea typeface="Verdana"/>
              <a:cs typeface="Verdana"/>
              <a:sym typeface="Verdana"/>
            </a:endParaRPr>
          </a:p>
        </p:txBody>
      </p:sp>
      <p:cxnSp>
        <p:nvCxnSpPr>
          <p:cNvPr id="320" name="Google Shape;320;p21"/>
          <p:cNvCxnSpPr/>
          <p:nvPr/>
        </p:nvCxnSpPr>
        <p:spPr>
          <a:xfrm rot="10800000">
            <a:off x="3283674" y="6587911"/>
            <a:ext cx="0" cy="155576"/>
          </a:xfrm>
          <a:prstGeom prst="straightConnector1">
            <a:avLst/>
          </a:prstGeom>
          <a:solidFill>
            <a:schemeClr val="dk1"/>
          </a:solidFill>
          <a:ln cap="rnd" cmpd="sng" w="12700">
            <a:solidFill>
              <a:schemeClr val="accent2"/>
            </a:solidFill>
            <a:prstDash val="solid"/>
            <a:round/>
            <a:headEnd len="sm" w="sm" type="none"/>
            <a:tailEnd len="sm" w="sm" type="none"/>
          </a:ln>
        </p:spPr>
      </p:cxnSp>
      <p:sp>
        <p:nvSpPr>
          <p:cNvPr id="321" name="Google Shape;321;p21">
            <a:hlinkClick r:id="rId2"/>
          </p:cNvPr>
          <p:cNvSpPr/>
          <p:nvPr/>
        </p:nvSpPr>
        <p:spPr>
          <a:xfrm>
            <a:off x="407988" y="6555971"/>
            <a:ext cx="2829007" cy="219456"/>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lang="en-US" sz="800">
                <a:solidFill>
                  <a:srgbClr val="00458D"/>
                </a:solidFill>
                <a:latin typeface="Verdana"/>
                <a:ea typeface="Verdana"/>
                <a:cs typeface="Verdana"/>
                <a:sym typeface="Verdana"/>
              </a:rPr>
              <a:t>Presentation Title | Author | Date</a:t>
            </a:r>
            <a:endParaRPr/>
          </a:p>
        </p:txBody>
      </p:sp>
      <p:sp>
        <p:nvSpPr>
          <p:cNvPr id="322" name="Google Shape;322;p21"/>
          <p:cNvSpPr/>
          <p:nvPr/>
        </p:nvSpPr>
        <p:spPr>
          <a:xfrm>
            <a:off x="3411379" y="6555758"/>
            <a:ext cx="222368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800">
                <a:solidFill>
                  <a:srgbClr val="767676"/>
                </a:solidFill>
                <a:latin typeface="Verdana"/>
                <a:ea typeface="Verdana"/>
                <a:cs typeface="Verdana"/>
                <a:sym typeface="Verdana"/>
              </a:rPr>
              <a:t>© 2017 Capgemini. All rights reserved.</a:t>
            </a:r>
            <a:endParaRPr/>
          </a:p>
        </p:txBody>
      </p:sp>
      <p:sp>
        <p:nvSpPr>
          <p:cNvPr id="323" name="Google Shape;323;p21"/>
          <p:cNvSpPr txBox="1"/>
          <p:nvPr>
            <p:ph idx="8" type="body"/>
          </p:nvPr>
        </p:nvSpPr>
        <p:spPr>
          <a:xfrm>
            <a:off x="426488" y="2326856"/>
            <a:ext cx="3149232" cy="1994493"/>
          </a:xfrm>
          <a:prstGeom prst="rect">
            <a:avLst/>
          </a:prstGeom>
          <a:noFill/>
          <a:ln>
            <a:noFill/>
          </a:ln>
        </p:spPr>
        <p:txBody>
          <a:bodyPr anchorCtr="0" anchor="t"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04800" lvl="1" marL="914400" algn="l">
              <a:lnSpc>
                <a:spcPct val="116666"/>
              </a:lnSpc>
              <a:spcBef>
                <a:spcPts val="600"/>
              </a:spcBef>
              <a:spcAft>
                <a:spcPts val="0"/>
              </a:spcAft>
              <a:buSzPts val="1200"/>
              <a:buChar char="▪"/>
              <a:defRPr sz="1200">
                <a:solidFill>
                  <a:schemeClr val="dk1"/>
                </a:solidFill>
              </a:defRPr>
            </a:lvl2pPr>
            <a:lvl3pPr indent="-304800" lvl="2" marL="1371600" algn="l">
              <a:lnSpc>
                <a:spcPct val="116666"/>
              </a:lnSpc>
              <a:spcBef>
                <a:spcPts val="600"/>
              </a:spcBef>
              <a:spcAft>
                <a:spcPts val="0"/>
              </a:spcAft>
              <a:buSzPts val="1200"/>
              <a:buChar char="•"/>
              <a:defRPr sz="1200">
                <a:solidFill>
                  <a:schemeClr val="dk1"/>
                </a:solidFill>
              </a:defRPr>
            </a:lvl3pPr>
            <a:lvl4pPr indent="-298450" lvl="3" marL="1828800" algn="l">
              <a:lnSpc>
                <a:spcPct val="109090"/>
              </a:lnSpc>
              <a:spcBef>
                <a:spcPts val="600"/>
              </a:spcBef>
              <a:spcAft>
                <a:spcPts val="0"/>
              </a:spcAft>
              <a:buSzPts val="1100"/>
              <a:buChar char="‒"/>
              <a:defRPr sz="1100">
                <a:solidFill>
                  <a:schemeClr val="dk1"/>
                </a:solidFill>
              </a:defRPr>
            </a:lvl4pPr>
            <a:lvl5pPr indent="-304800" lvl="4" marL="2286000" algn="l">
              <a:lnSpc>
                <a:spcPct val="100000"/>
              </a:lnSpc>
              <a:spcBef>
                <a:spcPts val="600"/>
              </a:spcBef>
              <a:spcAft>
                <a:spcPts val="0"/>
              </a:spcAft>
              <a:buClr>
                <a:schemeClr val="dk1"/>
              </a:buClr>
              <a:buSzPts val="1200"/>
              <a:buChar char="•"/>
              <a:defRPr sz="12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4" name="Google Shape;324;p21"/>
          <p:cNvSpPr txBox="1"/>
          <p:nvPr>
            <p:ph idx="9" type="body"/>
          </p:nvPr>
        </p:nvSpPr>
        <p:spPr>
          <a:xfrm>
            <a:off x="3860688" y="2326856"/>
            <a:ext cx="3149232" cy="1994493"/>
          </a:xfrm>
          <a:prstGeom prst="rect">
            <a:avLst/>
          </a:prstGeom>
          <a:noFill/>
          <a:ln>
            <a:noFill/>
          </a:ln>
        </p:spPr>
        <p:txBody>
          <a:bodyPr anchorCtr="0" anchor="t"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04800" lvl="1" marL="914400" algn="l">
              <a:lnSpc>
                <a:spcPct val="116666"/>
              </a:lnSpc>
              <a:spcBef>
                <a:spcPts val="600"/>
              </a:spcBef>
              <a:spcAft>
                <a:spcPts val="0"/>
              </a:spcAft>
              <a:buSzPts val="1200"/>
              <a:buChar char="▪"/>
              <a:defRPr sz="1200">
                <a:solidFill>
                  <a:schemeClr val="dk1"/>
                </a:solidFill>
              </a:defRPr>
            </a:lvl2pPr>
            <a:lvl3pPr indent="-304800" lvl="2" marL="1371600" algn="l">
              <a:lnSpc>
                <a:spcPct val="116666"/>
              </a:lnSpc>
              <a:spcBef>
                <a:spcPts val="600"/>
              </a:spcBef>
              <a:spcAft>
                <a:spcPts val="0"/>
              </a:spcAft>
              <a:buSzPts val="1200"/>
              <a:buChar char="•"/>
              <a:defRPr sz="1200">
                <a:solidFill>
                  <a:schemeClr val="dk1"/>
                </a:solidFill>
              </a:defRPr>
            </a:lvl3pPr>
            <a:lvl4pPr indent="-298450" lvl="3" marL="1828800" algn="l">
              <a:lnSpc>
                <a:spcPct val="109090"/>
              </a:lnSpc>
              <a:spcBef>
                <a:spcPts val="600"/>
              </a:spcBef>
              <a:spcAft>
                <a:spcPts val="0"/>
              </a:spcAft>
              <a:buSzPts val="1100"/>
              <a:buChar char="‒"/>
              <a:defRPr sz="1100">
                <a:solidFill>
                  <a:schemeClr val="dk1"/>
                </a:solidFill>
              </a:defRPr>
            </a:lvl4pPr>
            <a:lvl5pPr indent="-304800" lvl="4" marL="2286000" algn="l">
              <a:lnSpc>
                <a:spcPct val="100000"/>
              </a:lnSpc>
              <a:spcBef>
                <a:spcPts val="600"/>
              </a:spcBef>
              <a:spcAft>
                <a:spcPts val="0"/>
              </a:spcAft>
              <a:buClr>
                <a:schemeClr val="dk1"/>
              </a:buClr>
              <a:buSzPts val="1200"/>
              <a:buChar char="•"/>
              <a:defRPr sz="12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5" name="Google Shape;325;p21"/>
          <p:cNvSpPr txBox="1"/>
          <p:nvPr>
            <p:ph idx="13" type="body"/>
          </p:nvPr>
        </p:nvSpPr>
        <p:spPr>
          <a:xfrm>
            <a:off x="7294887" y="2326856"/>
            <a:ext cx="3149232" cy="1994493"/>
          </a:xfrm>
          <a:prstGeom prst="rect">
            <a:avLst/>
          </a:prstGeom>
          <a:noFill/>
          <a:ln>
            <a:noFill/>
          </a:ln>
        </p:spPr>
        <p:txBody>
          <a:bodyPr anchorCtr="0" anchor="t"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04800" lvl="1" marL="914400" algn="l">
              <a:lnSpc>
                <a:spcPct val="116666"/>
              </a:lnSpc>
              <a:spcBef>
                <a:spcPts val="600"/>
              </a:spcBef>
              <a:spcAft>
                <a:spcPts val="0"/>
              </a:spcAft>
              <a:buSzPts val="1200"/>
              <a:buChar char="▪"/>
              <a:defRPr sz="1200">
                <a:solidFill>
                  <a:schemeClr val="dk1"/>
                </a:solidFill>
              </a:defRPr>
            </a:lvl2pPr>
            <a:lvl3pPr indent="-304800" lvl="2" marL="1371600" algn="l">
              <a:lnSpc>
                <a:spcPct val="116666"/>
              </a:lnSpc>
              <a:spcBef>
                <a:spcPts val="600"/>
              </a:spcBef>
              <a:spcAft>
                <a:spcPts val="0"/>
              </a:spcAft>
              <a:buSzPts val="1200"/>
              <a:buChar char="•"/>
              <a:defRPr sz="1200">
                <a:solidFill>
                  <a:schemeClr val="dk1"/>
                </a:solidFill>
              </a:defRPr>
            </a:lvl3pPr>
            <a:lvl4pPr indent="-298450" lvl="3" marL="1828800" algn="l">
              <a:lnSpc>
                <a:spcPct val="109090"/>
              </a:lnSpc>
              <a:spcBef>
                <a:spcPts val="600"/>
              </a:spcBef>
              <a:spcAft>
                <a:spcPts val="0"/>
              </a:spcAft>
              <a:buSzPts val="1100"/>
              <a:buChar char="‒"/>
              <a:defRPr sz="1100">
                <a:solidFill>
                  <a:schemeClr val="dk1"/>
                </a:solidFill>
              </a:defRPr>
            </a:lvl4pPr>
            <a:lvl5pPr indent="-304800" lvl="4" marL="2286000" algn="l">
              <a:lnSpc>
                <a:spcPct val="100000"/>
              </a:lnSpc>
              <a:spcBef>
                <a:spcPts val="600"/>
              </a:spcBef>
              <a:spcAft>
                <a:spcPts val="0"/>
              </a:spcAft>
              <a:buClr>
                <a:schemeClr val="dk1"/>
              </a:buClr>
              <a:buSzPts val="1200"/>
              <a:buChar char="•"/>
              <a:defRPr sz="12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6" name="Google Shape;326;p21"/>
          <p:cNvSpPr/>
          <p:nvPr/>
        </p:nvSpPr>
        <p:spPr>
          <a:xfrm>
            <a:off x="11547793" y="188640"/>
            <a:ext cx="424356" cy="459624"/>
          </a:xfrm>
          <a:prstGeom prst="rect">
            <a:avLst/>
          </a:prstGeom>
          <a:noFill/>
          <a:ln>
            <a:noFill/>
          </a:ln>
        </p:spPr>
      </p:sp>
      <p:cxnSp>
        <p:nvCxnSpPr>
          <p:cNvPr id="327" name="Google Shape;327;p21"/>
          <p:cNvCxnSpPr/>
          <p:nvPr/>
        </p:nvCxnSpPr>
        <p:spPr>
          <a:xfrm>
            <a:off x="407988" y="2235647"/>
            <a:ext cx="10036131" cy="0"/>
          </a:xfrm>
          <a:prstGeom prst="straightConnector1">
            <a:avLst/>
          </a:prstGeom>
          <a:solidFill>
            <a:schemeClr val="dk1"/>
          </a:solidFill>
          <a:ln cap="flat" cmpd="sng" w="47625">
            <a:solidFill>
              <a:srgbClr val="D8D8D8"/>
            </a:solidFill>
            <a:prstDash val="solid"/>
            <a:round/>
            <a:headEnd len="sm" w="sm" type="none"/>
            <a:tailEnd len="sm" w="sm" type="none"/>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rganization Chart">
  <p:cSld name="Organization Chart">
    <p:bg>
      <p:bgPr>
        <a:solidFill>
          <a:schemeClr val="lt1"/>
        </a:solidFill>
      </p:bgPr>
    </p:bg>
    <p:spTree>
      <p:nvGrpSpPr>
        <p:cNvPr id="328" name="Shape 328"/>
        <p:cNvGrpSpPr/>
        <p:nvPr/>
      </p:nvGrpSpPr>
      <p:grpSpPr>
        <a:xfrm>
          <a:off x="0" y="0"/>
          <a:ext cx="0" cy="0"/>
          <a:chOff x="0" y="0"/>
          <a:chExt cx="0" cy="0"/>
        </a:xfrm>
      </p:grpSpPr>
      <p:sp>
        <p:nvSpPr>
          <p:cNvPr id="329" name="Google Shape;329;p22"/>
          <p:cNvSpPr txBox="1"/>
          <p:nvPr>
            <p:ph idx="1" type="body"/>
          </p:nvPr>
        </p:nvSpPr>
        <p:spPr>
          <a:xfrm>
            <a:off x="666750" y="5733255"/>
            <a:ext cx="1939924" cy="504056"/>
          </a:xfrm>
          <a:prstGeom prst="rect">
            <a:avLst/>
          </a:prstGeom>
          <a:solidFill>
            <a:srgbClr val="E6E7E7"/>
          </a:solidFill>
          <a:ln>
            <a:noFill/>
          </a:ln>
        </p:spPr>
        <p:txBody>
          <a:bodyPr anchorCtr="0" anchor="ctr" bIns="0" lIns="0" spcFirstLastPara="1" rIns="0" wrap="square" tIns="0">
            <a:noAutofit/>
          </a:bodyPr>
          <a:lstStyle>
            <a:lvl1pPr indent="-228600" lvl="0" marL="457200" algn="ctr">
              <a:lnSpc>
                <a:spcPct val="116666"/>
              </a:lnSpc>
              <a:spcBef>
                <a:spcPts val="0"/>
              </a:spcBef>
              <a:spcAft>
                <a:spcPts val="0"/>
              </a:spcAft>
              <a:buClr>
                <a:schemeClr val="dk1"/>
              </a:buClr>
              <a:buSzPts val="1200"/>
              <a:buNone/>
              <a:defRPr b="0" sz="1200"/>
            </a:lvl1pPr>
            <a:lvl2pPr indent="-317500" lvl="1" marL="914400" algn="l">
              <a:lnSpc>
                <a:spcPct val="100000"/>
              </a:lnSpc>
              <a:spcBef>
                <a:spcPts val="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0" name="Google Shape;330;p22"/>
          <p:cNvSpPr txBox="1"/>
          <p:nvPr>
            <p:ph idx="2" type="body"/>
          </p:nvPr>
        </p:nvSpPr>
        <p:spPr>
          <a:xfrm>
            <a:off x="2794164" y="5737641"/>
            <a:ext cx="1939924" cy="504056"/>
          </a:xfrm>
          <a:prstGeom prst="rect">
            <a:avLst/>
          </a:prstGeom>
          <a:solidFill>
            <a:srgbClr val="E6E7E7"/>
          </a:solidFill>
          <a:ln>
            <a:noFill/>
          </a:ln>
        </p:spPr>
        <p:txBody>
          <a:bodyPr anchorCtr="0" anchor="ctr" bIns="0" lIns="0" spcFirstLastPara="1" rIns="0" wrap="square" tIns="0">
            <a:noAutofit/>
          </a:bodyPr>
          <a:lstStyle>
            <a:lvl1pPr indent="-228600" lvl="0" marL="457200" algn="ctr">
              <a:lnSpc>
                <a:spcPct val="116666"/>
              </a:lnSpc>
              <a:spcBef>
                <a:spcPts val="0"/>
              </a:spcBef>
              <a:spcAft>
                <a:spcPts val="0"/>
              </a:spcAft>
              <a:buClr>
                <a:schemeClr val="dk1"/>
              </a:buClr>
              <a:buSzPts val="1200"/>
              <a:buNone/>
              <a:defRPr b="0" sz="1200"/>
            </a:lvl1pPr>
            <a:lvl2pPr indent="-317500" lvl="1" marL="914400" algn="l">
              <a:lnSpc>
                <a:spcPct val="100000"/>
              </a:lnSpc>
              <a:spcBef>
                <a:spcPts val="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1" name="Google Shape;331;p22"/>
          <p:cNvSpPr txBox="1"/>
          <p:nvPr>
            <p:ph idx="3" type="body"/>
          </p:nvPr>
        </p:nvSpPr>
        <p:spPr>
          <a:xfrm>
            <a:off x="4927473" y="5737641"/>
            <a:ext cx="1939924" cy="504056"/>
          </a:xfrm>
          <a:prstGeom prst="rect">
            <a:avLst/>
          </a:prstGeom>
          <a:solidFill>
            <a:srgbClr val="E6E7E7"/>
          </a:solidFill>
          <a:ln>
            <a:noFill/>
          </a:ln>
        </p:spPr>
        <p:txBody>
          <a:bodyPr anchorCtr="0" anchor="ctr" bIns="0" lIns="0" spcFirstLastPara="1" rIns="0" wrap="square" tIns="0">
            <a:noAutofit/>
          </a:bodyPr>
          <a:lstStyle>
            <a:lvl1pPr indent="-228600" lvl="0" marL="457200" algn="ctr">
              <a:lnSpc>
                <a:spcPct val="116666"/>
              </a:lnSpc>
              <a:spcBef>
                <a:spcPts val="0"/>
              </a:spcBef>
              <a:spcAft>
                <a:spcPts val="0"/>
              </a:spcAft>
              <a:buClr>
                <a:schemeClr val="dk1"/>
              </a:buClr>
              <a:buSzPts val="1200"/>
              <a:buNone/>
              <a:defRPr b="0" sz="1200"/>
            </a:lvl1pPr>
            <a:lvl2pPr indent="-317500" lvl="1" marL="914400" algn="l">
              <a:lnSpc>
                <a:spcPct val="100000"/>
              </a:lnSpc>
              <a:spcBef>
                <a:spcPts val="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2" name="Google Shape;332;p22"/>
          <p:cNvSpPr txBox="1"/>
          <p:nvPr>
            <p:ph idx="4" type="body"/>
          </p:nvPr>
        </p:nvSpPr>
        <p:spPr>
          <a:xfrm>
            <a:off x="7060200" y="5733156"/>
            <a:ext cx="1939924" cy="504056"/>
          </a:xfrm>
          <a:prstGeom prst="rect">
            <a:avLst/>
          </a:prstGeom>
          <a:solidFill>
            <a:srgbClr val="E6E7E7"/>
          </a:solidFill>
          <a:ln>
            <a:noFill/>
          </a:ln>
        </p:spPr>
        <p:txBody>
          <a:bodyPr anchorCtr="0" anchor="ctr" bIns="0" lIns="0" spcFirstLastPara="1" rIns="0" wrap="square" tIns="0">
            <a:noAutofit/>
          </a:bodyPr>
          <a:lstStyle>
            <a:lvl1pPr indent="-228600" lvl="0" marL="457200" algn="ctr">
              <a:lnSpc>
                <a:spcPct val="116666"/>
              </a:lnSpc>
              <a:spcBef>
                <a:spcPts val="0"/>
              </a:spcBef>
              <a:spcAft>
                <a:spcPts val="0"/>
              </a:spcAft>
              <a:buClr>
                <a:schemeClr val="dk1"/>
              </a:buClr>
              <a:buSzPts val="1200"/>
              <a:buNone/>
              <a:defRPr b="0" sz="1200"/>
            </a:lvl1pPr>
            <a:lvl2pPr indent="-317500" lvl="1" marL="914400" algn="l">
              <a:lnSpc>
                <a:spcPct val="100000"/>
              </a:lnSpc>
              <a:spcBef>
                <a:spcPts val="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3" name="Google Shape;333;p22"/>
          <p:cNvSpPr txBox="1"/>
          <p:nvPr>
            <p:ph idx="5" type="body"/>
          </p:nvPr>
        </p:nvSpPr>
        <p:spPr>
          <a:xfrm>
            <a:off x="9192926" y="5733156"/>
            <a:ext cx="1939924" cy="504056"/>
          </a:xfrm>
          <a:prstGeom prst="rect">
            <a:avLst/>
          </a:prstGeom>
          <a:solidFill>
            <a:srgbClr val="E6E7E7"/>
          </a:solidFill>
          <a:ln>
            <a:noFill/>
          </a:ln>
        </p:spPr>
        <p:txBody>
          <a:bodyPr anchorCtr="0" anchor="ctr" bIns="0" lIns="0" spcFirstLastPara="1" rIns="0" wrap="square" tIns="0">
            <a:noAutofit/>
          </a:bodyPr>
          <a:lstStyle>
            <a:lvl1pPr indent="-228600" lvl="0" marL="457200" algn="ctr">
              <a:lnSpc>
                <a:spcPct val="116666"/>
              </a:lnSpc>
              <a:spcBef>
                <a:spcPts val="0"/>
              </a:spcBef>
              <a:spcAft>
                <a:spcPts val="0"/>
              </a:spcAft>
              <a:buClr>
                <a:schemeClr val="dk1"/>
              </a:buClr>
              <a:buSzPts val="1200"/>
              <a:buNone/>
              <a:defRPr b="0" sz="1200"/>
            </a:lvl1pPr>
            <a:lvl2pPr indent="-317500" lvl="1" marL="914400" algn="l">
              <a:lnSpc>
                <a:spcPct val="100000"/>
              </a:lnSpc>
              <a:spcBef>
                <a:spcPts val="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4" name="Google Shape;334;p22"/>
          <p:cNvSpPr txBox="1"/>
          <p:nvPr>
            <p:ph idx="6" type="body"/>
          </p:nvPr>
        </p:nvSpPr>
        <p:spPr>
          <a:xfrm>
            <a:off x="3647728" y="1958081"/>
            <a:ext cx="1440160" cy="1152128"/>
          </a:xfrm>
          <a:prstGeom prst="rect">
            <a:avLst/>
          </a:prstGeom>
          <a:solidFill>
            <a:srgbClr val="0070AD"/>
          </a:solidFill>
          <a:ln>
            <a:noFill/>
          </a:ln>
        </p:spPr>
        <p:txBody>
          <a:bodyPr anchorCtr="0" anchor="ctr" bIns="0" lIns="0" spcFirstLastPara="1" rIns="0" wrap="square" tIns="0">
            <a:noAutofit/>
          </a:bodyPr>
          <a:lstStyle>
            <a:lvl1pPr indent="-228600" lvl="0" marL="457200" algn="ctr">
              <a:lnSpc>
                <a:spcPct val="112500"/>
              </a:lnSpc>
              <a:spcBef>
                <a:spcPts val="0"/>
              </a:spcBef>
              <a:spcAft>
                <a:spcPts val="0"/>
              </a:spcAft>
              <a:buClr>
                <a:schemeClr val="lt1"/>
              </a:buClr>
              <a:buSzPts val="1600"/>
              <a:buNone/>
              <a:defRPr b="0" sz="1600">
                <a:solidFill>
                  <a:schemeClr val="lt1"/>
                </a:solidFill>
              </a:defRPr>
            </a:lvl1pPr>
            <a:lvl2pPr indent="-317500" lvl="1" marL="914400" algn="l">
              <a:lnSpc>
                <a:spcPct val="100000"/>
              </a:lnSpc>
              <a:spcBef>
                <a:spcPts val="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5" name="Google Shape;335;p22"/>
          <p:cNvSpPr txBox="1"/>
          <p:nvPr>
            <p:ph idx="7" type="body"/>
          </p:nvPr>
        </p:nvSpPr>
        <p:spPr>
          <a:xfrm>
            <a:off x="6384032" y="3428999"/>
            <a:ext cx="1440160" cy="1152128"/>
          </a:xfrm>
          <a:prstGeom prst="rect">
            <a:avLst/>
          </a:prstGeom>
          <a:solidFill>
            <a:srgbClr val="12ABDB"/>
          </a:solidFill>
          <a:ln>
            <a:noFill/>
          </a:ln>
        </p:spPr>
        <p:txBody>
          <a:bodyPr anchorCtr="0" anchor="ctr" bIns="0" lIns="0" spcFirstLastPara="1" rIns="0" wrap="square" tIns="0">
            <a:noAutofit/>
          </a:bodyPr>
          <a:lstStyle>
            <a:lvl1pPr indent="-228600" lvl="0" marL="457200" algn="ctr">
              <a:lnSpc>
                <a:spcPct val="112500"/>
              </a:lnSpc>
              <a:spcBef>
                <a:spcPts val="0"/>
              </a:spcBef>
              <a:spcAft>
                <a:spcPts val="0"/>
              </a:spcAft>
              <a:buClr>
                <a:schemeClr val="lt1"/>
              </a:buClr>
              <a:buSzPts val="1600"/>
              <a:buNone/>
              <a:defRPr b="0" sz="1600">
                <a:solidFill>
                  <a:schemeClr val="lt1"/>
                </a:solidFill>
              </a:defRPr>
            </a:lvl1pPr>
            <a:lvl2pPr indent="-317500" lvl="1" marL="914400" algn="l">
              <a:lnSpc>
                <a:spcPct val="100000"/>
              </a:lnSpc>
              <a:spcBef>
                <a:spcPts val="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6" name="Google Shape;336;p22"/>
          <p:cNvSpPr/>
          <p:nvPr/>
        </p:nvSpPr>
        <p:spPr>
          <a:xfrm>
            <a:off x="3589947" y="1916832"/>
            <a:ext cx="5012107" cy="1230106"/>
          </a:xfrm>
          <a:prstGeom prst="rect">
            <a:avLst/>
          </a:prstGeom>
          <a:no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rgbClr val="FFFFFF"/>
              </a:solidFill>
              <a:latin typeface="Verdana"/>
              <a:ea typeface="Verdana"/>
              <a:cs typeface="Verdana"/>
              <a:sym typeface="Verdana"/>
            </a:endParaRPr>
          </a:p>
        </p:txBody>
      </p:sp>
      <p:sp>
        <p:nvSpPr>
          <p:cNvPr id="337" name="Google Shape;337;p22"/>
          <p:cNvSpPr/>
          <p:nvPr/>
        </p:nvSpPr>
        <p:spPr>
          <a:xfrm>
            <a:off x="6337816" y="3389316"/>
            <a:ext cx="5012107" cy="1230106"/>
          </a:xfrm>
          <a:prstGeom prst="rect">
            <a:avLst/>
          </a:prstGeom>
          <a:no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rgbClr val="FFFFFF"/>
              </a:solidFill>
              <a:latin typeface="Verdana"/>
              <a:ea typeface="Verdana"/>
              <a:cs typeface="Verdana"/>
              <a:sym typeface="Verdana"/>
            </a:endParaRPr>
          </a:p>
        </p:txBody>
      </p:sp>
      <p:sp>
        <p:nvSpPr>
          <p:cNvPr id="338" name="Google Shape;338;p22"/>
          <p:cNvSpPr/>
          <p:nvPr/>
        </p:nvSpPr>
        <p:spPr>
          <a:xfrm>
            <a:off x="839788" y="3389316"/>
            <a:ext cx="5012107" cy="1230106"/>
          </a:xfrm>
          <a:prstGeom prst="rect">
            <a:avLst/>
          </a:prstGeom>
          <a:no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rgbClr val="FFFFFF"/>
              </a:solidFill>
              <a:latin typeface="Verdana"/>
              <a:ea typeface="Verdana"/>
              <a:cs typeface="Verdana"/>
              <a:sym typeface="Verdana"/>
            </a:endParaRPr>
          </a:p>
        </p:txBody>
      </p:sp>
      <p:sp>
        <p:nvSpPr>
          <p:cNvPr id="339" name="Google Shape;339;p22"/>
          <p:cNvSpPr txBox="1"/>
          <p:nvPr/>
        </p:nvSpPr>
        <p:spPr>
          <a:xfrm>
            <a:off x="883343" y="3711981"/>
            <a:ext cx="1239750" cy="510909"/>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None/>
            </a:pPr>
            <a:r>
              <a:rPr b="1" lang="en-US" sz="1600">
                <a:solidFill>
                  <a:schemeClr val="lt1"/>
                </a:solidFill>
                <a:latin typeface="Verdana"/>
                <a:ea typeface="Verdana"/>
                <a:cs typeface="Verdana"/>
                <a:sym typeface="Verdana"/>
              </a:rPr>
              <a:t>Group Name</a:t>
            </a:r>
            <a:endParaRPr/>
          </a:p>
        </p:txBody>
      </p:sp>
      <p:cxnSp>
        <p:nvCxnSpPr>
          <p:cNvPr id="340" name="Google Shape;340;p22"/>
          <p:cNvCxnSpPr/>
          <p:nvPr/>
        </p:nvCxnSpPr>
        <p:spPr>
          <a:xfrm>
            <a:off x="4367808" y="3160017"/>
            <a:ext cx="0" cy="216024"/>
          </a:xfrm>
          <a:prstGeom prst="straightConnector1">
            <a:avLst/>
          </a:prstGeom>
          <a:noFill/>
          <a:ln cap="flat" cmpd="sng" w="38100">
            <a:solidFill>
              <a:schemeClr val="accent1"/>
            </a:solidFill>
            <a:prstDash val="solid"/>
            <a:miter lim="8000"/>
            <a:headEnd len="sm" w="sm" type="none"/>
            <a:tailEnd len="sm" w="sm" type="none"/>
          </a:ln>
        </p:spPr>
      </p:cxnSp>
      <p:cxnSp>
        <p:nvCxnSpPr>
          <p:cNvPr id="341" name="Google Shape;341;p22"/>
          <p:cNvCxnSpPr/>
          <p:nvPr/>
        </p:nvCxnSpPr>
        <p:spPr>
          <a:xfrm>
            <a:off x="7104112" y="3160017"/>
            <a:ext cx="0" cy="216024"/>
          </a:xfrm>
          <a:prstGeom prst="straightConnector1">
            <a:avLst/>
          </a:prstGeom>
          <a:noFill/>
          <a:ln cap="flat" cmpd="sng" w="38100">
            <a:solidFill>
              <a:schemeClr val="accent1"/>
            </a:solidFill>
            <a:prstDash val="solid"/>
            <a:miter lim="8000"/>
            <a:headEnd len="sm" w="sm" type="none"/>
            <a:tailEnd len="sm" w="sm" type="none"/>
          </a:ln>
        </p:spPr>
      </p:cxnSp>
      <p:cxnSp>
        <p:nvCxnSpPr>
          <p:cNvPr id="342" name="Google Shape;342;p22"/>
          <p:cNvCxnSpPr/>
          <p:nvPr/>
        </p:nvCxnSpPr>
        <p:spPr>
          <a:xfrm>
            <a:off x="5879976" y="4004369"/>
            <a:ext cx="432048" cy="0"/>
          </a:xfrm>
          <a:prstGeom prst="straightConnector1">
            <a:avLst/>
          </a:prstGeom>
          <a:noFill/>
          <a:ln cap="flat" cmpd="sng" w="38100">
            <a:solidFill>
              <a:schemeClr val="accent1"/>
            </a:solidFill>
            <a:prstDash val="solid"/>
            <a:miter lim="8000"/>
            <a:headEnd len="sm" w="sm" type="none"/>
            <a:tailEnd len="sm" w="sm" type="none"/>
          </a:ln>
        </p:spPr>
      </p:cxnSp>
      <p:cxnSp>
        <p:nvCxnSpPr>
          <p:cNvPr id="343" name="Google Shape;343;p22"/>
          <p:cNvCxnSpPr/>
          <p:nvPr/>
        </p:nvCxnSpPr>
        <p:spPr>
          <a:xfrm>
            <a:off x="2711624" y="4653135"/>
            <a:ext cx="0" cy="504056"/>
          </a:xfrm>
          <a:prstGeom prst="straightConnector1">
            <a:avLst/>
          </a:prstGeom>
          <a:noFill/>
          <a:ln cap="flat" cmpd="sng" w="38100">
            <a:solidFill>
              <a:srgbClr val="12ABDB"/>
            </a:solidFill>
            <a:prstDash val="solid"/>
            <a:miter lim="8000"/>
            <a:headEnd len="sm" w="sm" type="none"/>
            <a:tailEnd len="sm" w="sm" type="none"/>
          </a:ln>
        </p:spPr>
      </p:cxnSp>
      <p:cxnSp>
        <p:nvCxnSpPr>
          <p:cNvPr id="344" name="Google Shape;344;p22"/>
          <p:cNvCxnSpPr/>
          <p:nvPr/>
        </p:nvCxnSpPr>
        <p:spPr>
          <a:xfrm>
            <a:off x="1612454" y="5226817"/>
            <a:ext cx="8588002" cy="0"/>
          </a:xfrm>
          <a:prstGeom prst="straightConnector1">
            <a:avLst/>
          </a:prstGeom>
          <a:noFill/>
          <a:ln cap="flat" cmpd="sng" w="38100">
            <a:solidFill>
              <a:srgbClr val="12ABDB"/>
            </a:solidFill>
            <a:prstDash val="solid"/>
            <a:miter lim="8000"/>
            <a:headEnd len="sm" w="sm" type="none"/>
            <a:tailEnd len="sm" w="sm" type="none"/>
          </a:ln>
        </p:spPr>
      </p:cxnSp>
      <p:cxnSp>
        <p:nvCxnSpPr>
          <p:cNvPr id="345" name="Google Shape;345;p22"/>
          <p:cNvCxnSpPr/>
          <p:nvPr/>
        </p:nvCxnSpPr>
        <p:spPr>
          <a:xfrm>
            <a:off x="1631690" y="5229100"/>
            <a:ext cx="0" cy="432147"/>
          </a:xfrm>
          <a:prstGeom prst="straightConnector1">
            <a:avLst/>
          </a:prstGeom>
          <a:noFill/>
          <a:ln cap="flat" cmpd="sng" w="38100">
            <a:solidFill>
              <a:srgbClr val="12ABDB"/>
            </a:solidFill>
            <a:prstDash val="solid"/>
            <a:miter lim="8000"/>
            <a:headEnd len="sm" w="sm" type="none"/>
            <a:tailEnd len="sm" w="sm" type="none"/>
          </a:ln>
        </p:spPr>
      </p:cxnSp>
      <p:cxnSp>
        <p:nvCxnSpPr>
          <p:cNvPr id="346" name="Google Shape;346;p22"/>
          <p:cNvCxnSpPr/>
          <p:nvPr/>
        </p:nvCxnSpPr>
        <p:spPr>
          <a:xfrm>
            <a:off x="3764417" y="5229199"/>
            <a:ext cx="0" cy="432147"/>
          </a:xfrm>
          <a:prstGeom prst="straightConnector1">
            <a:avLst/>
          </a:prstGeom>
          <a:noFill/>
          <a:ln cap="flat" cmpd="sng" w="38100">
            <a:solidFill>
              <a:srgbClr val="12ABDB"/>
            </a:solidFill>
            <a:prstDash val="solid"/>
            <a:miter lim="8000"/>
            <a:headEnd len="sm" w="sm" type="none"/>
            <a:tailEnd len="sm" w="sm" type="none"/>
          </a:ln>
        </p:spPr>
      </p:cxnSp>
      <p:cxnSp>
        <p:nvCxnSpPr>
          <p:cNvPr id="347" name="Google Shape;347;p22"/>
          <p:cNvCxnSpPr/>
          <p:nvPr/>
        </p:nvCxnSpPr>
        <p:spPr>
          <a:xfrm>
            <a:off x="5897144" y="5229199"/>
            <a:ext cx="0" cy="432147"/>
          </a:xfrm>
          <a:prstGeom prst="straightConnector1">
            <a:avLst/>
          </a:prstGeom>
          <a:noFill/>
          <a:ln cap="flat" cmpd="sng" w="38100">
            <a:solidFill>
              <a:srgbClr val="12ABDB"/>
            </a:solidFill>
            <a:prstDash val="solid"/>
            <a:miter lim="8000"/>
            <a:headEnd len="sm" w="sm" type="none"/>
            <a:tailEnd len="sm" w="sm" type="none"/>
          </a:ln>
        </p:spPr>
      </p:cxnSp>
      <p:cxnSp>
        <p:nvCxnSpPr>
          <p:cNvPr id="348" name="Google Shape;348;p22"/>
          <p:cNvCxnSpPr/>
          <p:nvPr/>
        </p:nvCxnSpPr>
        <p:spPr>
          <a:xfrm>
            <a:off x="8029871" y="5229199"/>
            <a:ext cx="0" cy="432147"/>
          </a:xfrm>
          <a:prstGeom prst="straightConnector1">
            <a:avLst/>
          </a:prstGeom>
          <a:noFill/>
          <a:ln cap="flat" cmpd="sng" w="38100">
            <a:solidFill>
              <a:srgbClr val="12ABDB"/>
            </a:solidFill>
            <a:prstDash val="solid"/>
            <a:miter lim="8000"/>
            <a:headEnd len="sm" w="sm" type="none"/>
            <a:tailEnd len="sm" w="sm" type="none"/>
          </a:ln>
        </p:spPr>
      </p:cxnSp>
      <p:cxnSp>
        <p:nvCxnSpPr>
          <p:cNvPr id="349" name="Google Shape;349;p22"/>
          <p:cNvCxnSpPr/>
          <p:nvPr/>
        </p:nvCxnSpPr>
        <p:spPr>
          <a:xfrm>
            <a:off x="10179266" y="5219674"/>
            <a:ext cx="0" cy="432147"/>
          </a:xfrm>
          <a:prstGeom prst="straightConnector1">
            <a:avLst/>
          </a:prstGeom>
          <a:noFill/>
          <a:ln cap="flat" cmpd="sng" w="38100">
            <a:solidFill>
              <a:srgbClr val="12ABDB"/>
            </a:solidFill>
            <a:prstDash val="solid"/>
            <a:miter lim="8000"/>
            <a:headEnd len="sm" w="sm" type="none"/>
            <a:tailEnd len="sm" w="sm" type="none"/>
          </a:ln>
        </p:spPr>
      </p:cxnSp>
      <p:sp>
        <p:nvSpPr>
          <p:cNvPr id="350" name="Google Shape;350;p22"/>
          <p:cNvSpPr txBox="1"/>
          <p:nvPr>
            <p:ph idx="8" type="body"/>
          </p:nvPr>
        </p:nvSpPr>
        <p:spPr>
          <a:xfrm>
            <a:off x="5157506" y="2091773"/>
            <a:ext cx="3314758" cy="880224"/>
          </a:xfrm>
          <a:prstGeom prst="rect">
            <a:avLst/>
          </a:prstGeom>
          <a:noFill/>
          <a:ln>
            <a:noFill/>
          </a:ln>
        </p:spPr>
        <p:txBody>
          <a:bodyPr anchorCtr="0" anchor="t" bIns="0" lIns="0" spcFirstLastPara="1" rIns="0" wrap="square" tIns="0">
            <a:noAutofit/>
          </a:bodyPr>
          <a:lstStyle>
            <a:lvl1pPr indent="-228600" lvl="0" marL="457200" algn="l">
              <a:lnSpc>
                <a:spcPct val="116666"/>
              </a:lnSpc>
              <a:spcBef>
                <a:spcPts val="0"/>
              </a:spcBef>
              <a:spcAft>
                <a:spcPts val="0"/>
              </a:spcAft>
              <a:buClr>
                <a:schemeClr val="dk1"/>
              </a:buClr>
              <a:buSzPts val="1200"/>
              <a:buNone/>
              <a:defRPr sz="1200"/>
            </a:lvl1pPr>
            <a:lvl2pPr indent="-317500" lvl="1" marL="914400" algn="l">
              <a:lnSpc>
                <a:spcPct val="100000"/>
              </a:lnSpc>
              <a:spcBef>
                <a:spcPts val="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1" name="Google Shape;351;p22"/>
          <p:cNvSpPr txBox="1"/>
          <p:nvPr>
            <p:ph idx="9" type="body"/>
          </p:nvPr>
        </p:nvSpPr>
        <p:spPr>
          <a:xfrm>
            <a:off x="2391842" y="3564257"/>
            <a:ext cx="3314758" cy="880224"/>
          </a:xfrm>
          <a:prstGeom prst="rect">
            <a:avLst/>
          </a:prstGeom>
          <a:noFill/>
          <a:ln>
            <a:noFill/>
          </a:ln>
        </p:spPr>
        <p:txBody>
          <a:bodyPr anchorCtr="0" anchor="t" bIns="0" lIns="0" spcFirstLastPara="1" rIns="0" wrap="square" tIns="0">
            <a:noAutofit/>
          </a:bodyPr>
          <a:lstStyle>
            <a:lvl1pPr indent="-228600" lvl="0" marL="457200" algn="l">
              <a:lnSpc>
                <a:spcPct val="116666"/>
              </a:lnSpc>
              <a:spcBef>
                <a:spcPts val="0"/>
              </a:spcBef>
              <a:spcAft>
                <a:spcPts val="0"/>
              </a:spcAft>
              <a:buClr>
                <a:schemeClr val="dk1"/>
              </a:buClr>
              <a:buSzPts val="1200"/>
              <a:buNone/>
              <a:defRPr sz="1200"/>
            </a:lvl1pPr>
            <a:lvl2pPr indent="-317500" lvl="1" marL="914400" algn="l">
              <a:lnSpc>
                <a:spcPct val="100000"/>
              </a:lnSpc>
              <a:spcBef>
                <a:spcPts val="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2" name="Google Shape;352;p22"/>
          <p:cNvSpPr txBox="1"/>
          <p:nvPr>
            <p:ph idx="13" type="body"/>
          </p:nvPr>
        </p:nvSpPr>
        <p:spPr>
          <a:xfrm>
            <a:off x="7896622" y="3564257"/>
            <a:ext cx="3314758" cy="880224"/>
          </a:xfrm>
          <a:prstGeom prst="rect">
            <a:avLst/>
          </a:prstGeom>
          <a:noFill/>
          <a:ln>
            <a:noFill/>
          </a:ln>
        </p:spPr>
        <p:txBody>
          <a:bodyPr anchorCtr="0" anchor="t" bIns="0" lIns="0" spcFirstLastPara="1" rIns="0" wrap="square" tIns="0">
            <a:noAutofit/>
          </a:bodyPr>
          <a:lstStyle>
            <a:lvl1pPr indent="-228600" lvl="0" marL="457200" algn="l">
              <a:lnSpc>
                <a:spcPct val="116666"/>
              </a:lnSpc>
              <a:spcBef>
                <a:spcPts val="0"/>
              </a:spcBef>
              <a:spcAft>
                <a:spcPts val="0"/>
              </a:spcAft>
              <a:buClr>
                <a:schemeClr val="dk1"/>
              </a:buClr>
              <a:buSzPts val="1200"/>
              <a:buNone/>
              <a:defRPr sz="1200"/>
            </a:lvl1pPr>
            <a:lvl2pPr indent="-317500" lvl="1" marL="914400" algn="l">
              <a:lnSpc>
                <a:spcPct val="100000"/>
              </a:lnSpc>
              <a:spcBef>
                <a:spcPts val="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3" name="Google Shape;353;p22"/>
          <p:cNvSpPr txBox="1"/>
          <p:nvPr>
            <p:ph idx="14" type="body"/>
          </p:nvPr>
        </p:nvSpPr>
        <p:spPr>
          <a:xfrm>
            <a:off x="881063" y="3428106"/>
            <a:ext cx="1440160" cy="1152128"/>
          </a:xfrm>
          <a:prstGeom prst="rect">
            <a:avLst/>
          </a:prstGeom>
          <a:solidFill>
            <a:srgbClr val="12ABDB"/>
          </a:solidFill>
          <a:ln>
            <a:noFill/>
          </a:ln>
        </p:spPr>
        <p:txBody>
          <a:bodyPr anchorCtr="0" anchor="ctr" bIns="0" lIns="0" spcFirstLastPara="1" rIns="0" wrap="square" tIns="0">
            <a:noAutofit/>
          </a:bodyPr>
          <a:lstStyle>
            <a:lvl1pPr indent="-228600" lvl="0" marL="457200" algn="ctr">
              <a:lnSpc>
                <a:spcPct val="112500"/>
              </a:lnSpc>
              <a:spcBef>
                <a:spcPts val="0"/>
              </a:spcBef>
              <a:spcAft>
                <a:spcPts val="0"/>
              </a:spcAft>
              <a:buClr>
                <a:schemeClr val="lt1"/>
              </a:buClr>
              <a:buSzPts val="1600"/>
              <a:buNone/>
              <a:defRPr b="0" sz="1600">
                <a:solidFill>
                  <a:schemeClr val="lt1"/>
                </a:solidFill>
              </a:defRPr>
            </a:lvl1pPr>
            <a:lvl2pPr indent="-317500" lvl="1" marL="914400" algn="l">
              <a:lnSpc>
                <a:spcPct val="100000"/>
              </a:lnSpc>
              <a:spcBef>
                <a:spcPts val="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4" name="Google Shape;354;p22"/>
          <p:cNvSpPr txBox="1"/>
          <p:nvPr>
            <p:ph type="title"/>
          </p:nvPr>
        </p:nvSpPr>
        <p:spPr>
          <a:xfrm>
            <a:off x="407988" y="404813"/>
            <a:ext cx="11016604" cy="863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2"/>
              </a:buClr>
              <a:buSzPts val="2600"/>
              <a:buFont typeface="Verdana"/>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5" name="Google Shape;355;p22"/>
          <p:cNvSpPr/>
          <p:nvPr/>
        </p:nvSpPr>
        <p:spPr>
          <a:xfrm>
            <a:off x="11784013" y="6555758"/>
            <a:ext cx="242375"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rgbClr val="7F7F7F"/>
                </a:solidFill>
                <a:latin typeface="Verdana"/>
                <a:ea typeface="Verdana"/>
                <a:cs typeface="Verdana"/>
                <a:sym typeface="Verdana"/>
              </a:rPr>
              <a:t>‹#›</a:t>
            </a:fld>
            <a:endParaRPr sz="800">
              <a:solidFill>
                <a:srgbClr val="7F7F7F"/>
              </a:solidFill>
              <a:latin typeface="Verdana"/>
              <a:ea typeface="Verdana"/>
              <a:cs typeface="Verdana"/>
              <a:sym typeface="Verdana"/>
            </a:endParaRPr>
          </a:p>
        </p:txBody>
      </p:sp>
      <p:cxnSp>
        <p:nvCxnSpPr>
          <p:cNvPr id="356" name="Google Shape;356;p22"/>
          <p:cNvCxnSpPr/>
          <p:nvPr/>
        </p:nvCxnSpPr>
        <p:spPr>
          <a:xfrm rot="10800000">
            <a:off x="3283674" y="6587911"/>
            <a:ext cx="0" cy="155576"/>
          </a:xfrm>
          <a:prstGeom prst="straightConnector1">
            <a:avLst/>
          </a:prstGeom>
          <a:solidFill>
            <a:schemeClr val="dk1"/>
          </a:solidFill>
          <a:ln cap="rnd" cmpd="sng" w="12700">
            <a:solidFill>
              <a:schemeClr val="accent2"/>
            </a:solidFill>
            <a:prstDash val="solid"/>
            <a:round/>
            <a:headEnd len="sm" w="sm" type="none"/>
            <a:tailEnd len="sm" w="sm" type="none"/>
          </a:ln>
        </p:spPr>
      </p:cxnSp>
      <p:sp>
        <p:nvSpPr>
          <p:cNvPr id="357" name="Google Shape;357;p22">
            <a:hlinkClick r:id="rId2"/>
          </p:cNvPr>
          <p:cNvSpPr/>
          <p:nvPr/>
        </p:nvSpPr>
        <p:spPr>
          <a:xfrm>
            <a:off x="407988" y="6555971"/>
            <a:ext cx="2829007" cy="219456"/>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lang="en-US" sz="800">
                <a:solidFill>
                  <a:srgbClr val="00458D"/>
                </a:solidFill>
                <a:latin typeface="Verdana"/>
                <a:ea typeface="Verdana"/>
                <a:cs typeface="Verdana"/>
                <a:sym typeface="Verdana"/>
              </a:rPr>
              <a:t>Presentation Title | Author | Date</a:t>
            </a:r>
            <a:endParaRPr/>
          </a:p>
        </p:txBody>
      </p:sp>
      <p:sp>
        <p:nvSpPr>
          <p:cNvPr id="358" name="Google Shape;358;p22"/>
          <p:cNvSpPr/>
          <p:nvPr/>
        </p:nvSpPr>
        <p:spPr>
          <a:xfrm>
            <a:off x="3411379" y="6555758"/>
            <a:ext cx="222368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800">
                <a:solidFill>
                  <a:srgbClr val="767676"/>
                </a:solidFill>
                <a:latin typeface="Verdana"/>
                <a:ea typeface="Verdana"/>
                <a:cs typeface="Verdana"/>
                <a:sym typeface="Verdana"/>
              </a:rPr>
              <a:t>© 2017 Capgemini. All rights reserved.</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1">
  <p:cSld name="Closing1">
    <p:spTree>
      <p:nvGrpSpPr>
        <p:cNvPr id="359" name="Shape 359"/>
        <p:cNvGrpSpPr/>
        <p:nvPr/>
      </p:nvGrpSpPr>
      <p:grpSpPr>
        <a:xfrm>
          <a:off x="0" y="0"/>
          <a:ext cx="0" cy="0"/>
          <a:chOff x="0" y="0"/>
          <a:chExt cx="0" cy="0"/>
        </a:xfrm>
      </p:grpSpPr>
      <p:sp>
        <p:nvSpPr>
          <p:cNvPr id="360" name="Google Shape;360;p23"/>
          <p:cNvSpPr/>
          <p:nvPr/>
        </p:nvSpPr>
        <p:spPr>
          <a:xfrm>
            <a:off x="0"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361" name="Google Shape;361;p23"/>
          <p:cNvSpPr/>
          <p:nvPr/>
        </p:nvSpPr>
        <p:spPr>
          <a:xfrm>
            <a:off x="-1243012" y="-2656920"/>
            <a:ext cx="10768012" cy="11443496"/>
          </a:xfrm>
          <a:custGeom>
            <a:rect b="b" l="l" r="r" t="t"/>
            <a:pathLst>
              <a:path extrusionOk="0" h="3621" w="3407">
                <a:moveTo>
                  <a:pt x="854" y="0"/>
                </a:moveTo>
                <a:cubicBezTo>
                  <a:pt x="0" y="0"/>
                  <a:pt x="0" y="0"/>
                  <a:pt x="0" y="0"/>
                </a:cubicBezTo>
                <a:cubicBezTo>
                  <a:pt x="0" y="3621"/>
                  <a:pt x="0" y="3621"/>
                  <a:pt x="0" y="3621"/>
                </a:cubicBezTo>
                <a:cubicBezTo>
                  <a:pt x="3407" y="3621"/>
                  <a:pt x="3407" y="3621"/>
                  <a:pt x="3407" y="3621"/>
                </a:cubicBezTo>
                <a:cubicBezTo>
                  <a:pt x="3407" y="3617"/>
                  <a:pt x="3407" y="3617"/>
                  <a:pt x="3407" y="3617"/>
                </a:cubicBezTo>
                <a:cubicBezTo>
                  <a:pt x="179" y="3617"/>
                  <a:pt x="179" y="3617"/>
                  <a:pt x="179" y="3617"/>
                </a:cubicBezTo>
                <a:cubicBezTo>
                  <a:pt x="2551" y="2996"/>
                  <a:pt x="2421" y="1729"/>
                  <a:pt x="2096" y="1606"/>
                </a:cubicBezTo>
                <a:cubicBezTo>
                  <a:pt x="2281" y="2130"/>
                  <a:pt x="865" y="1627"/>
                  <a:pt x="854" y="0"/>
                </a:cubicBezTo>
              </a:path>
            </a:pathLst>
          </a:custGeom>
          <a:solidFill>
            <a:srgbClr val="300B4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grpSp>
        <p:nvGrpSpPr>
          <p:cNvPr id="362" name="Google Shape;362;p23"/>
          <p:cNvGrpSpPr/>
          <p:nvPr/>
        </p:nvGrpSpPr>
        <p:grpSpPr>
          <a:xfrm>
            <a:off x="4979035" y="2404110"/>
            <a:ext cx="735013" cy="682321"/>
            <a:chOff x="5662614" y="3032124"/>
            <a:chExt cx="863600" cy="801689"/>
          </a:xfrm>
        </p:grpSpPr>
        <p:sp>
          <p:nvSpPr>
            <p:cNvPr id="363" name="Google Shape;363;p23"/>
            <p:cNvSpPr/>
            <p:nvPr/>
          </p:nvSpPr>
          <p:spPr>
            <a:xfrm>
              <a:off x="5959476" y="3368675"/>
              <a:ext cx="566738" cy="465138"/>
            </a:xfrm>
            <a:custGeom>
              <a:rect b="b" l="l" r="r" t="t"/>
              <a:pathLst>
                <a:path extrusionOk="0" h="122" w="149">
                  <a:moveTo>
                    <a:pt x="99" y="85"/>
                  </a:moveTo>
                  <a:cubicBezTo>
                    <a:pt x="127" y="85"/>
                    <a:pt x="149" y="62"/>
                    <a:pt x="149" y="34"/>
                  </a:cubicBezTo>
                  <a:cubicBezTo>
                    <a:pt x="147" y="22"/>
                    <a:pt x="143" y="0"/>
                    <a:pt x="112" y="0"/>
                  </a:cubicBezTo>
                  <a:cubicBezTo>
                    <a:pt x="78" y="0"/>
                    <a:pt x="67" y="48"/>
                    <a:pt x="39" y="78"/>
                  </a:cubicBezTo>
                  <a:cubicBezTo>
                    <a:pt x="37" y="96"/>
                    <a:pt x="20" y="111"/>
                    <a:pt x="0" y="114"/>
                  </a:cubicBezTo>
                  <a:cubicBezTo>
                    <a:pt x="5" y="119"/>
                    <a:pt x="16" y="122"/>
                    <a:pt x="29" y="122"/>
                  </a:cubicBezTo>
                  <a:cubicBezTo>
                    <a:pt x="54" y="122"/>
                    <a:pt x="84" y="115"/>
                    <a:pt x="99" y="99"/>
                  </a:cubicBezTo>
                  <a:cubicBezTo>
                    <a:pt x="78" y="100"/>
                    <a:pt x="65" y="86"/>
                    <a:pt x="64" y="68"/>
                  </a:cubicBezTo>
                  <a:cubicBezTo>
                    <a:pt x="74" y="80"/>
                    <a:pt x="85" y="85"/>
                    <a:pt x="99" y="85"/>
                  </a:cubicBezTo>
                </a:path>
              </a:pathLst>
            </a:custGeom>
            <a:solidFill>
              <a:srgbClr val="00B0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sp>
          <p:nvSpPr>
            <p:cNvPr id="364" name="Google Shape;364;p23"/>
            <p:cNvSpPr/>
            <p:nvPr/>
          </p:nvSpPr>
          <p:spPr>
            <a:xfrm>
              <a:off x="5662614" y="3032124"/>
              <a:ext cx="863600" cy="736599"/>
            </a:xfrm>
            <a:custGeom>
              <a:rect b="b" l="l" r="r" t="t"/>
              <a:pathLst>
                <a:path extrusionOk="0" h="193" w="227">
                  <a:moveTo>
                    <a:pt x="227" y="120"/>
                  </a:moveTo>
                  <a:cubicBezTo>
                    <a:pt x="226" y="89"/>
                    <a:pt x="211" y="62"/>
                    <a:pt x="188" y="40"/>
                  </a:cubicBezTo>
                  <a:cubicBezTo>
                    <a:pt x="170" y="24"/>
                    <a:pt x="149" y="12"/>
                    <a:pt x="127" y="3"/>
                  </a:cubicBezTo>
                  <a:cubicBezTo>
                    <a:pt x="125" y="2"/>
                    <a:pt x="123" y="1"/>
                    <a:pt x="122" y="0"/>
                  </a:cubicBezTo>
                  <a:cubicBezTo>
                    <a:pt x="122" y="0"/>
                    <a:pt x="122" y="0"/>
                    <a:pt x="122" y="0"/>
                  </a:cubicBezTo>
                  <a:cubicBezTo>
                    <a:pt x="94" y="33"/>
                    <a:pt x="0" y="57"/>
                    <a:pt x="0" y="125"/>
                  </a:cubicBezTo>
                  <a:cubicBezTo>
                    <a:pt x="0" y="152"/>
                    <a:pt x="17" y="177"/>
                    <a:pt x="42" y="187"/>
                  </a:cubicBezTo>
                  <a:cubicBezTo>
                    <a:pt x="56" y="193"/>
                    <a:pt x="71" y="193"/>
                    <a:pt x="85" y="188"/>
                  </a:cubicBezTo>
                  <a:cubicBezTo>
                    <a:pt x="98" y="184"/>
                    <a:pt x="108" y="176"/>
                    <a:pt x="117" y="166"/>
                  </a:cubicBezTo>
                  <a:cubicBezTo>
                    <a:pt x="145" y="136"/>
                    <a:pt x="156" y="88"/>
                    <a:pt x="190" y="88"/>
                  </a:cubicBezTo>
                  <a:cubicBezTo>
                    <a:pt x="221" y="88"/>
                    <a:pt x="225" y="110"/>
                    <a:pt x="227" y="122"/>
                  </a:cubicBezTo>
                  <a:cubicBezTo>
                    <a:pt x="227" y="122"/>
                    <a:pt x="227" y="121"/>
                    <a:pt x="227" y="120"/>
                  </a:cubicBezTo>
                </a:path>
              </a:pathLst>
            </a:custGeom>
            <a:solidFill>
              <a:srgbClr val="0075B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grpSp>
      <p:sp>
        <p:nvSpPr>
          <p:cNvPr id="365" name="Google Shape;365;p23"/>
          <p:cNvSpPr/>
          <p:nvPr/>
        </p:nvSpPr>
        <p:spPr>
          <a:xfrm>
            <a:off x="6536184" y="2886346"/>
            <a:ext cx="5125720" cy="770384"/>
          </a:xfrm>
          <a:prstGeom prst="rect">
            <a:avLst/>
          </a:prstGeom>
          <a:noFill/>
          <a:ln>
            <a:noFill/>
          </a:ln>
        </p:spPr>
        <p:txBody>
          <a:bodyPr anchorCtr="0" anchor="t" bIns="0" lIns="0" spcFirstLastPara="1" rIns="0" wrap="square" tIns="0">
            <a:noAutofit/>
          </a:bodyPr>
          <a:lstStyle/>
          <a:p>
            <a:pPr indent="0" lvl="0" marL="0" marR="0" rtl="0" algn="just">
              <a:lnSpc>
                <a:spcPct val="133333"/>
              </a:lnSpc>
              <a:spcBef>
                <a:spcPts val="0"/>
              </a:spcBef>
              <a:spcAft>
                <a:spcPts val="0"/>
              </a:spcAft>
              <a:buNone/>
            </a:pPr>
            <a:r>
              <a:rPr lang="en-US" sz="900">
                <a:solidFill>
                  <a:schemeClr val="dk1"/>
                </a:solidFill>
                <a:latin typeface="Verdana"/>
                <a:ea typeface="Verdana"/>
                <a:cs typeface="Verdana"/>
                <a:sym typeface="Verdana"/>
              </a:rPr>
              <a:t>With more than 190,000 people, Capgemini is present in over 40 countries and celebrates its 50th Anniversary year in 2017. A global leader in consulting, technology and outsourcing services, the Group reported 2016 global revenues of EUR 12.5 billion. Together with its clients, Capgemini creates and delivers business, technology and digital solutions that fit their needs, enabling them to achieve innovation and competitiveness. A deeply multicultural organization, Capgemini has developed its own way of working, </a:t>
            </a:r>
            <a:r>
              <a:rPr lang="en-US" sz="900">
                <a:solidFill>
                  <a:schemeClr val="accent1"/>
                </a:solidFill>
                <a:latin typeface="Verdana"/>
                <a:ea typeface="Verdana"/>
                <a:cs typeface="Verdana"/>
                <a:sym typeface="Verdana"/>
              </a:rPr>
              <a:t>the Collaborative Business Experience™</a:t>
            </a:r>
            <a:r>
              <a:rPr lang="en-US" sz="900">
                <a:solidFill>
                  <a:schemeClr val="dk1"/>
                </a:solidFill>
                <a:latin typeface="Verdana"/>
                <a:ea typeface="Verdana"/>
                <a:cs typeface="Verdana"/>
                <a:sym typeface="Verdana"/>
              </a:rPr>
              <a:t>, and draws on </a:t>
            </a:r>
            <a:r>
              <a:rPr lang="en-US" sz="900">
                <a:solidFill>
                  <a:schemeClr val="accent1"/>
                </a:solidFill>
                <a:latin typeface="Verdana"/>
                <a:ea typeface="Verdana"/>
                <a:cs typeface="Verdana"/>
                <a:sym typeface="Verdana"/>
              </a:rPr>
              <a:t>Rightshore</a:t>
            </a:r>
            <a:r>
              <a:rPr baseline="30000" lang="en-US" sz="900">
                <a:solidFill>
                  <a:schemeClr val="accent1"/>
                </a:solidFill>
                <a:latin typeface="Verdana"/>
                <a:ea typeface="Verdana"/>
                <a:cs typeface="Verdana"/>
                <a:sym typeface="Verdana"/>
              </a:rPr>
              <a:t>®</a:t>
            </a:r>
            <a:r>
              <a:rPr lang="en-US" sz="900">
                <a:solidFill>
                  <a:schemeClr val="dk1"/>
                </a:solidFill>
                <a:latin typeface="Verdana"/>
                <a:ea typeface="Verdana"/>
                <a:cs typeface="Verdana"/>
                <a:sym typeface="Verdana"/>
              </a:rPr>
              <a:t>, its worldwide delivery model.</a:t>
            </a:r>
            <a:endParaRPr/>
          </a:p>
        </p:txBody>
      </p:sp>
      <p:sp>
        <p:nvSpPr>
          <p:cNvPr id="366" name="Google Shape;366;p23"/>
          <p:cNvSpPr/>
          <p:nvPr/>
        </p:nvSpPr>
        <p:spPr>
          <a:xfrm>
            <a:off x="6536184" y="2507082"/>
            <a:ext cx="2219960" cy="229615"/>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None/>
            </a:pPr>
            <a:r>
              <a:rPr lang="en-US" sz="1400">
                <a:solidFill>
                  <a:schemeClr val="accent1"/>
                </a:solidFill>
                <a:latin typeface="Verdana"/>
                <a:ea typeface="Verdana"/>
                <a:cs typeface="Verdana"/>
                <a:sym typeface="Verdana"/>
              </a:rPr>
              <a:t>About Capgemini</a:t>
            </a:r>
            <a:endParaRPr/>
          </a:p>
        </p:txBody>
      </p:sp>
      <p:sp>
        <p:nvSpPr>
          <p:cNvPr id="367" name="Google Shape;367;p23"/>
          <p:cNvSpPr/>
          <p:nvPr/>
        </p:nvSpPr>
        <p:spPr>
          <a:xfrm>
            <a:off x="6536184" y="4235826"/>
            <a:ext cx="2057400" cy="407294"/>
          </a:xfrm>
          <a:prstGeom prst="rect">
            <a:avLst/>
          </a:prstGeom>
          <a:noFill/>
          <a:ln>
            <a:noFill/>
          </a:ln>
        </p:spPr>
        <p:txBody>
          <a:bodyPr anchorCtr="0" anchor="t" bIns="0" lIns="0" spcFirstLastPara="1" rIns="0" wrap="square" tIns="0">
            <a:noAutofit/>
          </a:bodyPr>
          <a:lstStyle/>
          <a:p>
            <a:pPr indent="0" lvl="0" marL="0" marR="0" rtl="0" algn="just">
              <a:lnSpc>
                <a:spcPct val="133333"/>
              </a:lnSpc>
              <a:spcBef>
                <a:spcPts val="0"/>
              </a:spcBef>
              <a:spcAft>
                <a:spcPts val="0"/>
              </a:spcAft>
              <a:buNone/>
            </a:pPr>
            <a:r>
              <a:rPr lang="en-US" sz="900">
                <a:solidFill>
                  <a:schemeClr val="dk1"/>
                </a:solidFill>
                <a:latin typeface="Verdana"/>
                <a:ea typeface="Verdana"/>
                <a:cs typeface="Verdana"/>
                <a:sym typeface="Verdana"/>
              </a:rPr>
              <a:t>Learn more about us at</a:t>
            </a:r>
            <a:endParaRPr/>
          </a:p>
          <a:p>
            <a:pPr indent="0" lvl="0" marL="0" marR="0" rtl="0" algn="just">
              <a:lnSpc>
                <a:spcPct val="85714"/>
              </a:lnSpc>
              <a:spcBef>
                <a:spcPts val="600"/>
              </a:spcBef>
              <a:spcAft>
                <a:spcPts val="0"/>
              </a:spcAft>
              <a:buNone/>
            </a:pPr>
            <a:r>
              <a:rPr lang="en-US" sz="1400">
                <a:solidFill>
                  <a:schemeClr val="accent2"/>
                </a:solidFill>
                <a:latin typeface="Verdana"/>
                <a:ea typeface="Verdana"/>
                <a:cs typeface="Verdana"/>
                <a:sym typeface="Verdana"/>
              </a:rPr>
              <a:t>www.capgemini.com</a:t>
            </a:r>
            <a:endParaRPr/>
          </a:p>
        </p:txBody>
      </p:sp>
      <p:pic>
        <p:nvPicPr>
          <p:cNvPr descr="D:\My Work\Template\Icons\Social Media\LinkedIN.png" id="368" name="Google Shape;368;p23">
            <a:hlinkClick r:id="rId2"/>
          </p:cNvPr>
          <p:cNvPicPr preferRelativeResize="0"/>
          <p:nvPr/>
        </p:nvPicPr>
        <p:blipFill rotWithShape="1">
          <a:blip r:embed="rId3">
            <a:alphaModFix/>
          </a:blip>
          <a:srcRect b="0" l="0" r="0" t="0"/>
          <a:stretch/>
        </p:blipFill>
        <p:spPr>
          <a:xfrm>
            <a:off x="798415" y="3979258"/>
            <a:ext cx="333195" cy="333195"/>
          </a:xfrm>
          <a:prstGeom prst="rect">
            <a:avLst/>
          </a:prstGeom>
          <a:noFill/>
          <a:ln>
            <a:noFill/>
          </a:ln>
        </p:spPr>
      </p:pic>
      <p:pic>
        <p:nvPicPr>
          <p:cNvPr descr="D:\My Work\Template\Icons\Social Media\SlideShare.png" id="369" name="Google Shape;369;p23">
            <a:hlinkClick r:id="rId4"/>
          </p:cNvPr>
          <p:cNvPicPr preferRelativeResize="0"/>
          <p:nvPr/>
        </p:nvPicPr>
        <p:blipFill rotWithShape="1">
          <a:blip r:embed="rId5">
            <a:alphaModFix/>
          </a:blip>
          <a:srcRect b="0" l="0" r="0" t="0"/>
          <a:stretch/>
        </p:blipFill>
        <p:spPr>
          <a:xfrm>
            <a:off x="1181792" y="3979258"/>
            <a:ext cx="333195" cy="333195"/>
          </a:xfrm>
          <a:prstGeom prst="rect">
            <a:avLst/>
          </a:prstGeom>
          <a:noFill/>
          <a:ln>
            <a:noFill/>
          </a:ln>
        </p:spPr>
      </p:pic>
      <p:pic>
        <p:nvPicPr>
          <p:cNvPr descr="D:\My Work\Template\Icons\Social Media\Twitter.png" id="370" name="Google Shape;370;p23">
            <a:hlinkClick r:id="rId6"/>
          </p:cNvPr>
          <p:cNvPicPr preferRelativeResize="0"/>
          <p:nvPr/>
        </p:nvPicPr>
        <p:blipFill rotWithShape="1">
          <a:blip r:embed="rId7">
            <a:alphaModFix/>
          </a:blip>
          <a:srcRect b="0" l="0" r="0" t="0"/>
          <a:stretch/>
        </p:blipFill>
        <p:spPr>
          <a:xfrm>
            <a:off x="1565169" y="3979258"/>
            <a:ext cx="333195" cy="333195"/>
          </a:xfrm>
          <a:prstGeom prst="rect">
            <a:avLst/>
          </a:prstGeom>
          <a:noFill/>
          <a:ln>
            <a:noFill/>
          </a:ln>
        </p:spPr>
      </p:pic>
      <p:pic>
        <p:nvPicPr>
          <p:cNvPr descr="D:\My Work\Template\Icons\Social Media\YouTube.png" id="371" name="Google Shape;371;p23">
            <a:hlinkClick r:id="rId8"/>
          </p:cNvPr>
          <p:cNvPicPr preferRelativeResize="0"/>
          <p:nvPr/>
        </p:nvPicPr>
        <p:blipFill rotWithShape="1">
          <a:blip r:embed="rId9">
            <a:alphaModFix/>
          </a:blip>
          <a:srcRect b="0" l="0" r="0" t="0"/>
          <a:stretch/>
        </p:blipFill>
        <p:spPr>
          <a:xfrm>
            <a:off x="1948545" y="3979258"/>
            <a:ext cx="333195" cy="333195"/>
          </a:xfrm>
          <a:prstGeom prst="rect">
            <a:avLst/>
          </a:prstGeom>
          <a:noFill/>
          <a:ln>
            <a:noFill/>
          </a:ln>
        </p:spPr>
      </p:pic>
      <p:pic>
        <p:nvPicPr>
          <p:cNvPr descr="D:\My Work\Template\Icons\Social Media\Facebook.png" id="372" name="Google Shape;372;p23">
            <a:hlinkClick r:id="rId10"/>
          </p:cNvPr>
          <p:cNvPicPr preferRelativeResize="0"/>
          <p:nvPr/>
        </p:nvPicPr>
        <p:blipFill rotWithShape="1">
          <a:blip r:embed="rId11">
            <a:alphaModFix/>
          </a:blip>
          <a:srcRect b="0" l="0" r="0" t="0"/>
          <a:stretch/>
        </p:blipFill>
        <p:spPr>
          <a:xfrm>
            <a:off x="415038" y="3979258"/>
            <a:ext cx="333195" cy="333195"/>
          </a:xfrm>
          <a:prstGeom prst="rect">
            <a:avLst/>
          </a:prstGeom>
          <a:noFill/>
          <a:ln>
            <a:noFill/>
          </a:ln>
        </p:spPr>
      </p:pic>
      <p:sp>
        <p:nvSpPr>
          <p:cNvPr id="373" name="Google Shape;373;p23"/>
          <p:cNvSpPr/>
          <p:nvPr/>
        </p:nvSpPr>
        <p:spPr>
          <a:xfrm>
            <a:off x="415038" y="5640913"/>
            <a:ext cx="4198620" cy="569387"/>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None/>
            </a:pPr>
            <a:r>
              <a:rPr lang="en-US" sz="800">
                <a:solidFill>
                  <a:schemeClr val="lt1"/>
                </a:solidFill>
                <a:latin typeface="Verdana"/>
                <a:ea typeface="Verdana"/>
                <a:cs typeface="Verdana"/>
                <a:sym typeface="Verdana"/>
              </a:rPr>
              <a:t>This message contains information that may be privileged or confidential and is the property of the Capgemini Group.</a:t>
            </a:r>
            <a:br>
              <a:rPr lang="en-US" sz="800">
                <a:solidFill>
                  <a:schemeClr val="lt1"/>
                </a:solidFill>
                <a:latin typeface="Verdana"/>
                <a:ea typeface="Verdana"/>
                <a:cs typeface="Verdana"/>
                <a:sym typeface="Verdana"/>
              </a:rPr>
            </a:br>
            <a:r>
              <a:rPr lang="en-US" sz="800">
                <a:solidFill>
                  <a:schemeClr val="lt1"/>
                </a:solidFill>
                <a:latin typeface="Arial"/>
                <a:ea typeface="Arial"/>
                <a:cs typeface="Arial"/>
                <a:sym typeface="Arial"/>
              </a:rPr>
              <a:t>Copyright © 2017 Capgemini. All rights reserved.</a:t>
            </a:r>
            <a:endParaRPr/>
          </a:p>
          <a:p>
            <a:pPr indent="0" lvl="0" marL="0" marR="0" rtl="0" algn="l">
              <a:lnSpc>
                <a:spcPct val="100000"/>
              </a:lnSpc>
              <a:spcBef>
                <a:spcPts val="600"/>
              </a:spcBef>
              <a:spcAft>
                <a:spcPts val="0"/>
              </a:spcAft>
              <a:buClr>
                <a:schemeClr val="lt1"/>
              </a:buClr>
              <a:buSzPts val="800"/>
              <a:buFont typeface="Arial"/>
              <a:buNone/>
            </a:pPr>
            <a:r>
              <a:rPr lang="en-US" sz="800">
                <a:solidFill>
                  <a:schemeClr val="lt1"/>
                </a:solidFill>
                <a:latin typeface="Arial"/>
                <a:ea typeface="Arial"/>
                <a:cs typeface="Arial"/>
                <a:sym typeface="Arial"/>
              </a:rPr>
              <a:t>Rightshore</a:t>
            </a:r>
            <a:r>
              <a:rPr baseline="30000" lang="en-US" sz="800">
                <a:solidFill>
                  <a:schemeClr val="lt1"/>
                </a:solidFill>
                <a:latin typeface="Arial"/>
                <a:ea typeface="Arial"/>
                <a:cs typeface="Arial"/>
                <a:sym typeface="Arial"/>
              </a:rPr>
              <a:t>®</a:t>
            </a:r>
            <a:r>
              <a:rPr lang="en-US" sz="800">
                <a:solidFill>
                  <a:schemeClr val="lt1"/>
                </a:solidFill>
                <a:latin typeface="Arial"/>
                <a:ea typeface="Arial"/>
                <a:cs typeface="Arial"/>
                <a:sym typeface="Arial"/>
              </a:rPr>
              <a:t> is a trademark belonging to Capgemini.</a:t>
            </a:r>
            <a:endParaRPr/>
          </a:p>
        </p:txBody>
      </p:sp>
      <p:sp>
        <p:nvSpPr>
          <p:cNvPr id="374" name="Google Shape;374;p23"/>
          <p:cNvSpPr/>
          <p:nvPr/>
        </p:nvSpPr>
        <p:spPr>
          <a:xfrm>
            <a:off x="6536184" y="5933302"/>
            <a:ext cx="5219699" cy="276999"/>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None/>
            </a:pPr>
            <a:r>
              <a:rPr lang="en-US" sz="600">
                <a:solidFill>
                  <a:schemeClr val="dk1"/>
                </a:solidFill>
                <a:latin typeface="Verdana"/>
                <a:ea typeface="Verdana"/>
                <a:cs typeface="Verdana"/>
                <a:sym typeface="Verdana"/>
              </a:rPr>
              <a:t>This message is intended only for the person to whom it is addressed. If you are not the intended recipient, you are not authorized to read, print, retain, copy, disseminate, distribute, or use this message or any part thereof. If you receive this message in error, please notify the sender immediately and delete all copies of this message. </a:t>
            </a:r>
            <a:endParaRPr/>
          </a:p>
        </p:txBody>
      </p:sp>
      <p:sp>
        <p:nvSpPr>
          <p:cNvPr id="375" name="Google Shape;375;p23">
            <a:hlinkClick r:id="rId12"/>
          </p:cNvPr>
          <p:cNvSpPr/>
          <p:nvPr/>
        </p:nvSpPr>
        <p:spPr>
          <a:xfrm>
            <a:off x="7489902" y="3812094"/>
            <a:ext cx="2336088" cy="124676"/>
          </a:xfrm>
          <a:prstGeom prst="rect">
            <a:avLst/>
          </a:prstGeom>
          <a:solidFill>
            <a:schemeClr val="accent2">
              <a:alpha val="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376" name="Google Shape;376;p23">
            <a:hlinkClick r:id="rId13"/>
          </p:cNvPr>
          <p:cNvSpPr/>
          <p:nvPr/>
        </p:nvSpPr>
        <p:spPr>
          <a:xfrm>
            <a:off x="10730865" y="3812094"/>
            <a:ext cx="704850" cy="124676"/>
          </a:xfrm>
          <a:prstGeom prst="rect">
            <a:avLst/>
          </a:prstGeom>
          <a:solidFill>
            <a:schemeClr val="accent2">
              <a:alpha val="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377" name="Google Shape;377;p23">
            <a:hlinkClick r:id="rId14"/>
          </p:cNvPr>
          <p:cNvSpPr/>
          <p:nvPr/>
        </p:nvSpPr>
        <p:spPr>
          <a:xfrm>
            <a:off x="6532245" y="4445639"/>
            <a:ext cx="1851660" cy="183449"/>
          </a:xfrm>
          <a:prstGeom prst="rect">
            <a:avLst/>
          </a:prstGeom>
          <a:solidFill>
            <a:schemeClr val="accent2">
              <a:alpha val="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pic>
        <p:nvPicPr>
          <p:cNvPr id="378" name="Google Shape;378;p23"/>
          <p:cNvPicPr preferRelativeResize="0"/>
          <p:nvPr/>
        </p:nvPicPr>
        <p:blipFill rotWithShape="1">
          <a:blip r:embed="rId15">
            <a:alphaModFix/>
          </a:blip>
          <a:srcRect b="0" l="0" r="0" t="0"/>
          <a:stretch/>
        </p:blipFill>
        <p:spPr>
          <a:xfrm>
            <a:off x="407572" y="4434172"/>
            <a:ext cx="2560320" cy="201012"/>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Opener4">
  <p:cSld name="Section Opener4">
    <p:spTree>
      <p:nvGrpSpPr>
        <p:cNvPr id="384" name="Shape 384"/>
        <p:cNvGrpSpPr/>
        <p:nvPr/>
      </p:nvGrpSpPr>
      <p:grpSpPr>
        <a:xfrm>
          <a:off x="0" y="0"/>
          <a:ext cx="0" cy="0"/>
          <a:chOff x="0" y="0"/>
          <a:chExt cx="0" cy="0"/>
        </a:xfrm>
      </p:grpSpPr>
      <p:sp>
        <p:nvSpPr>
          <p:cNvPr id="385" name="Google Shape;385;p25"/>
          <p:cNvSpPr/>
          <p:nvPr/>
        </p:nvSpPr>
        <p:spPr>
          <a:xfrm>
            <a:off x="0"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386" name="Google Shape;386;p25"/>
          <p:cNvSpPr/>
          <p:nvPr/>
        </p:nvSpPr>
        <p:spPr>
          <a:xfrm>
            <a:off x="-312712" y="0"/>
            <a:ext cx="8760296" cy="8102938"/>
          </a:xfrm>
          <a:custGeom>
            <a:rect b="b" l="l" r="r" t="t"/>
            <a:pathLst>
              <a:path extrusionOk="0" h="1514" w="1637">
                <a:moveTo>
                  <a:pt x="1453" y="0"/>
                </a:moveTo>
                <a:cubicBezTo>
                  <a:pt x="1453" y="0"/>
                  <a:pt x="1637" y="326"/>
                  <a:pt x="1238" y="494"/>
                </a:cubicBezTo>
                <a:cubicBezTo>
                  <a:pt x="840" y="663"/>
                  <a:pt x="594" y="755"/>
                  <a:pt x="763" y="1046"/>
                </a:cubicBezTo>
                <a:cubicBezTo>
                  <a:pt x="230" y="1514"/>
                  <a:pt x="0" y="1449"/>
                  <a:pt x="0" y="1449"/>
                </a:cubicBezTo>
                <a:cubicBezTo>
                  <a:pt x="0" y="0"/>
                  <a:pt x="0" y="0"/>
                  <a:pt x="0" y="0"/>
                </a:cubicBezTo>
                <a:lnTo>
                  <a:pt x="1453" y="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sp>
        <p:nvSpPr>
          <p:cNvPr id="387" name="Google Shape;387;p25"/>
          <p:cNvSpPr/>
          <p:nvPr>
            <p:ph idx="2" type="pic"/>
          </p:nvPr>
        </p:nvSpPr>
        <p:spPr>
          <a:xfrm>
            <a:off x="4943872" y="-1634"/>
            <a:ext cx="7248128" cy="6859588"/>
          </a:xfrm>
          <a:prstGeom prst="rect">
            <a:avLst/>
          </a:prstGeom>
          <a:noFill/>
          <a:ln>
            <a:noFill/>
          </a:ln>
        </p:spPr>
      </p:sp>
      <p:pic>
        <p:nvPicPr>
          <p:cNvPr id="388" name="Google Shape;388;p25"/>
          <p:cNvPicPr preferRelativeResize="0"/>
          <p:nvPr/>
        </p:nvPicPr>
        <p:blipFill rotWithShape="1">
          <a:blip r:embed="rId2">
            <a:alphaModFix/>
          </a:blip>
          <a:srcRect b="0" l="9322" r="9322" t="0"/>
          <a:stretch/>
        </p:blipFill>
        <p:spPr>
          <a:xfrm>
            <a:off x="2273300" y="-1588"/>
            <a:ext cx="9918700" cy="6859588"/>
          </a:xfrm>
          <a:prstGeom prst="rect">
            <a:avLst/>
          </a:prstGeom>
          <a:noFill/>
          <a:ln>
            <a:noFill/>
          </a:ln>
        </p:spPr>
      </p:pic>
      <p:sp>
        <p:nvSpPr>
          <p:cNvPr id="389" name="Google Shape;389;p25"/>
          <p:cNvSpPr txBox="1"/>
          <p:nvPr>
            <p:ph idx="1" type="body"/>
          </p:nvPr>
        </p:nvSpPr>
        <p:spPr>
          <a:xfrm>
            <a:off x="407988" y="434513"/>
            <a:ext cx="5471988" cy="1698343"/>
          </a:xfrm>
          <a:prstGeom prst="rect">
            <a:avLst/>
          </a:prstGeom>
          <a:noFill/>
          <a:ln>
            <a:noFill/>
          </a:ln>
        </p:spPr>
        <p:txBody>
          <a:bodyPr anchorCtr="0" anchor="b" bIns="0" lIns="0" spcFirstLastPara="1" rIns="0" wrap="square" tIns="0">
            <a:noAutofit/>
          </a:bodyPr>
          <a:lstStyle>
            <a:lvl1pPr indent="-228600" lvl="0" marL="457200" algn="l">
              <a:lnSpc>
                <a:spcPct val="115384"/>
              </a:lnSpc>
              <a:spcBef>
                <a:spcPts val="0"/>
              </a:spcBef>
              <a:spcAft>
                <a:spcPts val="0"/>
              </a:spcAft>
              <a:buClr>
                <a:schemeClr val="lt1"/>
              </a:buClr>
              <a:buSzPts val="2600"/>
              <a:buNone/>
              <a:defRPr sz="2600">
                <a:solidFill>
                  <a:schemeClr val="lt1"/>
                </a:solidFill>
              </a:defRPr>
            </a:lvl1pPr>
            <a:lvl2pPr indent="-228600" lvl="1" marL="914400" algn="l">
              <a:lnSpc>
                <a:spcPct val="30000"/>
              </a:lnSpc>
              <a:spcBef>
                <a:spcPts val="600"/>
              </a:spcBef>
              <a:spcAft>
                <a:spcPts val="0"/>
              </a:spcAft>
              <a:buSzPts val="6000"/>
              <a:buNone/>
              <a:defRPr sz="6000">
                <a:solidFill>
                  <a:schemeClr val="lt1"/>
                </a:solidFill>
              </a:defRPr>
            </a:lvl2pPr>
            <a:lvl3pPr indent="-342900" lvl="2" marL="1371600" algn="l">
              <a:lnSpc>
                <a:spcPct val="88888"/>
              </a:lnSpc>
              <a:spcBef>
                <a:spcPts val="600"/>
              </a:spcBef>
              <a:spcAft>
                <a:spcPts val="0"/>
              </a:spcAft>
              <a:buSzPts val="1800"/>
              <a:buChar char="•"/>
              <a:defRPr/>
            </a:lvl3pPr>
            <a:lvl4pPr indent="-342900" lvl="3" marL="1828800" algn="l">
              <a:lnSpc>
                <a:spcPct val="77777"/>
              </a:lnSpc>
              <a:spcBef>
                <a:spcPts val="600"/>
              </a:spcBef>
              <a:spcAft>
                <a:spcPts val="0"/>
              </a:spcAft>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0" name="Google Shape;390;p25"/>
          <p:cNvSpPr/>
          <p:nvPr/>
        </p:nvSpPr>
        <p:spPr>
          <a:xfrm>
            <a:off x="11547793" y="188640"/>
            <a:ext cx="424356" cy="459624"/>
          </a:xfrm>
          <a:prstGeom prst="rect">
            <a:avLst/>
          </a:prstGeom>
          <a:no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Opener1">
  <p:cSld name="Section Opener1">
    <p:bg>
      <p:bgPr>
        <a:solidFill>
          <a:schemeClr val="lt1"/>
        </a:solidFill>
      </p:bgPr>
    </p:bg>
    <p:spTree>
      <p:nvGrpSpPr>
        <p:cNvPr id="391" name="Shape 391"/>
        <p:cNvGrpSpPr/>
        <p:nvPr/>
      </p:nvGrpSpPr>
      <p:grpSpPr>
        <a:xfrm>
          <a:off x="0" y="0"/>
          <a:ext cx="0" cy="0"/>
          <a:chOff x="0" y="0"/>
          <a:chExt cx="0" cy="0"/>
        </a:xfrm>
      </p:grpSpPr>
      <p:sp>
        <p:nvSpPr>
          <p:cNvPr id="392" name="Google Shape;392;p26"/>
          <p:cNvSpPr/>
          <p:nvPr/>
        </p:nvSpPr>
        <p:spPr>
          <a:xfrm>
            <a:off x="0"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393" name="Google Shape;393;p26"/>
          <p:cNvSpPr/>
          <p:nvPr/>
        </p:nvSpPr>
        <p:spPr>
          <a:xfrm flipH="1">
            <a:off x="911424" y="-3448"/>
            <a:ext cx="11299452" cy="6858000"/>
          </a:xfrm>
          <a:prstGeom prst="rect">
            <a:avLst/>
          </a:prstGeom>
          <a:noFill/>
          <a:ln>
            <a:noFill/>
          </a:ln>
        </p:spPr>
      </p:sp>
      <p:sp>
        <p:nvSpPr>
          <p:cNvPr id="394" name="Google Shape;394;p26"/>
          <p:cNvSpPr txBox="1"/>
          <p:nvPr>
            <p:ph idx="1" type="body"/>
          </p:nvPr>
        </p:nvSpPr>
        <p:spPr>
          <a:xfrm>
            <a:off x="6522826" y="1844824"/>
            <a:ext cx="5261187" cy="1182207"/>
          </a:xfrm>
          <a:prstGeom prst="rect">
            <a:avLst/>
          </a:prstGeom>
          <a:noFill/>
          <a:ln>
            <a:noFill/>
          </a:ln>
        </p:spPr>
        <p:txBody>
          <a:bodyPr anchorCtr="0" anchor="b" bIns="0" lIns="0" spcFirstLastPara="1" rIns="0" wrap="square" tIns="0">
            <a:normAutofit/>
          </a:bodyPr>
          <a:lstStyle>
            <a:lvl1pPr indent="-228600" lvl="0" marL="457200" algn="r">
              <a:lnSpc>
                <a:spcPct val="115384"/>
              </a:lnSpc>
              <a:spcBef>
                <a:spcPts val="0"/>
              </a:spcBef>
              <a:spcAft>
                <a:spcPts val="0"/>
              </a:spcAft>
              <a:buClr>
                <a:schemeClr val="accent2"/>
              </a:buClr>
              <a:buSzPts val="2600"/>
              <a:buNone/>
              <a:defRPr sz="2600">
                <a:solidFill>
                  <a:schemeClr val="accent2"/>
                </a:solidFill>
              </a:defRPr>
            </a:lvl1pPr>
            <a:lvl2pPr indent="-228600" lvl="1" marL="914400" algn="l">
              <a:lnSpc>
                <a:spcPct val="30000"/>
              </a:lnSpc>
              <a:spcBef>
                <a:spcPts val="600"/>
              </a:spcBef>
              <a:spcAft>
                <a:spcPts val="0"/>
              </a:spcAft>
              <a:buSzPts val="6000"/>
              <a:buNone/>
              <a:defRPr sz="6000">
                <a:solidFill>
                  <a:schemeClr val="lt1"/>
                </a:solidFill>
              </a:defRPr>
            </a:lvl2pPr>
            <a:lvl3pPr indent="-342900" lvl="2" marL="1371600" algn="l">
              <a:lnSpc>
                <a:spcPct val="88888"/>
              </a:lnSpc>
              <a:spcBef>
                <a:spcPts val="600"/>
              </a:spcBef>
              <a:spcAft>
                <a:spcPts val="0"/>
              </a:spcAft>
              <a:buSzPts val="1800"/>
              <a:buChar char="•"/>
              <a:defRPr/>
            </a:lvl3pPr>
            <a:lvl4pPr indent="-342900" lvl="3" marL="1828800" algn="l">
              <a:lnSpc>
                <a:spcPct val="77777"/>
              </a:lnSpc>
              <a:spcBef>
                <a:spcPts val="600"/>
              </a:spcBef>
              <a:spcAft>
                <a:spcPts val="0"/>
              </a:spcAft>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5" name="Google Shape;395;p26"/>
          <p:cNvSpPr/>
          <p:nvPr/>
        </p:nvSpPr>
        <p:spPr>
          <a:xfrm>
            <a:off x="407988" y="6101472"/>
            <a:ext cx="2286000" cy="510013"/>
          </a:xfrm>
          <a:prstGeom prst="rect">
            <a:avLst/>
          </a:prstGeom>
          <a:noFill/>
          <a:ln>
            <a:no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Opener2">
  <p:cSld name="Section Opener2">
    <p:bg>
      <p:bgPr>
        <a:solidFill>
          <a:schemeClr val="lt1"/>
        </a:solidFill>
      </p:bgPr>
    </p:bg>
    <p:spTree>
      <p:nvGrpSpPr>
        <p:cNvPr id="396" name="Shape 396"/>
        <p:cNvGrpSpPr/>
        <p:nvPr/>
      </p:nvGrpSpPr>
      <p:grpSpPr>
        <a:xfrm>
          <a:off x="0" y="0"/>
          <a:ext cx="0" cy="0"/>
          <a:chOff x="0" y="0"/>
          <a:chExt cx="0" cy="0"/>
        </a:xfrm>
      </p:grpSpPr>
      <p:sp>
        <p:nvSpPr>
          <p:cNvPr id="397" name="Google Shape;397;p27"/>
          <p:cNvSpPr/>
          <p:nvPr/>
        </p:nvSpPr>
        <p:spPr>
          <a:xfrm flipH="1">
            <a:off x="4901352" y="838199"/>
            <a:ext cx="7290648" cy="6019801"/>
          </a:xfrm>
          <a:prstGeom prst="rect">
            <a:avLst/>
          </a:prstGeom>
          <a:noFill/>
          <a:ln>
            <a:noFill/>
          </a:ln>
        </p:spPr>
      </p:sp>
      <p:sp>
        <p:nvSpPr>
          <p:cNvPr id="398" name="Google Shape;398;p27"/>
          <p:cNvSpPr txBox="1"/>
          <p:nvPr>
            <p:ph idx="1" type="body"/>
          </p:nvPr>
        </p:nvSpPr>
        <p:spPr>
          <a:xfrm>
            <a:off x="7032104" y="2946391"/>
            <a:ext cx="4751909" cy="1418714"/>
          </a:xfrm>
          <a:prstGeom prst="rect">
            <a:avLst/>
          </a:prstGeom>
          <a:noFill/>
          <a:ln>
            <a:noFill/>
          </a:ln>
        </p:spPr>
        <p:txBody>
          <a:bodyPr anchorCtr="0" anchor="b" bIns="0" lIns="0" spcFirstLastPara="1" rIns="0" wrap="square" tIns="0">
            <a:normAutofit/>
          </a:bodyPr>
          <a:lstStyle>
            <a:lvl1pPr indent="-228600" lvl="0" marL="457200" algn="r">
              <a:lnSpc>
                <a:spcPct val="115384"/>
              </a:lnSpc>
              <a:spcBef>
                <a:spcPts val="0"/>
              </a:spcBef>
              <a:spcAft>
                <a:spcPts val="0"/>
              </a:spcAft>
              <a:buClr>
                <a:schemeClr val="lt1"/>
              </a:buClr>
              <a:buSzPts val="2600"/>
              <a:buNone/>
              <a:defRPr sz="2600">
                <a:solidFill>
                  <a:schemeClr val="lt1"/>
                </a:solidFill>
              </a:defRPr>
            </a:lvl1pPr>
            <a:lvl2pPr indent="-228600" lvl="1" marL="914400" algn="l">
              <a:lnSpc>
                <a:spcPct val="30000"/>
              </a:lnSpc>
              <a:spcBef>
                <a:spcPts val="600"/>
              </a:spcBef>
              <a:spcAft>
                <a:spcPts val="0"/>
              </a:spcAft>
              <a:buSzPts val="6000"/>
              <a:buNone/>
              <a:defRPr sz="6000">
                <a:solidFill>
                  <a:schemeClr val="lt1"/>
                </a:solidFill>
              </a:defRPr>
            </a:lvl2pPr>
            <a:lvl3pPr indent="-342900" lvl="2" marL="1371600" algn="l">
              <a:lnSpc>
                <a:spcPct val="88888"/>
              </a:lnSpc>
              <a:spcBef>
                <a:spcPts val="600"/>
              </a:spcBef>
              <a:spcAft>
                <a:spcPts val="0"/>
              </a:spcAft>
              <a:buSzPts val="1800"/>
              <a:buChar char="•"/>
              <a:defRPr/>
            </a:lvl3pPr>
            <a:lvl4pPr indent="-342900" lvl="3" marL="1828800" algn="l">
              <a:lnSpc>
                <a:spcPct val="77777"/>
              </a:lnSpc>
              <a:spcBef>
                <a:spcPts val="600"/>
              </a:spcBef>
              <a:spcAft>
                <a:spcPts val="0"/>
              </a:spcAft>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399" name="Google Shape;399;p27"/>
          <p:cNvPicPr preferRelativeResize="0"/>
          <p:nvPr/>
        </p:nvPicPr>
        <p:blipFill rotWithShape="1">
          <a:blip r:embed="rId2">
            <a:alphaModFix/>
          </a:blip>
          <a:srcRect b="0" l="22708" r="22708" t="0"/>
          <a:stretch/>
        </p:blipFill>
        <p:spPr>
          <a:xfrm flipH="1">
            <a:off x="0" y="-1588"/>
            <a:ext cx="6654800" cy="6859588"/>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Opener3">
  <p:cSld name="Section Opener3">
    <p:spTree>
      <p:nvGrpSpPr>
        <p:cNvPr id="400" name="Shape 400"/>
        <p:cNvGrpSpPr/>
        <p:nvPr/>
      </p:nvGrpSpPr>
      <p:grpSpPr>
        <a:xfrm>
          <a:off x="0" y="0"/>
          <a:ext cx="0" cy="0"/>
          <a:chOff x="0" y="0"/>
          <a:chExt cx="0" cy="0"/>
        </a:xfrm>
      </p:grpSpPr>
      <p:sp>
        <p:nvSpPr>
          <p:cNvPr id="401" name="Google Shape;401;p28"/>
          <p:cNvSpPr/>
          <p:nvPr/>
        </p:nvSpPr>
        <p:spPr>
          <a:xfrm flipH="1">
            <a:off x="5739552" y="838199"/>
            <a:ext cx="6452448" cy="6019801"/>
          </a:xfrm>
          <a:prstGeom prst="rect">
            <a:avLst/>
          </a:prstGeom>
          <a:noFill/>
          <a:ln>
            <a:noFill/>
          </a:ln>
        </p:spPr>
      </p:sp>
      <p:sp>
        <p:nvSpPr>
          <p:cNvPr id="402" name="Google Shape;402;p28"/>
          <p:cNvSpPr txBox="1"/>
          <p:nvPr>
            <p:ph idx="1" type="body"/>
          </p:nvPr>
        </p:nvSpPr>
        <p:spPr>
          <a:xfrm>
            <a:off x="7032104" y="2946391"/>
            <a:ext cx="4751909" cy="1418714"/>
          </a:xfrm>
          <a:prstGeom prst="rect">
            <a:avLst/>
          </a:prstGeom>
          <a:noFill/>
          <a:ln>
            <a:noFill/>
          </a:ln>
        </p:spPr>
        <p:txBody>
          <a:bodyPr anchorCtr="0" anchor="b" bIns="0" lIns="0" spcFirstLastPara="1" rIns="0" wrap="square" tIns="0">
            <a:normAutofit/>
          </a:bodyPr>
          <a:lstStyle>
            <a:lvl1pPr indent="-228600" lvl="0" marL="457200" algn="r">
              <a:lnSpc>
                <a:spcPct val="115384"/>
              </a:lnSpc>
              <a:spcBef>
                <a:spcPts val="0"/>
              </a:spcBef>
              <a:spcAft>
                <a:spcPts val="0"/>
              </a:spcAft>
              <a:buClr>
                <a:schemeClr val="lt1"/>
              </a:buClr>
              <a:buSzPts val="2600"/>
              <a:buNone/>
              <a:defRPr sz="2600">
                <a:solidFill>
                  <a:schemeClr val="lt1"/>
                </a:solidFill>
              </a:defRPr>
            </a:lvl1pPr>
            <a:lvl2pPr indent="-228600" lvl="1" marL="914400" algn="l">
              <a:lnSpc>
                <a:spcPct val="30000"/>
              </a:lnSpc>
              <a:spcBef>
                <a:spcPts val="600"/>
              </a:spcBef>
              <a:spcAft>
                <a:spcPts val="0"/>
              </a:spcAft>
              <a:buSzPts val="6000"/>
              <a:buNone/>
              <a:defRPr sz="6000">
                <a:solidFill>
                  <a:schemeClr val="lt1"/>
                </a:solidFill>
              </a:defRPr>
            </a:lvl2pPr>
            <a:lvl3pPr indent="-342900" lvl="2" marL="1371600" algn="l">
              <a:lnSpc>
                <a:spcPct val="88888"/>
              </a:lnSpc>
              <a:spcBef>
                <a:spcPts val="600"/>
              </a:spcBef>
              <a:spcAft>
                <a:spcPts val="0"/>
              </a:spcAft>
              <a:buSzPts val="1800"/>
              <a:buChar char="•"/>
              <a:defRPr/>
            </a:lvl3pPr>
            <a:lvl4pPr indent="-342900" lvl="3" marL="1828800" algn="l">
              <a:lnSpc>
                <a:spcPct val="77777"/>
              </a:lnSpc>
              <a:spcBef>
                <a:spcPts val="600"/>
              </a:spcBef>
              <a:spcAft>
                <a:spcPts val="0"/>
              </a:spcAft>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403" name="Google Shape;403;p28"/>
          <p:cNvPicPr preferRelativeResize="0"/>
          <p:nvPr/>
        </p:nvPicPr>
        <p:blipFill rotWithShape="1">
          <a:blip r:embed="rId2">
            <a:alphaModFix/>
          </a:blip>
          <a:srcRect b="0" l="7072" r="38344" t="0"/>
          <a:stretch/>
        </p:blipFill>
        <p:spPr>
          <a:xfrm>
            <a:off x="0" y="-1588"/>
            <a:ext cx="6654800" cy="6859588"/>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nd Text2 (fixed)">
  <p:cSld name="Image and Text2 (fixed)">
    <p:spTree>
      <p:nvGrpSpPr>
        <p:cNvPr id="431" name="Shape 431"/>
        <p:cNvGrpSpPr/>
        <p:nvPr/>
      </p:nvGrpSpPr>
      <p:grpSpPr>
        <a:xfrm>
          <a:off x="0" y="0"/>
          <a:ext cx="0" cy="0"/>
          <a:chOff x="0" y="0"/>
          <a:chExt cx="0" cy="0"/>
        </a:xfrm>
      </p:grpSpPr>
      <p:pic>
        <p:nvPicPr>
          <p:cNvPr id="432" name="Google Shape;432;p30"/>
          <p:cNvPicPr preferRelativeResize="0"/>
          <p:nvPr/>
        </p:nvPicPr>
        <p:blipFill rotWithShape="1">
          <a:blip r:embed="rId2">
            <a:alphaModFix/>
          </a:blip>
          <a:srcRect b="0" l="0" r="0" t="0"/>
          <a:stretch/>
        </p:blipFill>
        <p:spPr>
          <a:xfrm>
            <a:off x="1524" y="0"/>
            <a:ext cx="12188952" cy="6858000"/>
          </a:xfrm>
          <a:prstGeom prst="rect">
            <a:avLst/>
          </a:prstGeom>
          <a:noFill/>
          <a:ln>
            <a:noFill/>
          </a:ln>
        </p:spPr>
      </p:pic>
      <p:sp>
        <p:nvSpPr>
          <p:cNvPr id="433" name="Google Shape;433;p30"/>
          <p:cNvSpPr/>
          <p:nvPr/>
        </p:nvSpPr>
        <p:spPr>
          <a:xfrm rot="-966871">
            <a:off x="6623457" y="-854950"/>
            <a:ext cx="5712032" cy="3331781"/>
          </a:xfrm>
          <a:custGeom>
            <a:rect b="b" l="l" r="r" t="t"/>
            <a:pathLst>
              <a:path extrusionOk="0" h="3765238" w="6455155">
                <a:moveTo>
                  <a:pt x="0" y="0"/>
                </a:moveTo>
                <a:lnTo>
                  <a:pt x="6455155" y="1864957"/>
                </a:lnTo>
                <a:lnTo>
                  <a:pt x="5906145" y="3765238"/>
                </a:lnTo>
                <a:lnTo>
                  <a:pt x="2661149" y="3765238"/>
                </a:lnTo>
                <a:lnTo>
                  <a:pt x="0" y="2996406"/>
                </a:lnTo>
                <a:close/>
              </a:path>
            </a:pathLst>
          </a:custGeom>
          <a:noFill/>
          <a:ln>
            <a:noFill/>
          </a:ln>
        </p:spPr>
      </p:sp>
      <p:sp>
        <p:nvSpPr>
          <p:cNvPr id="434" name="Google Shape;434;p30"/>
          <p:cNvSpPr txBox="1"/>
          <p:nvPr>
            <p:ph idx="1" type="body"/>
          </p:nvPr>
        </p:nvSpPr>
        <p:spPr>
          <a:xfrm>
            <a:off x="7712546" y="251439"/>
            <a:ext cx="3594084" cy="953247"/>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lt1"/>
              </a:buClr>
              <a:buSzPts val="1600"/>
              <a:buNone/>
              <a:defRPr b="1" sz="1600">
                <a:solidFill>
                  <a:schemeClr val="lt1"/>
                </a:solidFill>
              </a:defRPr>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5" name="Google Shape;435;p30"/>
          <p:cNvSpPr/>
          <p:nvPr/>
        </p:nvSpPr>
        <p:spPr>
          <a:xfrm>
            <a:off x="11784013" y="6555758"/>
            <a:ext cx="242375"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rgbClr val="7F7F7F"/>
                </a:solidFill>
                <a:latin typeface="Verdana"/>
                <a:ea typeface="Verdana"/>
                <a:cs typeface="Verdana"/>
                <a:sym typeface="Verdana"/>
              </a:rPr>
              <a:t>‹#›</a:t>
            </a:fld>
            <a:endParaRPr sz="800">
              <a:solidFill>
                <a:srgbClr val="7F7F7F"/>
              </a:solidFill>
              <a:latin typeface="Verdana"/>
              <a:ea typeface="Verdana"/>
              <a:cs typeface="Verdana"/>
              <a:sym typeface="Verdana"/>
            </a:endParaRPr>
          </a:p>
        </p:txBody>
      </p:sp>
      <p:cxnSp>
        <p:nvCxnSpPr>
          <p:cNvPr id="436" name="Google Shape;436;p30"/>
          <p:cNvCxnSpPr/>
          <p:nvPr/>
        </p:nvCxnSpPr>
        <p:spPr>
          <a:xfrm rot="10800000">
            <a:off x="3283674" y="6587911"/>
            <a:ext cx="0" cy="155576"/>
          </a:xfrm>
          <a:prstGeom prst="straightConnector1">
            <a:avLst/>
          </a:prstGeom>
          <a:solidFill>
            <a:schemeClr val="dk1"/>
          </a:solidFill>
          <a:ln cap="rnd" cmpd="sng" w="12700">
            <a:solidFill>
              <a:schemeClr val="accent2"/>
            </a:solidFill>
            <a:prstDash val="solid"/>
            <a:round/>
            <a:headEnd len="sm" w="sm" type="none"/>
            <a:tailEnd len="sm" w="sm" type="none"/>
          </a:ln>
        </p:spPr>
      </p:cxnSp>
      <p:sp>
        <p:nvSpPr>
          <p:cNvPr id="437" name="Google Shape;437;p30">
            <a:hlinkClick r:id="rId3"/>
          </p:cNvPr>
          <p:cNvSpPr/>
          <p:nvPr/>
        </p:nvSpPr>
        <p:spPr>
          <a:xfrm>
            <a:off x="407988" y="6555971"/>
            <a:ext cx="2829007" cy="219456"/>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lang="en-US" sz="800">
                <a:solidFill>
                  <a:srgbClr val="00458D"/>
                </a:solidFill>
                <a:latin typeface="Verdana"/>
                <a:ea typeface="Verdana"/>
                <a:cs typeface="Verdana"/>
                <a:sym typeface="Verdana"/>
              </a:rPr>
              <a:t>Presentation Title | Author | Date</a:t>
            </a:r>
            <a:endParaRPr/>
          </a:p>
        </p:txBody>
      </p:sp>
      <p:sp>
        <p:nvSpPr>
          <p:cNvPr id="438" name="Google Shape;438;p30"/>
          <p:cNvSpPr/>
          <p:nvPr/>
        </p:nvSpPr>
        <p:spPr>
          <a:xfrm>
            <a:off x="3411379" y="6555758"/>
            <a:ext cx="222368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800">
                <a:solidFill>
                  <a:srgbClr val="767676"/>
                </a:solidFill>
                <a:latin typeface="Verdana"/>
                <a:ea typeface="Verdana"/>
                <a:cs typeface="Verdana"/>
                <a:sym typeface="Verdana"/>
              </a:rPr>
              <a:t>© 2017 Capgemini. All rights reserved.</a:t>
            </a:r>
            <a:endParaRPr/>
          </a:p>
        </p:txBody>
      </p:sp>
      <p:sp>
        <p:nvSpPr>
          <p:cNvPr id="439" name="Google Shape;439;p30"/>
          <p:cNvSpPr txBox="1"/>
          <p:nvPr>
            <p:ph type="title"/>
          </p:nvPr>
        </p:nvSpPr>
        <p:spPr>
          <a:xfrm>
            <a:off x="407988" y="404813"/>
            <a:ext cx="6984156" cy="863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2"/>
              </a:buClr>
              <a:buSzPts val="2600"/>
              <a:buFont typeface="Verdana"/>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0" name="Google Shape;440;p30"/>
          <p:cNvSpPr txBox="1"/>
          <p:nvPr>
            <p:ph idx="2" type="body"/>
          </p:nvPr>
        </p:nvSpPr>
        <p:spPr>
          <a:xfrm>
            <a:off x="417592" y="1430234"/>
            <a:ext cx="3008302" cy="5011014"/>
          </a:xfrm>
          <a:prstGeom prst="rect">
            <a:avLst/>
          </a:prstGeom>
          <a:noFill/>
          <a:ln>
            <a:noFill/>
          </a:ln>
        </p:spPr>
        <p:txBody>
          <a:bodyPr anchorCtr="0" anchor="t" bIns="0" lIns="0" spcFirstLastPara="1" rIns="0" wrap="square" tIns="0">
            <a:noAutofit/>
          </a:bodyPr>
          <a:lstStyle>
            <a:lvl1pPr indent="-228600" lvl="0" marL="457200" algn="l">
              <a:lnSpc>
                <a:spcPct val="122222"/>
              </a:lnSpc>
              <a:spcBef>
                <a:spcPts val="0"/>
              </a:spcBef>
              <a:spcAft>
                <a:spcPts val="0"/>
              </a:spcAft>
              <a:buClr>
                <a:schemeClr val="dk1"/>
              </a:buClr>
              <a:buSzPts val="1800"/>
              <a:buNone/>
              <a:defRPr sz="1800">
                <a:solidFill>
                  <a:schemeClr val="dk1"/>
                </a:solidFill>
              </a:defRPr>
            </a:lvl1pPr>
            <a:lvl2pPr indent="-330200" lvl="1" marL="914400" algn="l">
              <a:lnSpc>
                <a:spcPct val="112500"/>
              </a:lnSpc>
              <a:spcBef>
                <a:spcPts val="600"/>
              </a:spcBef>
              <a:spcAft>
                <a:spcPts val="0"/>
              </a:spcAft>
              <a:buSzPts val="1600"/>
              <a:buChar char="▪"/>
              <a:defRPr sz="1600">
                <a:solidFill>
                  <a:schemeClr val="dk1"/>
                </a:solidFill>
              </a:defRPr>
            </a:lvl2pPr>
            <a:lvl3pPr indent="-317500" lvl="2" marL="1371600" algn="l">
              <a:lnSpc>
                <a:spcPct val="114285"/>
              </a:lnSpc>
              <a:spcBef>
                <a:spcPts val="600"/>
              </a:spcBef>
              <a:spcAft>
                <a:spcPts val="0"/>
              </a:spcAft>
              <a:buSzPts val="1400"/>
              <a:buChar char="•"/>
              <a:defRPr sz="1400">
                <a:solidFill>
                  <a:schemeClr val="dk1"/>
                </a:solidFill>
              </a:defRPr>
            </a:lvl3pPr>
            <a:lvl4pPr indent="-304800" lvl="3" marL="1828800" algn="l">
              <a:lnSpc>
                <a:spcPct val="116666"/>
              </a:lnSpc>
              <a:spcBef>
                <a:spcPts val="600"/>
              </a:spcBef>
              <a:spcAft>
                <a:spcPts val="0"/>
              </a:spcAft>
              <a:buSzPts val="1200"/>
              <a:buChar char="‒"/>
              <a:defRPr sz="1200">
                <a:solidFill>
                  <a:schemeClr val="dk1"/>
                </a:solidFill>
              </a:defRPr>
            </a:lvl4pPr>
            <a:lvl5pPr indent="-304800" lvl="4" marL="2286000" algn="l">
              <a:lnSpc>
                <a:spcPct val="100000"/>
              </a:lnSpc>
              <a:spcBef>
                <a:spcPts val="600"/>
              </a:spcBef>
              <a:spcAft>
                <a:spcPts val="0"/>
              </a:spcAft>
              <a:buClr>
                <a:schemeClr val="dk1"/>
              </a:buClr>
              <a:buSzPts val="1200"/>
              <a:buChar char="•"/>
              <a:defRPr sz="12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1" name="Google Shape;441;p30"/>
          <p:cNvSpPr/>
          <p:nvPr/>
        </p:nvSpPr>
        <p:spPr>
          <a:xfrm>
            <a:off x="11547793" y="188640"/>
            <a:ext cx="424356" cy="459624"/>
          </a:xfrm>
          <a:prstGeom prst="rect">
            <a:avLst/>
          </a:prstGeom>
          <a:noFill/>
          <a:ln>
            <a:no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nd Text1 (fixed)">
  <p:cSld name="Image and Text1 (fixed)">
    <p:spTree>
      <p:nvGrpSpPr>
        <p:cNvPr id="442" name="Shape 442"/>
        <p:cNvGrpSpPr/>
        <p:nvPr/>
      </p:nvGrpSpPr>
      <p:grpSpPr>
        <a:xfrm>
          <a:off x="0" y="0"/>
          <a:ext cx="0" cy="0"/>
          <a:chOff x="0" y="0"/>
          <a:chExt cx="0" cy="0"/>
        </a:xfrm>
      </p:grpSpPr>
      <p:pic>
        <p:nvPicPr>
          <p:cNvPr id="443" name="Google Shape;443;p31"/>
          <p:cNvPicPr preferRelativeResize="0"/>
          <p:nvPr/>
        </p:nvPicPr>
        <p:blipFill rotWithShape="1">
          <a:blip r:embed="rId2">
            <a:alphaModFix/>
          </a:blip>
          <a:srcRect b="0" l="0" r="0" t="0"/>
          <a:stretch/>
        </p:blipFill>
        <p:spPr>
          <a:xfrm>
            <a:off x="1524" y="0"/>
            <a:ext cx="12188952" cy="6858000"/>
          </a:xfrm>
          <a:prstGeom prst="rect">
            <a:avLst/>
          </a:prstGeom>
          <a:noFill/>
          <a:ln>
            <a:noFill/>
          </a:ln>
        </p:spPr>
      </p:pic>
      <p:sp>
        <p:nvSpPr>
          <p:cNvPr id="444" name="Google Shape;444;p31"/>
          <p:cNvSpPr/>
          <p:nvPr/>
        </p:nvSpPr>
        <p:spPr>
          <a:xfrm rot="-5400000">
            <a:off x="5413032" y="79029"/>
            <a:ext cx="6857997" cy="6699938"/>
          </a:xfrm>
          <a:prstGeom prst="rect">
            <a:avLst/>
          </a:prstGeom>
          <a:noFill/>
          <a:ln>
            <a:noFill/>
          </a:ln>
        </p:spPr>
      </p:sp>
      <p:sp>
        <p:nvSpPr>
          <p:cNvPr id="445" name="Google Shape;445;p31"/>
          <p:cNvSpPr txBox="1"/>
          <p:nvPr>
            <p:ph type="title"/>
          </p:nvPr>
        </p:nvSpPr>
        <p:spPr>
          <a:xfrm>
            <a:off x="6688365" y="4308293"/>
            <a:ext cx="3484336" cy="1721321"/>
          </a:xfrm>
          <a:prstGeom prst="rect">
            <a:avLst/>
          </a:prstGeom>
          <a:noFill/>
          <a:ln>
            <a:noFill/>
          </a:ln>
        </p:spPr>
        <p:txBody>
          <a:bodyPr anchorCtr="0" anchor="b" bIns="45700" lIns="0" spcFirstLastPara="1" rIns="0" wrap="square" tIns="0">
            <a:noAutofit/>
          </a:bodyPr>
          <a:lstStyle>
            <a:lvl1pPr lvl="0" algn="l">
              <a:lnSpc>
                <a:spcPct val="115384"/>
              </a:lnSpc>
              <a:spcBef>
                <a:spcPts val="0"/>
              </a:spcBef>
              <a:spcAft>
                <a:spcPts val="0"/>
              </a:spcAft>
              <a:buClr>
                <a:srgbClr val="2C004B"/>
              </a:buClr>
              <a:buSzPts val="2600"/>
              <a:buFont typeface="Verdana"/>
              <a:buNone/>
              <a:defRPr sz="2600">
                <a:solidFill>
                  <a:srgbClr val="2C004B"/>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6" name="Google Shape;446;p31"/>
          <p:cNvSpPr txBox="1"/>
          <p:nvPr>
            <p:ph idx="1" type="body"/>
          </p:nvPr>
        </p:nvSpPr>
        <p:spPr>
          <a:xfrm>
            <a:off x="407988" y="5085184"/>
            <a:ext cx="4123375" cy="944430"/>
          </a:xfrm>
          <a:prstGeom prst="rect">
            <a:avLst/>
          </a:prstGeom>
          <a:noFill/>
          <a:ln>
            <a:noFill/>
          </a:ln>
        </p:spPr>
        <p:txBody>
          <a:bodyPr anchorCtr="0" anchor="b" bIns="0" lIns="0" spcFirstLastPara="1" rIns="0" wrap="square" tIns="0">
            <a:noAutofit/>
          </a:bodyPr>
          <a:lstStyle>
            <a:lvl1pPr indent="-228600" lvl="0" marL="457200" algn="l">
              <a:lnSpc>
                <a:spcPct val="122222"/>
              </a:lnSpc>
              <a:spcBef>
                <a:spcPts val="0"/>
              </a:spcBef>
              <a:spcAft>
                <a:spcPts val="0"/>
              </a:spcAft>
              <a:buClr>
                <a:schemeClr val="dk1"/>
              </a:buClr>
              <a:buSzPts val="1800"/>
              <a:buNone/>
              <a:defRPr sz="1800"/>
            </a:lvl1pPr>
            <a:lvl2pPr indent="-317500" lvl="1" marL="914400" algn="l">
              <a:lnSpc>
                <a:spcPct val="100000"/>
              </a:lnSpc>
              <a:spcBef>
                <a:spcPts val="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7" name="Google Shape;447;p31"/>
          <p:cNvSpPr/>
          <p:nvPr/>
        </p:nvSpPr>
        <p:spPr>
          <a:xfrm>
            <a:off x="11547793" y="188640"/>
            <a:ext cx="424356" cy="459624"/>
          </a:xfrm>
          <a:prstGeom prst="rect">
            <a:avLst/>
          </a:prstGeom>
          <a:noFill/>
          <a:ln>
            <a:noFill/>
          </a:ln>
        </p:spPr>
      </p:sp>
      <p:sp>
        <p:nvSpPr>
          <p:cNvPr id="448" name="Google Shape;448;p31"/>
          <p:cNvSpPr/>
          <p:nvPr/>
        </p:nvSpPr>
        <p:spPr>
          <a:xfrm>
            <a:off x="11665391" y="6555758"/>
            <a:ext cx="360997"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chemeClr val="lt1"/>
                </a:solidFill>
                <a:latin typeface="Verdana"/>
                <a:ea typeface="Verdana"/>
                <a:cs typeface="Verdana"/>
                <a:sym typeface="Verdana"/>
              </a:rPr>
              <a:t>‹#›</a:t>
            </a:fld>
            <a:endParaRPr sz="800">
              <a:solidFill>
                <a:schemeClr val="lt1"/>
              </a:solidFill>
              <a:latin typeface="Verdana"/>
              <a:ea typeface="Verdana"/>
              <a:cs typeface="Verdana"/>
              <a:sym typeface="Verdana"/>
            </a:endParaRPr>
          </a:p>
        </p:txBody>
      </p:sp>
      <p:cxnSp>
        <p:nvCxnSpPr>
          <p:cNvPr id="449" name="Google Shape;449;p31"/>
          <p:cNvCxnSpPr/>
          <p:nvPr/>
        </p:nvCxnSpPr>
        <p:spPr>
          <a:xfrm rot="10800000">
            <a:off x="3283674" y="6587911"/>
            <a:ext cx="0" cy="155576"/>
          </a:xfrm>
          <a:prstGeom prst="straightConnector1">
            <a:avLst/>
          </a:prstGeom>
          <a:solidFill>
            <a:schemeClr val="dk1"/>
          </a:solidFill>
          <a:ln cap="rnd" cmpd="sng" w="12700">
            <a:solidFill>
              <a:schemeClr val="accent2"/>
            </a:solidFill>
            <a:prstDash val="solid"/>
            <a:round/>
            <a:headEnd len="sm" w="sm" type="none"/>
            <a:tailEnd len="sm" w="sm" type="none"/>
          </a:ln>
        </p:spPr>
      </p:cxnSp>
      <p:sp>
        <p:nvSpPr>
          <p:cNvPr id="450" name="Google Shape;450;p31">
            <a:hlinkClick r:id="rId3"/>
          </p:cNvPr>
          <p:cNvSpPr/>
          <p:nvPr/>
        </p:nvSpPr>
        <p:spPr>
          <a:xfrm>
            <a:off x="407988" y="6555971"/>
            <a:ext cx="2829007" cy="219456"/>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lang="en-US" sz="800">
                <a:solidFill>
                  <a:srgbClr val="00458D"/>
                </a:solidFill>
                <a:latin typeface="Verdana"/>
                <a:ea typeface="Verdana"/>
                <a:cs typeface="Verdana"/>
                <a:sym typeface="Verdana"/>
              </a:rPr>
              <a:t>Presentation Title | Author | Date</a:t>
            </a:r>
            <a:endParaRPr/>
          </a:p>
        </p:txBody>
      </p:sp>
      <p:sp>
        <p:nvSpPr>
          <p:cNvPr id="451" name="Google Shape;451;p31"/>
          <p:cNvSpPr/>
          <p:nvPr/>
        </p:nvSpPr>
        <p:spPr>
          <a:xfrm>
            <a:off x="3411379" y="6555758"/>
            <a:ext cx="222368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800">
                <a:solidFill>
                  <a:srgbClr val="767676"/>
                </a:solidFill>
                <a:latin typeface="Verdana"/>
                <a:ea typeface="Verdana"/>
                <a:cs typeface="Verdana"/>
                <a:sym typeface="Verdana"/>
              </a:rPr>
              <a:t>© 2017 Capgemini. All rights reserved.</a:t>
            </a: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nd Text_2">
  <p:cSld name="Image and Text_2">
    <p:spTree>
      <p:nvGrpSpPr>
        <p:cNvPr id="452" name="Shape 452"/>
        <p:cNvGrpSpPr/>
        <p:nvPr/>
      </p:nvGrpSpPr>
      <p:grpSpPr>
        <a:xfrm>
          <a:off x="0" y="0"/>
          <a:ext cx="0" cy="0"/>
          <a:chOff x="0" y="0"/>
          <a:chExt cx="0" cy="0"/>
        </a:xfrm>
      </p:grpSpPr>
      <p:sp>
        <p:nvSpPr>
          <p:cNvPr id="453" name="Google Shape;453;p32"/>
          <p:cNvSpPr/>
          <p:nvPr/>
        </p:nvSpPr>
        <p:spPr>
          <a:xfrm flipH="1" rot="-1800000">
            <a:off x="-1758634" y="-861399"/>
            <a:ext cx="8293531" cy="6688887"/>
          </a:xfrm>
          <a:custGeom>
            <a:rect b="b" l="l" r="r" t="t"/>
            <a:pathLst>
              <a:path extrusionOk="0" h="6688887" w="8293531">
                <a:moveTo>
                  <a:pt x="4973426" y="0"/>
                </a:moveTo>
                <a:lnTo>
                  <a:pt x="0" y="2871409"/>
                </a:lnTo>
                <a:lnTo>
                  <a:pt x="0" y="3722915"/>
                </a:lnTo>
                <a:lnTo>
                  <a:pt x="1712404" y="6688887"/>
                </a:lnTo>
                <a:lnTo>
                  <a:pt x="6973982" y="6688887"/>
                </a:lnTo>
                <a:lnTo>
                  <a:pt x="8293531" y="5927045"/>
                </a:lnTo>
                <a:lnTo>
                  <a:pt x="8293531" y="5750590"/>
                </a:lnTo>
                <a:close/>
              </a:path>
            </a:pathLst>
          </a:custGeom>
          <a:noFill/>
          <a:ln>
            <a:noFill/>
          </a:ln>
        </p:spPr>
      </p:sp>
      <p:sp>
        <p:nvSpPr>
          <p:cNvPr id="454" name="Google Shape;454;p32"/>
          <p:cNvSpPr/>
          <p:nvPr>
            <p:ph idx="2" type="pic"/>
          </p:nvPr>
        </p:nvSpPr>
        <p:spPr>
          <a:xfrm>
            <a:off x="0" y="-1"/>
            <a:ext cx="12192000" cy="6857998"/>
          </a:xfrm>
          <a:prstGeom prst="rect">
            <a:avLst/>
          </a:prstGeom>
          <a:noFill/>
          <a:ln>
            <a:noFill/>
          </a:ln>
        </p:spPr>
      </p:sp>
      <p:sp>
        <p:nvSpPr>
          <p:cNvPr id="455" name="Google Shape;455;p32"/>
          <p:cNvSpPr txBox="1"/>
          <p:nvPr>
            <p:ph type="title"/>
          </p:nvPr>
        </p:nvSpPr>
        <p:spPr>
          <a:xfrm>
            <a:off x="407988" y="649981"/>
            <a:ext cx="4319860" cy="1194843"/>
          </a:xfrm>
          <a:prstGeom prst="rect">
            <a:avLst/>
          </a:prstGeom>
          <a:noFill/>
          <a:ln>
            <a:noFill/>
          </a:ln>
        </p:spPr>
        <p:txBody>
          <a:bodyPr anchorCtr="0" anchor="b" bIns="0" lIns="0" spcFirstLastPara="1" rIns="0" wrap="square" tIns="0">
            <a:normAutofit/>
          </a:bodyPr>
          <a:lstStyle>
            <a:lvl1pPr lvl="0" algn="l">
              <a:lnSpc>
                <a:spcPct val="115384"/>
              </a:lnSpc>
              <a:spcBef>
                <a:spcPts val="0"/>
              </a:spcBef>
              <a:spcAft>
                <a:spcPts val="0"/>
              </a:spcAft>
              <a:buClr>
                <a:srgbClr val="12ABDB"/>
              </a:buClr>
              <a:buSzPts val="2600"/>
              <a:buFont typeface="Verdana"/>
              <a:buNone/>
              <a:defRPr sz="2600">
                <a:solidFill>
                  <a:srgbClr val="12ABDB"/>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6" name="Google Shape;456;p32"/>
          <p:cNvSpPr txBox="1"/>
          <p:nvPr>
            <p:ph idx="1" type="body"/>
          </p:nvPr>
        </p:nvSpPr>
        <p:spPr>
          <a:xfrm>
            <a:off x="407988" y="1988840"/>
            <a:ext cx="3599780" cy="1152127"/>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lt1"/>
              </a:buClr>
              <a:buSzPts val="1800"/>
              <a:buNone/>
              <a:defRPr sz="1800">
                <a:solidFill>
                  <a:schemeClr val="lt1"/>
                </a:solidFill>
              </a:defRPr>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7" name="Google Shape;457;p32"/>
          <p:cNvSpPr/>
          <p:nvPr/>
        </p:nvSpPr>
        <p:spPr>
          <a:xfrm>
            <a:off x="11784013" y="6555758"/>
            <a:ext cx="242375"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rgbClr val="7F7F7F"/>
                </a:solidFill>
                <a:latin typeface="Verdana"/>
                <a:ea typeface="Verdana"/>
                <a:cs typeface="Verdana"/>
                <a:sym typeface="Verdana"/>
              </a:rPr>
              <a:t>‹#›</a:t>
            </a:fld>
            <a:endParaRPr sz="800">
              <a:solidFill>
                <a:srgbClr val="7F7F7F"/>
              </a:solidFill>
              <a:latin typeface="Verdana"/>
              <a:ea typeface="Verdana"/>
              <a:cs typeface="Verdana"/>
              <a:sym typeface="Verdana"/>
            </a:endParaRPr>
          </a:p>
        </p:txBody>
      </p:sp>
      <p:cxnSp>
        <p:nvCxnSpPr>
          <p:cNvPr id="458" name="Google Shape;458;p32"/>
          <p:cNvCxnSpPr/>
          <p:nvPr/>
        </p:nvCxnSpPr>
        <p:spPr>
          <a:xfrm rot="10800000">
            <a:off x="3283674" y="6587911"/>
            <a:ext cx="0" cy="155576"/>
          </a:xfrm>
          <a:prstGeom prst="straightConnector1">
            <a:avLst/>
          </a:prstGeom>
          <a:solidFill>
            <a:schemeClr val="dk1"/>
          </a:solidFill>
          <a:ln cap="rnd" cmpd="sng" w="12700">
            <a:solidFill>
              <a:schemeClr val="accent2"/>
            </a:solidFill>
            <a:prstDash val="solid"/>
            <a:round/>
            <a:headEnd len="sm" w="sm" type="none"/>
            <a:tailEnd len="sm" w="sm" type="none"/>
          </a:ln>
        </p:spPr>
      </p:cxnSp>
      <p:sp>
        <p:nvSpPr>
          <p:cNvPr id="459" name="Google Shape;459;p32">
            <a:hlinkClick r:id="rId2"/>
          </p:cNvPr>
          <p:cNvSpPr/>
          <p:nvPr/>
        </p:nvSpPr>
        <p:spPr>
          <a:xfrm>
            <a:off x="407988" y="6555971"/>
            <a:ext cx="2829007" cy="219456"/>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lang="en-US" sz="800">
                <a:solidFill>
                  <a:srgbClr val="00458D"/>
                </a:solidFill>
                <a:latin typeface="Verdana"/>
                <a:ea typeface="Verdana"/>
                <a:cs typeface="Verdana"/>
                <a:sym typeface="Verdana"/>
              </a:rPr>
              <a:t>Presentation Title | Author | Date</a:t>
            </a:r>
            <a:endParaRPr/>
          </a:p>
        </p:txBody>
      </p:sp>
      <p:sp>
        <p:nvSpPr>
          <p:cNvPr id="460" name="Google Shape;460;p32"/>
          <p:cNvSpPr/>
          <p:nvPr/>
        </p:nvSpPr>
        <p:spPr>
          <a:xfrm>
            <a:off x="3411379" y="6555758"/>
            <a:ext cx="222368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800">
                <a:solidFill>
                  <a:srgbClr val="767676"/>
                </a:solidFill>
                <a:latin typeface="Verdana"/>
                <a:ea typeface="Verdana"/>
                <a:cs typeface="Verdana"/>
                <a:sym typeface="Verdana"/>
              </a:rPr>
              <a:t>© 2017 Capgemini. All rights reserved.</a:t>
            </a: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nd Text 3">
  <p:cSld name="Image and Text 3">
    <p:spTree>
      <p:nvGrpSpPr>
        <p:cNvPr id="461" name="Shape 461"/>
        <p:cNvGrpSpPr/>
        <p:nvPr/>
      </p:nvGrpSpPr>
      <p:grpSpPr>
        <a:xfrm>
          <a:off x="0" y="0"/>
          <a:ext cx="0" cy="0"/>
          <a:chOff x="0" y="0"/>
          <a:chExt cx="0" cy="0"/>
        </a:xfrm>
      </p:grpSpPr>
      <p:sp>
        <p:nvSpPr>
          <p:cNvPr id="462" name="Google Shape;462;p33"/>
          <p:cNvSpPr/>
          <p:nvPr/>
        </p:nvSpPr>
        <p:spPr>
          <a:xfrm>
            <a:off x="0" y="1"/>
            <a:ext cx="9464870" cy="6858000"/>
          </a:xfrm>
          <a:prstGeom prst="rect">
            <a:avLst/>
          </a:prstGeom>
          <a:noFill/>
          <a:ln>
            <a:noFill/>
          </a:ln>
        </p:spPr>
      </p:sp>
      <p:sp>
        <p:nvSpPr>
          <p:cNvPr id="463" name="Google Shape;463;p33"/>
          <p:cNvSpPr/>
          <p:nvPr>
            <p:ph idx="2" type="pic"/>
          </p:nvPr>
        </p:nvSpPr>
        <p:spPr>
          <a:xfrm>
            <a:off x="0" y="-1"/>
            <a:ext cx="12192000" cy="6857998"/>
          </a:xfrm>
          <a:prstGeom prst="rect">
            <a:avLst/>
          </a:prstGeom>
          <a:noFill/>
          <a:ln>
            <a:noFill/>
          </a:ln>
        </p:spPr>
      </p:sp>
      <p:sp>
        <p:nvSpPr>
          <p:cNvPr id="464" name="Google Shape;464;p33"/>
          <p:cNvSpPr txBox="1"/>
          <p:nvPr>
            <p:ph type="title"/>
          </p:nvPr>
        </p:nvSpPr>
        <p:spPr>
          <a:xfrm>
            <a:off x="407988" y="649981"/>
            <a:ext cx="4319860" cy="1194843"/>
          </a:xfrm>
          <a:prstGeom prst="rect">
            <a:avLst/>
          </a:prstGeom>
          <a:noFill/>
          <a:ln>
            <a:noFill/>
          </a:ln>
        </p:spPr>
        <p:txBody>
          <a:bodyPr anchorCtr="0" anchor="b" bIns="0" lIns="0" spcFirstLastPara="1" rIns="0" wrap="square" tIns="0">
            <a:normAutofit/>
          </a:bodyPr>
          <a:lstStyle>
            <a:lvl1pPr lvl="0" algn="l">
              <a:lnSpc>
                <a:spcPct val="115384"/>
              </a:lnSpc>
              <a:spcBef>
                <a:spcPts val="0"/>
              </a:spcBef>
              <a:spcAft>
                <a:spcPts val="0"/>
              </a:spcAft>
              <a:buClr>
                <a:srgbClr val="12ABDB"/>
              </a:buClr>
              <a:buSzPts val="2600"/>
              <a:buFont typeface="Verdana"/>
              <a:buNone/>
              <a:defRPr sz="2600">
                <a:solidFill>
                  <a:srgbClr val="12ABDB"/>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5" name="Google Shape;465;p33"/>
          <p:cNvSpPr txBox="1"/>
          <p:nvPr>
            <p:ph idx="1" type="body"/>
          </p:nvPr>
        </p:nvSpPr>
        <p:spPr>
          <a:xfrm>
            <a:off x="407988" y="1988840"/>
            <a:ext cx="3709150" cy="1152127"/>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lt1"/>
              </a:buClr>
              <a:buSzPts val="1800"/>
              <a:buNone/>
              <a:defRPr sz="1800">
                <a:solidFill>
                  <a:schemeClr val="lt1"/>
                </a:solidFill>
              </a:defRPr>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6" name="Google Shape;466;p33"/>
          <p:cNvSpPr/>
          <p:nvPr/>
        </p:nvSpPr>
        <p:spPr>
          <a:xfrm>
            <a:off x="11784013" y="6555758"/>
            <a:ext cx="242375"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rgbClr val="7F7F7F"/>
                </a:solidFill>
                <a:latin typeface="Verdana"/>
                <a:ea typeface="Verdana"/>
                <a:cs typeface="Verdana"/>
                <a:sym typeface="Verdana"/>
              </a:rPr>
              <a:t>‹#›</a:t>
            </a:fld>
            <a:endParaRPr sz="800">
              <a:solidFill>
                <a:srgbClr val="7F7F7F"/>
              </a:solidFill>
              <a:latin typeface="Verdana"/>
              <a:ea typeface="Verdana"/>
              <a:cs typeface="Verdana"/>
              <a:sym typeface="Verdana"/>
            </a:endParaRPr>
          </a:p>
        </p:txBody>
      </p:sp>
      <p:cxnSp>
        <p:nvCxnSpPr>
          <p:cNvPr id="467" name="Google Shape;467;p33"/>
          <p:cNvCxnSpPr/>
          <p:nvPr/>
        </p:nvCxnSpPr>
        <p:spPr>
          <a:xfrm rot="10800000">
            <a:off x="3283674" y="6587911"/>
            <a:ext cx="0" cy="155576"/>
          </a:xfrm>
          <a:prstGeom prst="straightConnector1">
            <a:avLst/>
          </a:prstGeom>
          <a:solidFill>
            <a:schemeClr val="dk1"/>
          </a:solidFill>
          <a:ln cap="rnd" cmpd="sng" w="12700">
            <a:solidFill>
              <a:schemeClr val="accent2"/>
            </a:solidFill>
            <a:prstDash val="solid"/>
            <a:round/>
            <a:headEnd len="sm" w="sm" type="none"/>
            <a:tailEnd len="sm" w="sm" type="none"/>
          </a:ln>
        </p:spPr>
      </p:cxnSp>
      <p:sp>
        <p:nvSpPr>
          <p:cNvPr id="468" name="Google Shape;468;p33">
            <a:hlinkClick r:id="rId2"/>
          </p:cNvPr>
          <p:cNvSpPr/>
          <p:nvPr/>
        </p:nvSpPr>
        <p:spPr>
          <a:xfrm>
            <a:off x="407988" y="6555971"/>
            <a:ext cx="2829007" cy="219456"/>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lang="en-US" sz="800">
                <a:solidFill>
                  <a:schemeClr val="lt1"/>
                </a:solidFill>
                <a:latin typeface="Verdana"/>
                <a:ea typeface="Verdana"/>
                <a:cs typeface="Verdana"/>
                <a:sym typeface="Verdana"/>
              </a:rPr>
              <a:t>Presentation Title | Author | Date</a:t>
            </a:r>
            <a:endParaRPr/>
          </a:p>
        </p:txBody>
      </p:sp>
      <p:sp>
        <p:nvSpPr>
          <p:cNvPr id="469" name="Google Shape;469;p33"/>
          <p:cNvSpPr/>
          <p:nvPr/>
        </p:nvSpPr>
        <p:spPr>
          <a:xfrm>
            <a:off x="3411379" y="6555758"/>
            <a:ext cx="222368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800">
                <a:solidFill>
                  <a:srgbClr val="767676"/>
                </a:solidFill>
                <a:latin typeface="Verdana"/>
                <a:ea typeface="Verdana"/>
                <a:cs typeface="Verdana"/>
                <a:sym typeface="Verdana"/>
              </a:rPr>
              <a:t>© 2017 Capgemini. All rights reserved.</a:t>
            </a:r>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chnology Image">
  <p:cSld name="Technology Image">
    <p:spTree>
      <p:nvGrpSpPr>
        <p:cNvPr id="470" name="Shape 470"/>
        <p:cNvGrpSpPr/>
        <p:nvPr/>
      </p:nvGrpSpPr>
      <p:grpSpPr>
        <a:xfrm>
          <a:off x="0" y="0"/>
          <a:ext cx="0" cy="0"/>
          <a:chOff x="0" y="0"/>
          <a:chExt cx="0" cy="0"/>
        </a:xfrm>
      </p:grpSpPr>
      <p:sp>
        <p:nvSpPr>
          <p:cNvPr id="471" name="Google Shape;471;p34"/>
          <p:cNvSpPr/>
          <p:nvPr/>
        </p:nvSpPr>
        <p:spPr>
          <a:xfrm flipH="1">
            <a:off x="3886200" y="812801"/>
            <a:ext cx="8305800" cy="6045199"/>
          </a:xfrm>
          <a:prstGeom prst="rect">
            <a:avLst/>
          </a:prstGeom>
          <a:noFill/>
          <a:ln>
            <a:noFill/>
          </a:ln>
        </p:spPr>
      </p:sp>
      <p:sp>
        <p:nvSpPr>
          <p:cNvPr id="472" name="Google Shape;472;p34"/>
          <p:cNvSpPr/>
          <p:nvPr>
            <p:ph idx="2" type="pic"/>
          </p:nvPr>
        </p:nvSpPr>
        <p:spPr>
          <a:xfrm>
            <a:off x="0" y="-1"/>
            <a:ext cx="7358743" cy="6857998"/>
          </a:xfrm>
          <a:prstGeom prst="rect">
            <a:avLst/>
          </a:prstGeom>
          <a:noFill/>
          <a:ln>
            <a:noFill/>
          </a:ln>
        </p:spPr>
      </p:sp>
      <p:sp>
        <p:nvSpPr>
          <p:cNvPr id="473" name="Google Shape;473;p34"/>
          <p:cNvSpPr txBox="1"/>
          <p:nvPr>
            <p:ph type="title"/>
          </p:nvPr>
        </p:nvSpPr>
        <p:spPr>
          <a:xfrm>
            <a:off x="7641936" y="1917275"/>
            <a:ext cx="4142078" cy="1727749"/>
          </a:xfrm>
          <a:prstGeom prst="rect">
            <a:avLst/>
          </a:prstGeom>
          <a:noFill/>
          <a:ln>
            <a:noFill/>
          </a:ln>
        </p:spPr>
        <p:txBody>
          <a:bodyPr anchorCtr="0" anchor="b" bIns="0" lIns="0" spcFirstLastPara="1" rIns="0" wrap="square" tIns="0">
            <a:normAutofit/>
          </a:bodyPr>
          <a:lstStyle>
            <a:lvl1pPr lvl="0" algn="r">
              <a:lnSpc>
                <a:spcPct val="115384"/>
              </a:lnSpc>
              <a:spcBef>
                <a:spcPts val="0"/>
              </a:spcBef>
              <a:spcAft>
                <a:spcPts val="0"/>
              </a:spcAft>
              <a:buClr>
                <a:srgbClr val="95E616"/>
              </a:buClr>
              <a:buSzPts val="2600"/>
              <a:buFont typeface="Verdana"/>
              <a:buNone/>
              <a:defRPr sz="2600">
                <a:solidFill>
                  <a:srgbClr val="95E61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4" name="Google Shape;474;p34"/>
          <p:cNvSpPr txBox="1"/>
          <p:nvPr>
            <p:ph idx="1" type="body"/>
          </p:nvPr>
        </p:nvSpPr>
        <p:spPr>
          <a:xfrm>
            <a:off x="7631886" y="3762625"/>
            <a:ext cx="4152128" cy="2186655"/>
          </a:xfrm>
          <a:prstGeom prst="rect">
            <a:avLst/>
          </a:prstGeom>
          <a:noFill/>
          <a:ln>
            <a:noFill/>
          </a:ln>
        </p:spPr>
        <p:txBody>
          <a:bodyPr anchorCtr="0" anchor="t" bIns="0" lIns="0" spcFirstLastPara="1" rIns="0" wrap="square" tIns="0">
            <a:noAutofit/>
          </a:bodyPr>
          <a:lstStyle>
            <a:lvl1pPr indent="-228600" lvl="0" marL="457200" algn="r">
              <a:lnSpc>
                <a:spcPct val="100000"/>
              </a:lnSpc>
              <a:spcBef>
                <a:spcPts val="0"/>
              </a:spcBef>
              <a:spcAft>
                <a:spcPts val="0"/>
              </a:spcAft>
              <a:buClr>
                <a:schemeClr val="lt1"/>
              </a:buClr>
              <a:buSzPts val="1800"/>
              <a:buNone/>
              <a:defRPr sz="1800">
                <a:solidFill>
                  <a:schemeClr val="lt1"/>
                </a:solidFill>
              </a:defRPr>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5" name="Google Shape;475;p34"/>
          <p:cNvSpPr/>
          <p:nvPr/>
        </p:nvSpPr>
        <p:spPr>
          <a:xfrm>
            <a:off x="11784013" y="6555758"/>
            <a:ext cx="242375"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rgbClr val="7F7F7F"/>
                </a:solidFill>
                <a:latin typeface="Verdana"/>
                <a:ea typeface="Verdana"/>
                <a:cs typeface="Verdana"/>
                <a:sym typeface="Verdana"/>
              </a:rPr>
              <a:t>‹#›</a:t>
            </a:fld>
            <a:endParaRPr sz="800">
              <a:solidFill>
                <a:srgbClr val="7F7F7F"/>
              </a:solidFill>
              <a:latin typeface="Verdana"/>
              <a:ea typeface="Verdana"/>
              <a:cs typeface="Verdana"/>
              <a:sym typeface="Verdana"/>
            </a:endParaRPr>
          </a:p>
        </p:txBody>
      </p:sp>
      <p:sp>
        <p:nvSpPr>
          <p:cNvPr id="476" name="Google Shape;476;p34"/>
          <p:cNvSpPr/>
          <p:nvPr/>
        </p:nvSpPr>
        <p:spPr>
          <a:xfrm>
            <a:off x="7960190" y="6555758"/>
            <a:ext cx="222368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800">
                <a:solidFill>
                  <a:schemeClr val="lt1"/>
                </a:solidFill>
                <a:latin typeface="Verdana"/>
                <a:ea typeface="Verdana"/>
                <a:cs typeface="Verdana"/>
                <a:sym typeface="Verdana"/>
              </a:rPr>
              <a:t>© 2017 Capgemini. All rights reserved.</a:t>
            </a:r>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nd highlights (two-color)">
  <p:cSld name="Image and highlights (two-color)">
    <p:spTree>
      <p:nvGrpSpPr>
        <p:cNvPr id="477" name="Shape 477"/>
        <p:cNvGrpSpPr/>
        <p:nvPr/>
      </p:nvGrpSpPr>
      <p:grpSpPr>
        <a:xfrm>
          <a:off x="0" y="0"/>
          <a:ext cx="0" cy="0"/>
          <a:chOff x="0" y="0"/>
          <a:chExt cx="0" cy="0"/>
        </a:xfrm>
      </p:grpSpPr>
      <p:sp>
        <p:nvSpPr>
          <p:cNvPr id="478" name="Google Shape;478;p35"/>
          <p:cNvSpPr/>
          <p:nvPr>
            <p:ph idx="2" type="pic"/>
          </p:nvPr>
        </p:nvSpPr>
        <p:spPr>
          <a:xfrm>
            <a:off x="4833257" y="-1"/>
            <a:ext cx="7358743" cy="6857998"/>
          </a:xfrm>
          <a:prstGeom prst="rect">
            <a:avLst/>
          </a:prstGeom>
          <a:noFill/>
          <a:ln>
            <a:noFill/>
          </a:ln>
        </p:spPr>
      </p:sp>
      <p:sp>
        <p:nvSpPr>
          <p:cNvPr id="479" name="Google Shape;479;p35"/>
          <p:cNvSpPr txBox="1"/>
          <p:nvPr>
            <p:ph type="title"/>
          </p:nvPr>
        </p:nvSpPr>
        <p:spPr>
          <a:xfrm>
            <a:off x="939799" y="707444"/>
            <a:ext cx="2895436" cy="1830078"/>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95E616"/>
              </a:buClr>
              <a:buSzPts val="4800"/>
              <a:buFont typeface="Verdana"/>
              <a:buNone/>
              <a:defRPr sz="4800">
                <a:solidFill>
                  <a:srgbClr val="95E61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0" name="Google Shape;480;p35"/>
          <p:cNvSpPr txBox="1"/>
          <p:nvPr>
            <p:ph idx="1" type="body"/>
          </p:nvPr>
        </p:nvSpPr>
        <p:spPr>
          <a:xfrm>
            <a:off x="939799" y="2564904"/>
            <a:ext cx="2895435" cy="358977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lt1"/>
              </a:buClr>
              <a:buSzPts val="1800"/>
              <a:buNone/>
              <a:defRPr sz="1800">
                <a:solidFill>
                  <a:schemeClr val="lt1"/>
                </a:solidFill>
              </a:defRPr>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1" name="Google Shape;481;p35"/>
          <p:cNvSpPr/>
          <p:nvPr/>
        </p:nvSpPr>
        <p:spPr>
          <a:xfrm>
            <a:off x="0" y="0"/>
            <a:ext cx="3067050" cy="6858000"/>
          </a:xfrm>
          <a:prstGeom prst="rect">
            <a:avLst/>
          </a:prstGeom>
          <a:solidFill>
            <a:srgbClr val="12AB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nvGrpSpPr>
          <p:cNvPr id="482" name="Google Shape;482;p35"/>
          <p:cNvGrpSpPr/>
          <p:nvPr/>
        </p:nvGrpSpPr>
        <p:grpSpPr>
          <a:xfrm flipH="1">
            <a:off x="-2" y="-1828800"/>
            <a:ext cx="7510780" cy="10800950"/>
            <a:chOff x="4503427" y="-841109"/>
            <a:chExt cx="6774184" cy="9741675"/>
          </a:xfrm>
        </p:grpSpPr>
        <p:sp>
          <p:nvSpPr>
            <p:cNvPr id="483" name="Google Shape;483;p35"/>
            <p:cNvSpPr/>
            <p:nvPr/>
          </p:nvSpPr>
          <p:spPr>
            <a:xfrm>
              <a:off x="10312400" y="5969000"/>
              <a:ext cx="533400" cy="800100"/>
            </a:xfrm>
            <a:prstGeom prst="rect">
              <a:avLst/>
            </a:prstGeom>
            <a:solidFill>
              <a:srgbClr val="0070A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nvGrpSpPr>
            <p:cNvPr id="484" name="Google Shape;484;p35"/>
            <p:cNvGrpSpPr/>
            <p:nvPr/>
          </p:nvGrpSpPr>
          <p:grpSpPr>
            <a:xfrm>
              <a:off x="4503427" y="-841109"/>
              <a:ext cx="6774184" cy="9741675"/>
              <a:chOff x="6466897" y="122642"/>
              <a:chExt cx="5044220" cy="7253890"/>
            </a:xfrm>
          </p:grpSpPr>
          <p:sp>
            <p:nvSpPr>
              <p:cNvPr id="485" name="Google Shape;485;p35"/>
              <p:cNvSpPr/>
              <p:nvPr/>
            </p:nvSpPr>
            <p:spPr>
              <a:xfrm>
                <a:off x="7684232" y="122642"/>
                <a:ext cx="3826885" cy="6735359"/>
              </a:xfrm>
              <a:prstGeom prst="rect">
                <a:avLst/>
              </a:prstGeom>
              <a:noFill/>
              <a:ln>
                <a:noFill/>
              </a:ln>
            </p:spPr>
          </p:sp>
          <p:sp>
            <p:nvSpPr>
              <p:cNvPr id="486" name="Google Shape;486;p35"/>
              <p:cNvSpPr/>
              <p:nvPr/>
            </p:nvSpPr>
            <p:spPr>
              <a:xfrm>
                <a:off x="6466897" y="900452"/>
                <a:ext cx="5044218" cy="6476080"/>
              </a:xfrm>
              <a:prstGeom prst="rect">
                <a:avLst/>
              </a:prstGeom>
              <a:noFill/>
              <a:ln>
                <a:noFill/>
              </a:ln>
            </p:spPr>
          </p:sp>
        </p:grpSp>
      </p:grpSp>
      <p:sp>
        <p:nvSpPr>
          <p:cNvPr id="487" name="Google Shape;487;p35"/>
          <p:cNvSpPr/>
          <p:nvPr/>
        </p:nvSpPr>
        <p:spPr>
          <a:xfrm>
            <a:off x="11784013" y="6555758"/>
            <a:ext cx="242375"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rgbClr val="7F7F7F"/>
                </a:solidFill>
                <a:latin typeface="Verdana"/>
                <a:ea typeface="Verdana"/>
                <a:cs typeface="Verdana"/>
                <a:sym typeface="Verdana"/>
              </a:rPr>
              <a:t>‹#›</a:t>
            </a:fld>
            <a:endParaRPr sz="800">
              <a:solidFill>
                <a:srgbClr val="7F7F7F"/>
              </a:solidFill>
              <a:latin typeface="Verdana"/>
              <a:ea typeface="Verdana"/>
              <a:cs typeface="Verdana"/>
              <a:sym typeface="Verdana"/>
            </a:endParaRPr>
          </a:p>
        </p:txBody>
      </p:sp>
      <p:cxnSp>
        <p:nvCxnSpPr>
          <p:cNvPr id="488" name="Google Shape;488;p35"/>
          <p:cNvCxnSpPr/>
          <p:nvPr/>
        </p:nvCxnSpPr>
        <p:spPr>
          <a:xfrm rot="10800000">
            <a:off x="3283674" y="6587911"/>
            <a:ext cx="0" cy="155576"/>
          </a:xfrm>
          <a:prstGeom prst="straightConnector1">
            <a:avLst/>
          </a:prstGeom>
          <a:solidFill>
            <a:schemeClr val="dk1"/>
          </a:solidFill>
          <a:ln cap="rnd" cmpd="sng" w="12700">
            <a:solidFill>
              <a:schemeClr val="accent2"/>
            </a:solidFill>
            <a:prstDash val="solid"/>
            <a:round/>
            <a:headEnd len="sm" w="sm" type="none"/>
            <a:tailEnd len="sm" w="sm" type="none"/>
          </a:ln>
        </p:spPr>
      </p:cxnSp>
      <p:sp>
        <p:nvSpPr>
          <p:cNvPr id="489" name="Google Shape;489;p35">
            <a:hlinkClick r:id="rId2"/>
          </p:cNvPr>
          <p:cNvSpPr/>
          <p:nvPr/>
        </p:nvSpPr>
        <p:spPr>
          <a:xfrm>
            <a:off x="407988" y="6555971"/>
            <a:ext cx="2829007" cy="219456"/>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lang="en-US" sz="800">
                <a:solidFill>
                  <a:schemeClr val="lt1"/>
                </a:solidFill>
                <a:latin typeface="Verdana"/>
                <a:ea typeface="Verdana"/>
                <a:cs typeface="Verdana"/>
                <a:sym typeface="Verdana"/>
              </a:rPr>
              <a:t>Presentation Title | Author | Date</a:t>
            </a:r>
            <a:endParaRPr/>
          </a:p>
        </p:txBody>
      </p:sp>
      <p:sp>
        <p:nvSpPr>
          <p:cNvPr id="490" name="Google Shape;490;p35"/>
          <p:cNvSpPr/>
          <p:nvPr/>
        </p:nvSpPr>
        <p:spPr>
          <a:xfrm>
            <a:off x="3411379" y="6555758"/>
            <a:ext cx="222368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800">
                <a:solidFill>
                  <a:schemeClr val="lt1"/>
                </a:solidFill>
                <a:latin typeface="Verdana"/>
                <a:ea typeface="Verdana"/>
                <a:cs typeface="Verdana"/>
                <a:sym typeface="Verdana"/>
              </a:rPr>
              <a:t>© 2017 Capgemini. All rights reserved.</a:t>
            </a:r>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s and image">
  <p:cSld name="Bullets and image">
    <p:spTree>
      <p:nvGrpSpPr>
        <p:cNvPr id="491" name="Shape 491"/>
        <p:cNvGrpSpPr/>
        <p:nvPr/>
      </p:nvGrpSpPr>
      <p:grpSpPr>
        <a:xfrm>
          <a:off x="0" y="0"/>
          <a:ext cx="0" cy="0"/>
          <a:chOff x="0" y="0"/>
          <a:chExt cx="0" cy="0"/>
        </a:xfrm>
      </p:grpSpPr>
      <p:sp>
        <p:nvSpPr>
          <p:cNvPr id="492" name="Google Shape;492;p36"/>
          <p:cNvSpPr/>
          <p:nvPr/>
        </p:nvSpPr>
        <p:spPr>
          <a:xfrm>
            <a:off x="6400800" y="0"/>
            <a:ext cx="5791199" cy="5902959"/>
          </a:xfrm>
          <a:prstGeom prst="rect">
            <a:avLst/>
          </a:prstGeom>
          <a:noFill/>
          <a:ln>
            <a:noFill/>
          </a:ln>
        </p:spPr>
      </p:sp>
      <p:sp>
        <p:nvSpPr>
          <p:cNvPr id="493" name="Google Shape;493;p36"/>
          <p:cNvSpPr/>
          <p:nvPr>
            <p:ph idx="2" type="pic"/>
          </p:nvPr>
        </p:nvSpPr>
        <p:spPr>
          <a:xfrm>
            <a:off x="6284686" y="-1"/>
            <a:ext cx="5907313" cy="6857998"/>
          </a:xfrm>
          <a:prstGeom prst="rect">
            <a:avLst/>
          </a:prstGeom>
          <a:noFill/>
          <a:ln>
            <a:noFill/>
          </a:ln>
        </p:spPr>
      </p:sp>
      <p:sp>
        <p:nvSpPr>
          <p:cNvPr id="494" name="Google Shape;494;p36"/>
          <p:cNvSpPr txBox="1"/>
          <p:nvPr>
            <p:ph type="title"/>
          </p:nvPr>
        </p:nvSpPr>
        <p:spPr>
          <a:xfrm>
            <a:off x="407988" y="404813"/>
            <a:ext cx="11016604" cy="863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2"/>
              </a:buClr>
              <a:buSzPts val="2600"/>
              <a:buFont typeface="Verdana"/>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5" name="Google Shape;495;p36"/>
          <p:cNvSpPr txBox="1"/>
          <p:nvPr>
            <p:ph idx="1" type="body"/>
          </p:nvPr>
        </p:nvSpPr>
        <p:spPr>
          <a:xfrm>
            <a:off x="417591" y="1430234"/>
            <a:ext cx="5678409" cy="1368152"/>
          </a:xfrm>
          <a:prstGeom prst="rect">
            <a:avLst/>
          </a:prstGeom>
          <a:noFill/>
          <a:ln>
            <a:noFill/>
          </a:ln>
        </p:spPr>
        <p:txBody>
          <a:bodyPr anchorCtr="0" anchor="t" bIns="0" lIns="0" spcFirstLastPara="1" rIns="0" wrap="square" tIns="0">
            <a:noAutofit/>
          </a:bodyPr>
          <a:lstStyle>
            <a:lvl1pPr indent="-228600" lvl="0" marL="457200" algn="l">
              <a:lnSpc>
                <a:spcPct val="122222"/>
              </a:lnSpc>
              <a:spcBef>
                <a:spcPts val="0"/>
              </a:spcBef>
              <a:spcAft>
                <a:spcPts val="0"/>
              </a:spcAft>
              <a:buClr>
                <a:schemeClr val="dk1"/>
              </a:buClr>
              <a:buSzPts val="1800"/>
              <a:buNone/>
              <a:defRPr sz="1800">
                <a:solidFill>
                  <a:schemeClr val="dk1"/>
                </a:solidFill>
              </a:defRPr>
            </a:lvl1pPr>
            <a:lvl2pPr indent="-330200" lvl="1" marL="914400" algn="l">
              <a:lnSpc>
                <a:spcPct val="112500"/>
              </a:lnSpc>
              <a:spcBef>
                <a:spcPts val="600"/>
              </a:spcBef>
              <a:spcAft>
                <a:spcPts val="0"/>
              </a:spcAft>
              <a:buSzPts val="1600"/>
              <a:buChar char="▪"/>
              <a:defRPr sz="1600">
                <a:solidFill>
                  <a:schemeClr val="dk1"/>
                </a:solidFill>
              </a:defRPr>
            </a:lvl2pPr>
            <a:lvl3pPr indent="-317500" lvl="2" marL="1371600" algn="l">
              <a:lnSpc>
                <a:spcPct val="114285"/>
              </a:lnSpc>
              <a:spcBef>
                <a:spcPts val="600"/>
              </a:spcBef>
              <a:spcAft>
                <a:spcPts val="0"/>
              </a:spcAft>
              <a:buSzPts val="1400"/>
              <a:buChar char="•"/>
              <a:defRPr sz="1400">
                <a:solidFill>
                  <a:schemeClr val="dk1"/>
                </a:solidFill>
              </a:defRPr>
            </a:lvl3pPr>
            <a:lvl4pPr indent="-304800" lvl="3" marL="1828800" algn="l">
              <a:lnSpc>
                <a:spcPct val="116666"/>
              </a:lnSpc>
              <a:spcBef>
                <a:spcPts val="600"/>
              </a:spcBef>
              <a:spcAft>
                <a:spcPts val="0"/>
              </a:spcAft>
              <a:buSzPts val="1200"/>
              <a:buChar char="‒"/>
              <a:defRPr sz="1200">
                <a:solidFill>
                  <a:schemeClr val="dk1"/>
                </a:solidFill>
              </a:defRPr>
            </a:lvl4pPr>
            <a:lvl5pPr indent="-304800" lvl="4" marL="2286000" algn="l">
              <a:lnSpc>
                <a:spcPct val="100000"/>
              </a:lnSpc>
              <a:spcBef>
                <a:spcPts val="600"/>
              </a:spcBef>
              <a:spcAft>
                <a:spcPts val="0"/>
              </a:spcAft>
              <a:buClr>
                <a:schemeClr val="dk1"/>
              </a:buClr>
              <a:buSzPts val="1200"/>
              <a:buChar char="•"/>
              <a:defRPr sz="12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6" name="Google Shape;496;p36"/>
          <p:cNvSpPr txBox="1"/>
          <p:nvPr>
            <p:ph idx="3" type="body"/>
          </p:nvPr>
        </p:nvSpPr>
        <p:spPr>
          <a:xfrm>
            <a:off x="417591" y="3253616"/>
            <a:ext cx="5678409" cy="1368152"/>
          </a:xfrm>
          <a:prstGeom prst="rect">
            <a:avLst/>
          </a:prstGeom>
          <a:noFill/>
          <a:ln>
            <a:noFill/>
          </a:ln>
        </p:spPr>
        <p:txBody>
          <a:bodyPr anchorCtr="0" anchor="t" bIns="0" lIns="0" spcFirstLastPara="1" rIns="0" wrap="square" tIns="0">
            <a:noAutofit/>
          </a:bodyPr>
          <a:lstStyle>
            <a:lvl1pPr indent="-228600" lvl="0" marL="457200" algn="l">
              <a:lnSpc>
                <a:spcPct val="122222"/>
              </a:lnSpc>
              <a:spcBef>
                <a:spcPts val="0"/>
              </a:spcBef>
              <a:spcAft>
                <a:spcPts val="0"/>
              </a:spcAft>
              <a:buClr>
                <a:schemeClr val="dk1"/>
              </a:buClr>
              <a:buSzPts val="1800"/>
              <a:buNone/>
              <a:defRPr sz="1800">
                <a:solidFill>
                  <a:schemeClr val="dk1"/>
                </a:solidFill>
              </a:defRPr>
            </a:lvl1pPr>
            <a:lvl2pPr indent="-330200" lvl="1" marL="914400" algn="l">
              <a:lnSpc>
                <a:spcPct val="112500"/>
              </a:lnSpc>
              <a:spcBef>
                <a:spcPts val="600"/>
              </a:spcBef>
              <a:spcAft>
                <a:spcPts val="0"/>
              </a:spcAft>
              <a:buSzPts val="1600"/>
              <a:buChar char="▪"/>
              <a:defRPr sz="1600">
                <a:solidFill>
                  <a:schemeClr val="dk1"/>
                </a:solidFill>
              </a:defRPr>
            </a:lvl2pPr>
            <a:lvl3pPr indent="-317500" lvl="2" marL="1371600" algn="l">
              <a:lnSpc>
                <a:spcPct val="114285"/>
              </a:lnSpc>
              <a:spcBef>
                <a:spcPts val="600"/>
              </a:spcBef>
              <a:spcAft>
                <a:spcPts val="0"/>
              </a:spcAft>
              <a:buSzPts val="1400"/>
              <a:buChar char="•"/>
              <a:defRPr sz="1400">
                <a:solidFill>
                  <a:schemeClr val="dk1"/>
                </a:solidFill>
              </a:defRPr>
            </a:lvl3pPr>
            <a:lvl4pPr indent="-304800" lvl="3" marL="1828800" algn="l">
              <a:lnSpc>
                <a:spcPct val="116666"/>
              </a:lnSpc>
              <a:spcBef>
                <a:spcPts val="600"/>
              </a:spcBef>
              <a:spcAft>
                <a:spcPts val="0"/>
              </a:spcAft>
              <a:buSzPts val="1200"/>
              <a:buChar char="‒"/>
              <a:defRPr sz="1200">
                <a:solidFill>
                  <a:schemeClr val="dk1"/>
                </a:solidFill>
              </a:defRPr>
            </a:lvl4pPr>
            <a:lvl5pPr indent="-304800" lvl="4" marL="2286000" algn="l">
              <a:lnSpc>
                <a:spcPct val="100000"/>
              </a:lnSpc>
              <a:spcBef>
                <a:spcPts val="600"/>
              </a:spcBef>
              <a:spcAft>
                <a:spcPts val="0"/>
              </a:spcAft>
              <a:buClr>
                <a:schemeClr val="dk1"/>
              </a:buClr>
              <a:buSzPts val="1200"/>
              <a:buChar char="•"/>
              <a:defRPr sz="12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7" name="Google Shape;497;p36"/>
          <p:cNvSpPr txBox="1"/>
          <p:nvPr>
            <p:ph idx="4" type="body"/>
          </p:nvPr>
        </p:nvSpPr>
        <p:spPr>
          <a:xfrm>
            <a:off x="417591" y="5076998"/>
            <a:ext cx="5678409" cy="1368152"/>
          </a:xfrm>
          <a:prstGeom prst="rect">
            <a:avLst/>
          </a:prstGeom>
          <a:noFill/>
          <a:ln>
            <a:noFill/>
          </a:ln>
        </p:spPr>
        <p:txBody>
          <a:bodyPr anchorCtr="0" anchor="t" bIns="0" lIns="0" spcFirstLastPara="1" rIns="0" wrap="square" tIns="0">
            <a:noAutofit/>
          </a:bodyPr>
          <a:lstStyle>
            <a:lvl1pPr indent="-228600" lvl="0" marL="457200" algn="l">
              <a:lnSpc>
                <a:spcPct val="122222"/>
              </a:lnSpc>
              <a:spcBef>
                <a:spcPts val="0"/>
              </a:spcBef>
              <a:spcAft>
                <a:spcPts val="0"/>
              </a:spcAft>
              <a:buClr>
                <a:schemeClr val="dk1"/>
              </a:buClr>
              <a:buSzPts val="1800"/>
              <a:buNone/>
              <a:defRPr sz="1800">
                <a:solidFill>
                  <a:schemeClr val="dk1"/>
                </a:solidFill>
              </a:defRPr>
            </a:lvl1pPr>
            <a:lvl2pPr indent="-330200" lvl="1" marL="914400" algn="l">
              <a:lnSpc>
                <a:spcPct val="112500"/>
              </a:lnSpc>
              <a:spcBef>
                <a:spcPts val="600"/>
              </a:spcBef>
              <a:spcAft>
                <a:spcPts val="0"/>
              </a:spcAft>
              <a:buSzPts val="1600"/>
              <a:buChar char="▪"/>
              <a:defRPr sz="1600">
                <a:solidFill>
                  <a:schemeClr val="dk1"/>
                </a:solidFill>
              </a:defRPr>
            </a:lvl2pPr>
            <a:lvl3pPr indent="-317500" lvl="2" marL="1371600" algn="l">
              <a:lnSpc>
                <a:spcPct val="114285"/>
              </a:lnSpc>
              <a:spcBef>
                <a:spcPts val="600"/>
              </a:spcBef>
              <a:spcAft>
                <a:spcPts val="0"/>
              </a:spcAft>
              <a:buSzPts val="1400"/>
              <a:buChar char="•"/>
              <a:defRPr sz="1400">
                <a:solidFill>
                  <a:schemeClr val="dk1"/>
                </a:solidFill>
              </a:defRPr>
            </a:lvl3pPr>
            <a:lvl4pPr indent="-304800" lvl="3" marL="1828800" algn="l">
              <a:lnSpc>
                <a:spcPct val="116666"/>
              </a:lnSpc>
              <a:spcBef>
                <a:spcPts val="600"/>
              </a:spcBef>
              <a:spcAft>
                <a:spcPts val="0"/>
              </a:spcAft>
              <a:buSzPts val="1200"/>
              <a:buChar char="‒"/>
              <a:defRPr sz="1200">
                <a:solidFill>
                  <a:schemeClr val="dk1"/>
                </a:solidFill>
              </a:defRPr>
            </a:lvl4pPr>
            <a:lvl5pPr indent="-304800" lvl="4" marL="2286000" algn="l">
              <a:lnSpc>
                <a:spcPct val="100000"/>
              </a:lnSpc>
              <a:spcBef>
                <a:spcPts val="600"/>
              </a:spcBef>
              <a:spcAft>
                <a:spcPts val="0"/>
              </a:spcAft>
              <a:buClr>
                <a:schemeClr val="dk1"/>
              </a:buClr>
              <a:buSzPts val="1200"/>
              <a:buChar char="•"/>
              <a:defRPr sz="12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8" name="Google Shape;498;p36"/>
          <p:cNvSpPr/>
          <p:nvPr/>
        </p:nvSpPr>
        <p:spPr>
          <a:xfrm>
            <a:off x="11784013" y="6555758"/>
            <a:ext cx="242375"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rgbClr val="7F7F7F"/>
                </a:solidFill>
                <a:latin typeface="Verdana"/>
                <a:ea typeface="Verdana"/>
                <a:cs typeface="Verdana"/>
                <a:sym typeface="Verdana"/>
              </a:rPr>
              <a:t>‹#›</a:t>
            </a:fld>
            <a:endParaRPr sz="800">
              <a:solidFill>
                <a:srgbClr val="7F7F7F"/>
              </a:solidFill>
              <a:latin typeface="Verdana"/>
              <a:ea typeface="Verdana"/>
              <a:cs typeface="Verdana"/>
              <a:sym typeface="Verdana"/>
            </a:endParaRPr>
          </a:p>
        </p:txBody>
      </p:sp>
      <p:cxnSp>
        <p:nvCxnSpPr>
          <p:cNvPr id="499" name="Google Shape;499;p36"/>
          <p:cNvCxnSpPr/>
          <p:nvPr/>
        </p:nvCxnSpPr>
        <p:spPr>
          <a:xfrm rot="10800000">
            <a:off x="3283674" y="6587911"/>
            <a:ext cx="0" cy="155576"/>
          </a:xfrm>
          <a:prstGeom prst="straightConnector1">
            <a:avLst/>
          </a:prstGeom>
          <a:solidFill>
            <a:schemeClr val="dk1"/>
          </a:solidFill>
          <a:ln cap="rnd" cmpd="sng" w="12700">
            <a:solidFill>
              <a:schemeClr val="accent2"/>
            </a:solidFill>
            <a:prstDash val="solid"/>
            <a:round/>
            <a:headEnd len="sm" w="sm" type="none"/>
            <a:tailEnd len="sm" w="sm" type="none"/>
          </a:ln>
        </p:spPr>
      </p:cxnSp>
      <p:sp>
        <p:nvSpPr>
          <p:cNvPr id="500" name="Google Shape;500;p36">
            <a:hlinkClick r:id="rId2"/>
          </p:cNvPr>
          <p:cNvSpPr/>
          <p:nvPr/>
        </p:nvSpPr>
        <p:spPr>
          <a:xfrm>
            <a:off x="407988" y="6555971"/>
            <a:ext cx="2829007" cy="219456"/>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lang="en-US" sz="800">
                <a:solidFill>
                  <a:srgbClr val="00458D"/>
                </a:solidFill>
                <a:latin typeface="Verdana"/>
                <a:ea typeface="Verdana"/>
                <a:cs typeface="Verdana"/>
                <a:sym typeface="Verdana"/>
              </a:rPr>
              <a:t>Presentation Title | Author | Date</a:t>
            </a:r>
            <a:endParaRPr/>
          </a:p>
        </p:txBody>
      </p:sp>
      <p:sp>
        <p:nvSpPr>
          <p:cNvPr id="501" name="Google Shape;501;p36"/>
          <p:cNvSpPr/>
          <p:nvPr/>
        </p:nvSpPr>
        <p:spPr>
          <a:xfrm>
            <a:off x="3411379" y="6555758"/>
            <a:ext cx="222368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800">
                <a:solidFill>
                  <a:srgbClr val="767676"/>
                </a:solidFill>
                <a:latin typeface="Verdana"/>
                <a:ea typeface="Verdana"/>
                <a:cs typeface="Verdana"/>
                <a:sym typeface="Verdana"/>
              </a:rPr>
              <a:t>© 2017 Capgemini. All rights reserved.</a:t>
            </a:r>
            <a:endParaRPr/>
          </a:p>
        </p:txBody>
      </p:sp>
      <p:sp>
        <p:nvSpPr>
          <p:cNvPr id="502" name="Google Shape;502;p36"/>
          <p:cNvSpPr/>
          <p:nvPr/>
        </p:nvSpPr>
        <p:spPr>
          <a:xfrm>
            <a:off x="11547793" y="188640"/>
            <a:ext cx="424356" cy="459624"/>
          </a:xfrm>
          <a:prstGeom prst="rect">
            <a:avLst/>
          </a:prstGeom>
          <a:noFill/>
          <a:ln>
            <a:noFill/>
          </a:ln>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Image">
  <p:cSld name="Text and Image">
    <p:spTree>
      <p:nvGrpSpPr>
        <p:cNvPr id="503" name="Shape 503"/>
        <p:cNvGrpSpPr/>
        <p:nvPr/>
      </p:nvGrpSpPr>
      <p:grpSpPr>
        <a:xfrm>
          <a:off x="0" y="0"/>
          <a:ext cx="0" cy="0"/>
          <a:chOff x="0" y="0"/>
          <a:chExt cx="0" cy="0"/>
        </a:xfrm>
      </p:grpSpPr>
      <p:sp>
        <p:nvSpPr>
          <p:cNvPr id="504" name="Google Shape;504;p37"/>
          <p:cNvSpPr/>
          <p:nvPr>
            <p:ph idx="2" type="pic"/>
          </p:nvPr>
        </p:nvSpPr>
        <p:spPr>
          <a:xfrm>
            <a:off x="0" y="-1"/>
            <a:ext cx="12192000" cy="6857998"/>
          </a:xfrm>
          <a:prstGeom prst="rect">
            <a:avLst/>
          </a:prstGeom>
          <a:noFill/>
          <a:ln>
            <a:noFill/>
          </a:ln>
        </p:spPr>
      </p:sp>
      <p:sp>
        <p:nvSpPr>
          <p:cNvPr id="505" name="Google Shape;505;p37"/>
          <p:cNvSpPr txBox="1"/>
          <p:nvPr>
            <p:ph idx="1" type="body"/>
          </p:nvPr>
        </p:nvSpPr>
        <p:spPr>
          <a:xfrm>
            <a:off x="7712546" y="404813"/>
            <a:ext cx="3640038" cy="799873"/>
          </a:xfrm>
          <a:prstGeom prst="rect">
            <a:avLst/>
          </a:prstGeom>
          <a:noFill/>
          <a:ln>
            <a:noFill/>
          </a:ln>
        </p:spPr>
        <p:txBody>
          <a:bodyPr anchorCtr="0" anchor="t" bIns="0" lIns="0" spcFirstLastPara="1" rIns="0" wrap="square" tIns="0">
            <a:noAutofit/>
          </a:bodyPr>
          <a:lstStyle>
            <a:lvl1pPr indent="-228600" lvl="0" marL="457200" algn="r">
              <a:lnSpc>
                <a:spcPct val="112500"/>
              </a:lnSpc>
              <a:spcBef>
                <a:spcPts val="0"/>
              </a:spcBef>
              <a:spcAft>
                <a:spcPts val="0"/>
              </a:spcAft>
              <a:buClr>
                <a:schemeClr val="accent3"/>
              </a:buClr>
              <a:buSzPts val="1600"/>
              <a:buNone/>
              <a:defRPr b="1" sz="1600">
                <a:solidFill>
                  <a:schemeClr val="accent3"/>
                </a:solidFill>
              </a:defRPr>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6" name="Google Shape;506;p37"/>
          <p:cNvSpPr/>
          <p:nvPr/>
        </p:nvSpPr>
        <p:spPr>
          <a:xfrm>
            <a:off x="11784013" y="6555758"/>
            <a:ext cx="242375"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rgbClr val="7F7F7F"/>
                </a:solidFill>
                <a:latin typeface="Verdana"/>
                <a:ea typeface="Verdana"/>
                <a:cs typeface="Verdana"/>
                <a:sym typeface="Verdana"/>
              </a:rPr>
              <a:t>‹#›</a:t>
            </a:fld>
            <a:endParaRPr sz="800">
              <a:solidFill>
                <a:srgbClr val="7F7F7F"/>
              </a:solidFill>
              <a:latin typeface="Verdana"/>
              <a:ea typeface="Verdana"/>
              <a:cs typeface="Verdana"/>
              <a:sym typeface="Verdana"/>
            </a:endParaRPr>
          </a:p>
        </p:txBody>
      </p:sp>
      <p:cxnSp>
        <p:nvCxnSpPr>
          <p:cNvPr id="507" name="Google Shape;507;p37"/>
          <p:cNvCxnSpPr/>
          <p:nvPr/>
        </p:nvCxnSpPr>
        <p:spPr>
          <a:xfrm rot="10800000">
            <a:off x="3283674" y="6587911"/>
            <a:ext cx="0" cy="155576"/>
          </a:xfrm>
          <a:prstGeom prst="straightConnector1">
            <a:avLst/>
          </a:prstGeom>
          <a:solidFill>
            <a:schemeClr val="dk1"/>
          </a:solidFill>
          <a:ln cap="rnd" cmpd="sng" w="12700">
            <a:solidFill>
              <a:schemeClr val="accent2"/>
            </a:solidFill>
            <a:prstDash val="solid"/>
            <a:round/>
            <a:headEnd len="sm" w="sm" type="none"/>
            <a:tailEnd len="sm" w="sm" type="none"/>
          </a:ln>
        </p:spPr>
      </p:cxnSp>
      <p:sp>
        <p:nvSpPr>
          <p:cNvPr id="508" name="Google Shape;508;p37">
            <a:hlinkClick r:id="rId2"/>
          </p:cNvPr>
          <p:cNvSpPr/>
          <p:nvPr/>
        </p:nvSpPr>
        <p:spPr>
          <a:xfrm>
            <a:off x="407988" y="6555971"/>
            <a:ext cx="2829007" cy="219456"/>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lang="en-US" sz="800">
                <a:solidFill>
                  <a:srgbClr val="00458D"/>
                </a:solidFill>
                <a:latin typeface="Verdana"/>
                <a:ea typeface="Verdana"/>
                <a:cs typeface="Verdana"/>
                <a:sym typeface="Verdana"/>
              </a:rPr>
              <a:t>Presentation Title | Author | Date</a:t>
            </a:r>
            <a:endParaRPr/>
          </a:p>
        </p:txBody>
      </p:sp>
      <p:sp>
        <p:nvSpPr>
          <p:cNvPr id="509" name="Google Shape;509;p37"/>
          <p:cNvSpPr/>
          <p:nvPr/>
        </p:nvSpPr>
        <p:spPr>
          <a:xfrm>
            <a:off x="3411379" y="6555758"/>
            <a:ext cx="222368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800">
                <a:solidFill>
                  <a:srgbClr val="767676"/>
                </a:solidFill>
                <a:latin typeface="Verdana"/>
                <a:ea typeface="Verdana"/>
                <a:cs typeface="Verdana"/>
                <a:sym typeface="Verdana"/>
              </a:rPr>
              <a:t>© 2017 Capgemini. All rights reserved.</a:t>
            </a:r>
            <a:endParaRPr/>
          </a:p>
        </p:txBody>
      </p:sp>
      <p:sp>
        <p:nvSpPr>
          <p:cNvPr id="510" name="Google Shape;510;p37"/>
          <p:cNvSpPr txBox="1"/>
          <p:nvPr>
            <p:ph type="title"/>
          </p:nvPr>
        </p:nvSpPr>
        <p:spPr>
          <a:xfrm>
            <a:off x="407988" y="404813"/>
            <a:ext cx="6984156" cy="863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2"/>
              </a:buClr>
              <a:buSzPts val="2600"/>
              <a:buFont typeface="Verdana"/>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1" name="Google Shape;511;p37"/>
          <p:cNvSpPr txBox="1"/>
          <p:nvPr>
            <p:ph idx="3" type="body"/>
          </p:nvPr>
        </p:nvSpPr>
        <p:spPr>
          <a:xfrm>
            <a:off x="417592" y="1430234"/>
            <a:ext cx="3008302" cy="5011014"/>
          </a:xfrm>
          <a:prstGeom prst="rect">
            <a:avLst/>
          </a:prstGeom>
          <a:noFill/>
          <a:ln>
            <a:noFill/>
          </a:ln>
        </p:spPr>
        <p:txBody>
          <a:bodyPr anchorCtr="0" anchor="t" bIns="0" lIns="0" spcFirstLastPara="1" rIns="0" wrap="square" tIns="0">
            <a:noAutofit/>
          </a:bodyPr>
          <a:lstStyle>
            <a:lvl1pPr indent="-228600" lvl="0" marL="457200" algn="l">
              <a:lnSpc>
                <a:spcPct val="122222"/>
              </a:lnSpc>
              <a:spcBef>
                <a:spcPts val="0"/>
              </a:spcBef>
              <a:spcAft>
                <a:spcPts val="0"/>
              </a:spcAft>
              <a:buClr>
                <a:schemeClr val="dk1"/>
              </a:buClr>
              <a:buSzPts val="1800"/>
              <a:buNone/>
              <a:defRPr sz="1800">
                <a:solidFill>
                  <a:schemeClr val="dk1"/>
                </a:solidFill>
              </a:defRPr>
            </a:lvl1pPr>
            <a:lvl2pPr indent="-330200" lvl="1" marL="914400" algn="l">
              <a:lnSpc>
                <a:spcPct val="112500"/>
              </a:lnSpc>
              <a:spcBef>
                <a:spcPts val="600"/>
              </a:spcBef>
              <a:spcAft>
                <a:spcPts val="0"/>
              </a:spcAft>
              <a:buSzPts val="1600"/>
              <a:buChar char="▪"/>
              <a:defRPr sz="1600">
                <a:solidFill>
                  <a:schemeClr val="dk1"/>
                </a:solidFill>
              </a:defRPr>
            </a:lvl2pPr>
            <a:lvl3pPr indent="-317500" lvl="2" marL="1371600" algn="l">
              <a:lnSpc>
                <a:spcPct val="114285"/>
              </a:lnSpc>
              <a:spcBef>
                <a:spcPts val="600"/>
              </a:spcBef>
              <a:spcAft>
                <a:spcPts val="0"/>
              </a:spcAft>
              <a:buSzPts val="1400"/>
              <a:buChar char="•"/>
              <a:defRPr sz="1400">
                <a:solidFill>
                  <a:schemeClr val="dk1"/>
                </a:solidFill>
              </a:defRPr>
            </a:lvl3pPr>
            <a:lvl4pPr indent="-304800" lvl="3" marL="1828800" algn="l">
              <a:lnSpc>
                <a:spcPct val="116666"/>
              </a:lnSpc>
              <a:spcBef>
                <a:spcPts val="600"/>
              </a:spcBef>
              <a:spcAft>
                <a:spcPts val="0"/>
              </a:spcAft>
              <a:buSzPts val="1200"/>
              <a:buChar char="‒"/>
              <a:defRPr sz="1200">
                <a:solidFill>
                  <a:schemeClr val="dk1"/>
                </a:solidFill>
              </a:defRPr>
            </a:lvl4pPr>
            <a:lvl5pPr indent="-304800" lvl="4" marL="2286000" algn="l">
              <a:lnSpc>
                <a:spcPct val="100000"/>
              </a:lnSpc>
              <a:spcBef>
                <a:spcPts val="600"/>
              </a:spcBef>
              <a:spcAft>
                <a:spcPts val="0"/>
              </a:spcAft>
              <a:buClr>
                <a:schemeClr val="dk1"/>
              </a:buClr>
              <a:buSzPts val="1200"/>
              <a:buChar char="•"/>
              <a:defRPr sz="12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p:cSld name="Chart">
    <p:spTree>
      <p:nvGrpSpPr>
        <p:cNvPr id="512" name="Shape 512"/>
        <p:cNvGrpSpPr/>
        <p:nvPr/>
      </p:nvGrpSpPr>
      <p:grpSpPr>
        <a:xfrm>
          <a:off x="0" y="0"/>
          <a:ext cx="0" cy="0"/>
          <a:chOff x="0" y="0"/>
          <a:chExt cx="0" cy="0"/>
        </a:xfrm>
      </p:grpSpPr>
      <p:sp>
        <p:nvSpPr>
          <p:cNvPr id="513" name="Google Shape;513;p38"/>
          <p:cNvSpPr/>
          <p:nvPr>
            <p:ph idx="2" type="tbl"/>
          </p:nvPr>
        </p:nvSpPr>
        <p:spPr>
          <a:xfrm>
            <a:off x="407988" y="2073275"/>
            <a:ext cx="11376025" cy="41783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Clr>
                <a:schemeClr val="dk1"/>
              </a:buClr>
              <a:buSzPts val="1800"/>
              <a:buFont typeface="Verdana"/>
              <a:buNone/>
              <a:defRPr b="0" i="0" sz="1800" u="none" cap="none" strike="noStrike">
                <a:solidFill>
                  <a:schemeClr val="dk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514" name="Google Shape;514;p38"/>
          <p:cNvSpPr txBox="1"/>
          <p:nvPr>
            <p:ph idx="1" type="body"/>
          </p:nvPr>
        </p:nvSpPr>
        <p:spPr>
          <a:xfrm>
            <a:off x="407988" y="1268413"/>
            <a:ext cx="10944596" cy="504403"/>
          </a:xfrm>
          <a:prstGeom prst="rect">
            <a:avLst/>
          </a:prstGeom>
          <a:noFill/>
          <a:ln>
            <a:noFill/>
          </a:ln>
        </p:spPr>
        <p:txBody>
          <a:bodyPr anchorCtr="0" anchor="t" bIns="0" lIns="0" spcFirstLastPara="1" rIns="0" wrap="square" tIns="0">
            <a:noAutofit/>
          </a:bodyPr>
          <a:lstStyle>
            <a:lvl1pPr indent="-228600" lvl="0" marL="457200" algn="l">
              <a:lnSpc>
                <a:spcPct val="116666"/>
              </a:lnSpc>
              <a:spcBef>
                <a:spcPts val="0"/>
              </a:spcBef>
              <a:spcAft>
                <a:spcPts val="0"/>
              </a:spcAft>
              <a:buClr>
                <a:schemeClr val="dk1"/>
              </a:buClr>
              <a:buSzPts val="1200"/>
              <a:buNone/>
              <a:defRPr sz="1200"/>
            </a:lvl1pPr>
            <a:lvl2pPr indent="-330200" lvl="1" marL="914400" algn="ctr">
              <a:lnSpc>
                <a:spcPct val="112500"/>
              </a:lnSpc>
              <a:spcBef>
                <a:spcPts val="0"/>
              </a:spcBef>
              <a:spcAft>
                <a:spcPts val="0"/>
              </a:spcAft>
              <a:buSzPts val="1600"/>
              <a:buChar char="▪"/>
              <a:defRPr/>
            </a:lvl2pPr>
            <a:lvl3pPr indent="-317500" lvl="2" marL="1371600" algn="ctr">
              <a:lnSpc>
                <a:spcPct val="114285"/>
              </a:lnSpc>
              <a:spcBef>
                <a:spcPts val="600"/>
              </a:spcBef>
              <a:spcAft>
                <a:spcPts val="0"/>
              </a:spcAft>
              <a:buSzPts val="1400"/>
              <a:buChar char="•"/>
              <a:defRPr/>
            </a:lvl3pPr>
            <a:lvl4pPr indent="-304800" lvl="3" marL="1828800" algn="ctr">
              <a:lnSpc>
                <a:spcPct val="116666"/>
              </a:lnSpc>
              <a:spcBef>
                <a:spcPts val="600"/>
              </a:spcBef>
              <a:spcAft>
                <a:spcPts val="0"/>
              </a:spcAft>
              <a:buSzPts val="1200"/>
              <a:buChar char="‒"/>
              <a:defRPr/>
            </a:lvl4pPr>
            <a:lvl5pPr indent="-342900" lvl="4" marL="2286000" algn="ctr">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5" name="Google Shape;515;p38"/>
          <p:cNvSpPr txBox="1"/>
          <p:nvPr>
            <p:ph type="title"/>
          </p:nvPr>
        </p:nvSpPr>
        <p:spPr>
          <a:xfrm>
            <a:off x="407988" y="404813"/>
            <a:ext cx="10944596" cy="863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2"/>
              </a:buClr>
              <a:buSzPts val="2600"/>
              <a:buFont typeface="Verdana"/>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6" name="Google Shape;516;p38"/>
          <p:cNvSpPr/>
          <p:nvPr/>
        </p:nvSpPr>
        <p:spPr>
          <a:xfrm>
            <a:off x="11784013" y="6555758"/>
            <a:ext cx="242375"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rgbClr val="7F7F7F"/>
                </a:solidFill>
                <a:latin typeface="Verdana"/>
                <a:ea typeface="Verdana"/>
                <a:cs typeface="Verdana"/>
                <a:sym typeface="Verdana"/>
              </a:rPr>
              <a:t>‹#›</a:t>
            </a:fld>
            <a:endParaRPr sz="800">
              <a:solidFill>
                <a:srgbClr val="7F7F7F"/>
              </a:solidFill>
              <a:latin typeface="Verdana"/>
              <a:ea typeface="Verdana"/>
              <a:cs typeface="Verdana"/>
              <a:sym typeface="Verdana"/>
            </a:endParaRPr>
          </a:p>
        </p:txBody>
      </p:sp>
      <p:cxnSp>
        <p:nvCxnSpPr>
          <p:cNvPr id="517" name="Google Shape;517;p38"/>
          <p:cNvCxnSpPr/>
          <p:nvPr/>
        </p:nvCxnSpPr>
        <p:spPr>
          <a:xfrm rot="10800000">
            <a:off x="3283674" y="6587911"/>
            <a:ext cx="0" cy="155576"/>
          </a:xfrm>
          <a:prstGeom prst="straightConnector1">
            <a:avLst/>
          </a:prstGeom>
          <a:solidFill>
            <a:schemeClr val="dk1"/>
          </a:solidFill>
          <a:ln cap="rnd" cmpd="sng" w="12700">
            <a:solidFill>
              <a:schemeClr val="accent2"/>
            </a:solidFill>
            <a:prstDash val="solid"/>
            <a:round/>
            <a:headEnd len="sm" w="sm" type="none"/>
            <a:tailEnd len="sm" w="sm" type="none"/>
          </a:ln>
        </p:spPr>
      </p:cxnSp>
      <p:sp>
        <p:nvSpPr>
          <p:cNvPr id="518" name="Google Shape;518;p38">
            <a:hlinkClick r:id="rId2"/>
          </p:cNvPr>
          <p:cNvSpPr/>
          <p:nvPr/>
        </p:nvSpPr>
        <p:spPr>
          <a:xfrm>
            <a:off x="407988" y="6555971"/>
            <a:ext cx="2829007" cy="219456"/>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lang="en-US" sz="800">
                <a:solidFill>
                  <a:srgbClr val="00458D"/>
                </a:solidFill>
                <a:latin typeface="Verdana"/>
                <a:ea typeface="Verdana"/>
                <a:cs typeface="Verdana"/>
                <a:sym typeface="Verdana"/>
              </a:rPr>
              <a:t>Presentation Title | Author | Date</a:t>
            </a:r>
            <a:endParaRPr/>
          </a:p>
        </p:txBody>
      </p:sp>
      <p:sp>
        <p:nvSpPr>
          <p:cNvPr id="519" name="Google Shape;519;p38"/>
          <p:cNvSpPr/>
          <p:nvPr/>
        </p:nvSpPr>
        <p:spPr>
          <a:xfrm>
            <a:off x="3411379" y="6555758"/>
            <a:ext cx="222368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800">
                <a:solidFill>
                  <a:srgbClr val="767676"/>
                </a:solidFill>
                <a:latin typeface="Verdana"/>
                <a:ea typeface="Verdana"/>
                <a:cs typeface="Verdana"/>
                <a:sym typeface="Verdana"/>
              </a:rPr>
              <a:t>© 2017 Capgemini. All rights reserved.</a:t>
            </a:r>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s">
  <p:cSld name="Graphs">
    <p:spTree>
      <p:nvGrpSpPr>
        <p:cNvPr id="520" name="Shape 520"/>
        <p:cNvGrpSpPr/>
        <p:nvPr/>
      </p:nvGrpSpPr>
      <p:grpSpPr>
        <a:xfrm>
          <a:off x="0" y="0"/>
          <a:ext cx="0" cy="0"/>
          <a:chOff x="0" y="0"/>
          <a:chExt cx="0" cy="0"/>
        </a:xfrm>
      </p:grpSpPr>
      <p:sp>
        <p:nvSpPr>
          <p:cNvPr id="521" name="Google Shape;521;p39"/>
          <p:cNvSpPr/>
          <p:nvPr>
            <p:ph idx="2" type="chart"/>
          </p:nvPr>
        </p:nvSpPr>
        <p:spPr>
          <a:xfrm>
            <a:off x="407988" y="1873622"/>
            <a:ext cx="5543550" cy="3571601"/>
          </a:xfrm>
          <a:prstGeom prst="rect">
            <a:avLst/>
          </a:prstGeom>
          <a:noFill/>
          <a:ln>
            <a:noFill/>
          </a:ln>
        </p:spPr>
        <p:txBody>
          <a:bodyPr anchorCtr="0" anchor="ctr" bIns="0" lIns="0" spcFirstLastPara="1" rIns="0" wrap="square" tIns="0">
            <a:noAutofit/>
          </a:bodyPr>
          <a:lstStyle>
            <a:lvl1pPr lvl="0" marR="0" rtl="0" algn="ctr">
              <a:lnSpc>
                <a:spcPct val="110000"/>
              </a:lnSpc>
              <a:spcBef>
                <a:spcPts val="0"/>
              </a:spcBef>
              <a:spcAft>
                <a:spcPts val="0"/>
              </a:spcAft>
              <a:buClr>
                <a:schemeClr val="dk1"/>
              </a:buClr>
              <a:buSzPts val="2000"/>
              <a:buFont typeface="Arial"/>
              <a:buNone/>
              <a:defRPr b="0" i="0" sz="2000" u="none" cap="none" strike="noStrike">
                <a:solidFill>
                  <a:schemeClr val="dk1"/>
                </a:solidFill>
                <a:latin typeface="Verdana"/>
                <a:ea typeface="Verdana"/>
                <a:cs typeface="Verdana"/>
                <a:sym typeface="Verdana"/>
              </a:defRPr>
            </a:lvl1pPr>
            <a:lvl2pPr lvl="1" marR="0" rtl="0" algn="l">
              <a:lnSpc>
                <a:spcPct val="112500"/>
              </a:lnSpc>
              <a:spcBef>
                <a:spcPts val="600"/>
              </a:spcBef>
              <a:spcAft>
                <a:spcPts val="0"/>
              </a:spcAft>
              <a:buClr>
                <a:schemeClr val="accent1"/>
              </a:buClr>
              <a:buSzPts val="1600"/>
              <a:buFont typeface="Noto Sans Symbols"/>
              <a:buChar char="▪"/>
              <a:defRPr b="0" i="0" sz="1600" u="none" cap="none" strike="noStrike">
                <a:solidFill>
                  <a:schemeClr val="dk1"/>
                </a:solidFill>
                <a:latin typeface="Verdana"/>
                <a:ea typeface="Verdana"/>
                <a:cs typeface="Verdana"/>
                <a:sym typeface="Verdana"/>
              </a:defRPr>
            </a:lvl2pPr>
            <a:lvl3pPr lvl="2" marR="0" rtl="0" algn="l">
              <a:lnSpc>
                <a:spcPct val="114285"/>
              </a:lnSpc>
              <a:spcBef>
                <a:spcPts val="600"/>
              </a:spcBef>
              <a:spcAft>
                <a:spcPts val="0"/>
              </a:spcAft>
              <a:buClr>
                <a:schemeClr val="accent1"/>
              </a:buClr>
              <a:buSzPts val="1400"/>
              <a:buFont typeface="Arial"/>
              <a:buChar char="•"/>
              <a:defRPr b="0" i="0" sz="1400" u="none" cap="none" strike="noStrike">
                <a:solidFill>
                  <a:schemeClr val="dk1"/>
                </a:solidFill>
                <a:latin typeface="Verdana"/>
                <a:ea typeface="Verdana"/>
                <a:cs typeface="Verdana"/>
                <a:sym typeface="Verdana"/>
              </a:defRPr>
            </a:lvl3pPr>
            <a:lvl4pPr lvl="3" marR="0" rtl="0" algn="l">
              <a:lnSpc>
                <a:spcPct val="116666"/>
              </a:lnSpc>
              <a:spcBef>
                <a:spcPts val="600"/>
              </a:spcBef>
              <a:spcAft>
                <a:spcPts val="0"/>
              </a:spcAft>
              <a:buClr>
                <a:schemeClr val="accent1"/>
              </a:buClr>
              <a:buSzPts val="1200"/>
              <a:buFont typeface="Arial"/>
              <a:buChar char="‒"/>
              <a:defRPr b="0" i="0" sz="1200" u="none" cap="none" strike="noStrike">
                <a:solidFill>
                  <a:schemeClr val="dk1"/>
                </a:solidFill>
                <a:latin typeface="Verdana"/>
                <a:ea typeface="Verdana"/>
                <a:cs typeface="Verdana"/>
                <a:sym typeface="Verdana"/>
              </a:defRPr>
            </a:lvl4pPr>
            <a:lvl5pPr lvl="4" marR="0" rtl="0" algn="l">
              <a:lnSpc>
                <a:spcPct val="90000"/>
              </a:lnSpc>
              <a:spcBef>
                <a:spcPts val="6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9pPr>
          </a:lstStyle>
          <a:p/>
        </p:txBody>
      </p:sp>
      <p:sp>
        <p:nvSpPr>
          <p:cNvPr id="522" name="Google Shape;522;p39"/>
          <p:cNvSpPr txBox="1"/>
          <p:nvPr>
            <p:ph idx="1" type="body"/>
          </p:nvPr>
        </p:nvSpPr>
        <p:spPr>
          <a:xfrm>
            <a:off x="407988" y="5575682"/>
            <a:ext cx="5543551" cy="877506"/>
          </a:xfrm>
          <a:prstGeom prst="rect">
            <a:avLst/>
          </a:prstGeom>
          <a:noFill/>
          <a:ln>
            <a:noFill/>
          </a:ln>
        </p:spPr>
        <p:txBody>
          <a:bodyPr anchorCtr="0" anchor="t"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30200" lvl="1" marL="914400" algn="ctr">
              <a:lnSpc>
                <a:spcPct val="112500"/>
              </a:lnSpc>
              <a:spcBef>
                <a:spcPts val="0"/>
              </a:spcBef>
              <a:spcAft>
                <a:spcPts val="0"/>
              </a:spcAft>
              <a:buSzPts val="1600"/>
              <a:buChar char="▪"/>
              <a:defRPr/>
            </a:lvl2pPr>
            <a:lvl3pPr indent="-317500" lvl="2" marL="1371600" algn="ctr">
              <a:lnSpc>
                <a:spcPct val="114285"/>
              </a:lnSpc>
              <a:spcBef>
                <a:spcPts val="600"/>
              </a:spcBef>
              <a:spcAft>
                <a:spcPts val="0"/>
              </a:spcAft>
              <a:buSzPts val="1400"/>
              <a:buChar char="•"/>
              <a:defRPr/>
            </a:lvl3pPr>
            <a:lvl4pPr indent="-304800" lvl="3" marL="1828800" algn="ctr">
              <a:lnSpc>
                <a:spcPct val="116666"/>
              </a:lnSpc>
              <a:spcBef>
                <a:spcPts val="600"/>
              </a:spcBef>
              <a:spcAft>
                <a:spcPts val="0"/>
              </a:spcAft>
              <a:buSzPts val="1200"/>
              <a:buChar char="‒"/>
              <a:defRPr/>
            </a:lvl4pPr>
            <a:lvl5pPr indent="-342900" lvl="4" marL="2286000" algn="ctr">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3" name="Google Shape;523;p39"/>
          <p:cNvSpPr txBox="1"/>
          <p:nvPr>
            <p:ph idx="3" type="body"/>
          </p:nvPr>
        </p:nvSpPr>
        <p:spPr>
          <a:xfrm>
            <a:off x="6240472" y="5575682"/>
            <a:ext cx="5543550" cy="877506"/>
          </a:xfrm>
          <a:prstGeom prst="rect">
            <a:avLst/>
          </a:prstGeom>
          <a:noFill/>
          <a:ln>
            <a:noFill/>
          </a:ln>
        </p:spPr>
        <p:txBody>
          <a:bodyPr anchorCtr="0" anchor="t"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30200" lvl="1" marL="914400" algn="ctr">
              <a:lnSpc>
                <a:spcPct val="112500"/>
              </a:lnSpc>
              <a:spcBef>
                <a:spcPts val="0"/>
              </a:spcBef>
              <a:spcAft>
                <a:spcPts val="0"/>
              </a:spcAft>
              <a:buSzPts val="1600"/>
              <a:buChar char="▪"/>
              <a:defRPr/>
            </a:lvl2pPr>
            <a:lvl3pPr indent="-317500" lvl="2" marL="1371600" algn="ctr">
              <a:lnSpc>
                <a:spcPct val="114285"/>
              </a:lnSpc>
              <a:spcBef>
                <a:spcPts val="600"/>
              </a:spcBef>
              <a:spcAft>
                <a:spcPts val="0"/>
              </a:spcAft>
              <a:buSzPts val="1400"/>
              <a:buChar char="•"/>
              <a:defRPr/>
            </a:lvl3pPr>
            <a:lvl4pPr indent="-304800" lvl="3" marL="1828800" algn="ctr">
              <a:lnSpc>
                <a:spcPct val="116666"/>
              </a:lnSpc>
              <a:spcBef>
                <a:spcPts val="600"/>
              </a:spcBef>
              <a:spcAft>
                <a:spcPts val="0"/>
              </a:spcAft>
              <a:buSzPts val="1200"/>
              <a:buChar char="‒"/>
              <a:defRPr/>
            </a:lvl4pPr>
            <a:lvl5pPr indent="-342900" lvl="4" marL="2286000" algn="ctr">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4" name="Google Shape;524;p39"/>
          <p:cNvSpPr txBox="1"/>
          <p:nvPr>
            <p:ph idx="4" type="body"/>
          </p:nvPr>
        </p:nvSpPr>
        <p:spPr>
          <a:xfrm>
            <a:off x="407988" y="1425213"/>
            <a:ext cx="5543551" cy="412363"/>
          </a:xfrm>
          <a:prstGeom prst="rect">
            <a:avLst/>
          </a:prstGeom>
          <a:noFill/>
          <a:ln>
            <a:noFill/>
          </a:ln>
        </p:spPr>
        <p:txBody>
          <a:bodyPr anchorCtr="0" anchor="ctr" bIns="0" lIns="0" spcFirstLastPara="1" rIns="0" wrap="square" tIns="0">
            <a:noAutofit/>
          </a:bodyPr>
          <a:lstStyle>
            <a:lvl1pPr indent="-228600" lvl="0" marL="457200" algn="l">
              <a:lnSpc>
                <a:spcPct val="112500"/>
              </a:lnSpc>
              <a:spcBef>
                <a:spcPts val="0"/>
              </a:spcBef>
              <a:spcAft>
                <a:spcPts val="0"/>
              </a:spcAft>
              <a:buClr>
                <a:srgbClr val="2C004B"/>
              </a:buClr>
              <a:buSzPts val="1600"/>
              <a:buNone/>
              <a:defRPr b="1" sz="1600">
                <a:solidFill>
                  <a:srgbClr val="2C004B"/>
                </a:solidFill>
              </a:defRPr>
            </a:lvl1pPr>
            <a:lvl2pPr indent="-317500" lvl="1" marL="914400" algn="l">
              <a:lnSpc>
                <a:spcPct val="128571"/>
              </a:lnSpc>
              <a:spcBef>
                <a:spcPts val="600"/>
              </a:spcBef>
              <a:spcAft>
                <a:spcPts val="0"/>
              </a:spcAft>
              <a:buSzPts val="1400"/>
              <a:buChar char="▪"/>
              <a:defRPr sz="1400"/>
            </a:lvl2pPr>
            <a:lvl3pPr indent="-304800" lvl="2" marL="1371600" algn="l">
              <a:lnSpc>
                <a:spcPct val="133333"/>
              </a:lnSpc>
              <a:spcBef>
                <a:spcPts val="600"/>
              </a:spcBef>
              <a:spcAft>
                <a:spcPts val="0"/>
              </a:spcAft>
              <a:buSzPts val="1200"/>
              <a:buChar char="•"/>
              <a:defRPr sz="1200"/>
            </a:lvl3pPr>
            <a:lvl4pPr indent="-298450" lvl="3" marL="1828800" algn="l">
              <a:lnSpc>
                <a:spcPct val="127272"/>
              </a:lnSpc>
              <a:spcBef>
                <a:spcPts val="600"/>
              </a:spcBef>
              <a:spcAft>
                <a:spcPts val="0"/>
              </a:spcAft>
              <a:buSzPts val="1100"/>
              <a:buChar char="‒"/>
              <a:defRPr sz="1100"/>
            </a:lvl4pPr>
            <a:lvl5pPr indent="-298450" lvl="4" marL="2286000" algn="l">
              <a:lnSpc>
                <a:spcPct val="90000"/>
              </a:lnSpc>
              <a:spcBef>
                <a:spcPts val="600"/>
              </a:spcBef>
              <a:spcAft>
                <a:spcPts val="0"/>
              </a:spcAft>
              <a:buClr>
                <a:schemeClr val="dk1"/>
              </a:buClr>
              <a:buSzPts val="1100"/>
              <a:buChar char="•"/>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5" name="Google Shape;525;p39"/>
          <p:cNvSpPr txBox="1"/>
          <p:nvPr>
            <p:ph idx="5" type="body"/>
          </p:nvPr>
        </p:nvSpPr>
        <p:spPr>
          <a:xfrm>
            <a:off x="6240463" y="1425213"/>
            <a:ext cx="5543550" cy="412363"/>
          </a:xfrm>
          <a:prstGeom prst="rect">
            <a:avLst/>
          </a:prstGeom>
          <a:noFill/>
          <a:ln>
            <a:noFill/>
          </a:ln>
        </p:spPr>
        <p:txBody>
          <a:bodyPr anchorCtr="0" anchor="ctr" bIns="0" lIns="0" spcFirstLastPara="1" rIns="0" wrap="square" tIns="0">
            <a:noAutofit/>
          </a:bodyPr>
          <a:lstStyle>
            <a:lvl1pPr indent="-228600" lvl="0" marL="457200" algn="l">
              <a:lnSpc>
                <a:spcPct val="112500"/>
              </a:lnSpc>
              <a:spcBef>
                <a:spcPts val="0"/>
              </a:spcBef>
              <a:spcAft>
                <a:spcPts val="0"/>
              </a:spcAft>
              <a:buClr>
                <a:srgbClr val="2C004B"/>
              </a:buClr>
              <a:buSzPts val="1600"/>
              <a:buNone/>
              <a:defRPr b="1" sz="1600">
                <a:solidFill>
                  <a:srgbClr val="2C004B"/>
                </a:solidFill>
              </a:defRPr>
            </a:lvl1pPr>
            <a:lvl2pPr indent="-317500" lvl="1" marL="914400" algn="l">
              <a:lnSpc>
                <a:spcPct val="128571"/>
              </a:lnSpc>
              <a:spcBef>
                <a:spcPts val="600"/>
              </a:spcBef>
              <a:spcAft>
                <a:spcPts val="0"/>
              </a:spcAft>
              <a:buSzPts val="1400"/>
              <a:buChar char="▪"/>
              <a:defRPr sz="1400"/>
            </a:lvl2pPr>
            <a:lvl3pPr indent="-304800" lvl="2" marL="1371600" algn="l">
              <a:lnSpc>
                <a:spcPct val="133333"/>
              </a:lnSpc>
              <a:spcBef>
                <a:spcPts val="600"/>
              </a:spcBef>
              <a:spcAft>
                <a:spcPts val="0"/>
              </a:spcAft>
              <a:buSzPts val="1200"/>
              <a:buChar char="•"/>
              <a:defRPr sz="1200"/>
            </a:lvl3pPr>
            <a:lvl4pPr indent="-298450" lvl="3" marL="1828800" algn="l">
              <a:lnSpc>
                <a:spcPct val="127272"/>
              </a:lnSpc>
              <a:spcBef>
                <a:spcPts val="600"/>
              </a:spcBef>
              <a:spcAft>
                <a:spcPts val="0"/>
              </a:spcAft>
              <a:buSzPts val="1100"/>
              <a:buChar char="‒"/>
              <a:defRPr sz="1100"/>
            </a:lvl4pPr>
            <a:lvl5pPr indent="-298450" lvl="4" marL="2286000" algn="l">
              <a:lnSpc>
                <a:spcPct val="90000"/>
              </a:lnSpc>
              <a:spcBef>
                <a:spcPts val="600"/>
              </a:spcBef>
              <a:spcAft>
                <a:spcPts val="0"/>
              </a:spcAft>
              <a:buClr>
                <a:schemeClr val="dk1"/>
              </a:buClr>
              <a:buSzPts val="1100"/>
              <a:buChar char="•"/>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6" name="Google Shape;526;p39"/>
          <p:cNvSpPr/>
          <p:nvPr>
            <p:ph idx="6" type="chart"/>
          </p:nvPr>
        </p:nvSpPr>
        <p:spPr>
          <a:xfrm>
            <a:off x="6240463" y="1873622"/>
            <a:ext cx="5543550" cy="3571601"/>
          </a:xfrm>
          <a:prstGeom prst="rect">
            <a:avLst/>
          </a:prstGeom>
          <a:noFill/>
          <a:ln>
            <a:noFill/>
          </a:ln>
        </p:spPr>
        <p:txBody>
          <a:bodyPr anchorCtr="0" anchor="ctr" bIns="0" lIns="0" spcFirstLastPara="1" rIns="0" wrap="square" tIns="0">
            <a:noAutofit/>
          </a:bodyPr>
          <a:lstStyle>
            <a:lvl1pPr lvl="0" marR="0" rtl="0" algn="ctr">
              <a:lnSpc>
                <a:spcPct val="110000"/>
              </a:lnSpc>
              <a:spcBef>
                <a:spcPts val="0"/>
              </a:spcBef>
              <a:spcAft>
                <a:spcPts val="0"/>
              </a:spcAft>
              <a:buClr>
                <a:schemeClr val="dk1"/>
              </a:buClr>
              <a:buSzPts val="2000"/>
              <a:buFont typeface="Arial"/>
              <a:buNone/>
              <a:defRPr b="0" i="0" sz="2000" u="none" cap="none" strike="noStrike">
                <a:solidFill>
                  <a:schemeClr val="dk1"/>
                </a:solidFill>
                <a:latin typeface="Verdana"/>
                <a:ea typeface="Verdana"/>
                <a:cs typeface="Verdana"/>
                <a:sym typeface="Verdana"/>
              </a:defRPr>
            </a:lvl1pPr>
            <a:lvl2pPr lvl="1" marR="0" rtl="0" algn="l">
              <a:lnSpc>
                <a:spcPct val="112500"/>
              </a:lnSpc>
              <a:spcBef>
                <a:spcPts val="600"/>
              </a:spcBef>
              <a:spcAft>
                <a:spcPts val="0"/>
              </a:spcAft>
              <a:buClr>
                <a:schemeClr val="accent1"/>
              </a:buClr>
              <a:buSzPts val="1600"/>
              <a:buFont typeface="Noto Sans Symbols"/>
              <a:buChar char="▪"/>
              <a:defRPr b="0" i="0" sz="1600" u="none" cap="none" strike="noStrike">
                <a:solidFill>
                  <a:schemeClr val="dk1"/>
                </a:solidFill>
                <a:latin typeface="Verdana"/>
                <a:ea typeface="Verdana"/>
                <a:cs typeface="Verdana"/>
                <a:sym typeface="Verdana"/>
              </a:defRPr>
            </a:lvl2pPr>
            <a:lvl3pPr lvl="2" marR="0" rtl="0" algn="l">
              <a:lnSpc>
                <a:spcPct val="114285"/>
              </a:lnSpc>
              <a:spcBef>
                <a:spcPts val="600"/>
              </a:spcBef>
              <a:spcAft>
                <a:spcPts val="0"/>
              </a:spcAft>
              <a:buClr>
                <a:schemeClr val="accent1"/>
              </a:buClr>
              <a:buSzPts val="1400"/>
              <a:buFont typeface="Arial"/>
              <a:buChar char="•"/>
              <a:defRPr b="0" i="0" sz="1400" u="none" cap="none" strike="noStrike">
                <a:solidFill>
                  <a:schemeClr val="dk1"/>
                </a:solidFill>
                <a:latin typeface="Verdana"/>
                <a:ea typeface="Verdana"/>
                <a:cs typeface="Verdana"/>
                <a:sym typeface="Verdana"/>
              </a:defRPr>
            </a:lvl3pPr>
            <a:lvl4pPr lvl="3" marR="0" rtl="0" algn="l">
              <a:lnSpc>
                <a:spcPct val="116666"/>
              </a:lnSpc>
              <a:spcBef>
                <a:spcPts val="600"/>
              </a:spcBef>
              <a:spcAft>
                <a:spcPts val="0"/>
              </a:spcAft>
              <a:buClr>
                <a:schemeClr val="accent1"/>
              </a:buClr>
              <a:buSzPts val="1200"/>
              <a:buFont typeface="Arial"/>
              <a:buChar char="‒"/>
              <a:defRPr b="0" i="0" sz="1200" u="none" cap="none" strike="noStrike">
                <a:solidFill>
                  <a:schemeClr val="dk1"/>
                </a:solidFill>
                <a:latin typeface="Verdana"/>
                <a:ea typeface="Verdana"/>
                <a:cs typeface="Verdana"/>
                <a:sym typeface="Verdana"/>
              </a:defRPr>
            </a:lvl4pPr>
            <a:lvl5pPr lvl="4" marR="0" rtl="0" algn="l">
              <a:lnSpc>
                <a:spcPct val="90000"/>
              </a:lnSpc>
              <a:spcBef>
                <a:spcPts val="6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9pPr>
          </a:lstStyle>
          <a:p/>
        </p:txBody>
      </p:sp>
      <p:sp>
        <p:nvSpPr>
          <p:cNvPr id="527" name="Google Shape;527;p39"/>
          <p:cNvSpPr txBox="1"/>
          <p:nvPr/>
        </p:nvSpPr>
        <p:spPr>
          <a:xfrm>
            <a:off x="407988" y="404813"/>
            <a:ext cx="10944596" cy="863600"/>
          </a:xfrm>
          <a:prstGeom prst="rect">
            <a:avLst/>
          </a:prstGeom>
          <a:noFill/>
          <a:ln>
            <a:noFill/>
          </a:ln>
        </p:spPr>
        <p:txBody>
          <a:bodyPr anchorCtr="0" anchor="t" bIns="0" lIns="0" spcFirstLastPara="1" rIns="0" wrap="square" tIns="0">
            <a:normAutofit/>
          </a:bodyPr>
          <a:lstStyle/>
          <a:p>
            <a:pPr indent="0" lvl="0" marL="0" marR="0" rtl="0" algn="l">
              <a:lnSpc>
                <a:spcPct val="115384"/>
              </a:lnSpc>
              <a:spcBef>
                <a:spcPts val="0"/>
              </a:spcBef>
              <a:spcAft>
                <a:spcPts val="0"/>
              </a:spcAft>
              <a:buClr>
                <a:schemeClr val="dk2"/>
              </a:buClr>
              <a:buSzPts val="2600"/>
              <a:buFont typeface="Verdana"/>
              <a:buNone/>
            </a:pPr>
            <a:r>
              <a:rPr lang="en-US" sz="2600">
                <a:solidFill>
                  <a:schemeClr val="dk2"/>
                </a:solidFill>
                <a:latin typeface="Verdana"/>
                <a:ea typeface="Verdana"/>
                <a:cs typeface="Verdana"/>
                <a:sym typeface="Verdana"/>
              </a:rPr>
              <a:t>Click to add title</a:t>
            </a:r>
            <a:endParaRPr/>
          </a:p>
        </p:txBody>
      </p:sp>
      <p:sp>
        <p:nvSpPr>
          <p:cNvPr id="528" name="Google Shape;528;p39"/>
          <p:cNvSpPr/>
          <p:nvPr/>
        </p:nvSpPr>
        <p:spPr>
          <a:xfrm>
            <a:off x="11784013" y="6555758"/>
            <a:ext cx="242375"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rgbClr val="7F7F7F"/>
                </a:solidFill>
                <a:latin typeface="Verdana"/>
                <a:ea typeface="Verdana"/>
                <a:cs typeface="Verdana"/>
                <a:sym typeface="Verdana"/>
              </a:rPr>
              <a:t>‹#›</a:t>
            </a:fld>
            <a:endParaRPr sz="800">
              <a:solidFill>
                <a:srgbClr val="7F7F7F"/>
              </a:solidFill>
              <a:latin typeface="Verdana"/>
              <a:ea typeface="Verdana"/>
              <a:cs typeface="Verdana"/>
              <a:sym typeface="Verdana"/>
            </a:endParaRPr>
          </a:p>
        </p:txBody>
      </p:sp>
      <p:cxnSp>
        <p:nvCxnSpPr>
          <p:cNvPr id="529" name="Google Shape;529;p39"/>
          <p:cNvCxnSpPr/>
          <p:nvPr/>
        </p:nvCxnSpPr>
        <p:spPr>
          <a:xfrm rot="10800000">
            <a:off x="3283674" y="6587911"/>
            <a:ext cx="0" cy="155576"/>
          </a:xfrm>
          <a:prstGeom prst="straightConnector1">
            <a:avLst/>
          </a:prstGeom>
          <a:solidFill>
            <a:schemeClr val="dk1"/>
          </a:solidFill>
          <a:ln cap="rnd" cmpd="sng" w="12700">
            <a:solidFill>
              <a:schemeClr val="accent2"/>
            </a:solidFill>
            <a:prstDash val="solid"/>
            <a:round/>
            <a:headEnd len="sm" w="sm" type="none"/>
            <a:tailEnd len="sm" w="sm" type="none"/>
          </a:ln>
        </p:spPr>
      </p:cxnSp>
      <p:sp>
        <p:nvSpPr>
          <p:cNvPr id="530" name="Google Shape;530;p39">
            <a:hlinkClick r:id="rId2"/>
          </p:cNvPr>
          <p:cNvSpPr/>
          <p:nvPr/>
        </p:nvSpPr>
        <p:spPr>
          <a:xfrm>
            <a:off x="407988" y="6555971"/>
            <a:ext cx="2829007" cy="219456"/>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lang="en-US" sz="800">
                <a:solidFill>
                  <a:srgbClr val="00458D"/>
                </a:solidFill>
                <a:latin typeface="Verdana"/>
                <a:ea typeface="Verdana"/>
                <a:cs typeface="Verdana"/>
                <a:sym typeface="Verdana"/>
              </a:rPr>
              <a:t>Presentation Title | Author | Date</a:t>
            </a:r>
            <a:endParaRPr/>
          </a:p>
        </p:txBody>
      </p:sp>
      <p:sp>
        <p:nvSpPr>
          <p:cNvPr id="531" name="Google Shape;531;p39"/>
          <p:cNvSpPr/>
          <p:nvPr/>
        </p:nvSpPr>
        <p:spPr>
          <a:xfrm>
            <a:off x="3411379" y="6555758"/>
            <a:ext cx="222368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800">
                <a:solidFill>
                  <a:srgbClr val="767676"/>
                </a:solidFill>
                <a:latin typeface="Verdana"/>
                <a:ea typeface="Verdana"/>
                <a:cs typeface="Verdana"/>
                <a:sym typeface="Verdana"/>
              </a:rPr>
              <a:t>© 2017 Capgemini. All rights reserved.</a:t>
            </a:r>
            <a:endParaRPr/>
          </a:p>
        </p:txBody>
      </p:sp>
      <p:sp>
        <p:nvSpPr>
          <p:cNvPr id="532" name="Google Shape;532;p39"/>
          <p:cNvSpPr/>
          <p:nvPr/>
        </p:nvSpPr>
        <p:spPr>
          <a:xfrm>
            <a:off x="11547793" y="188640"/>
            <a:ext cx="424356" cy="459624"/>
          </a:xfrm>
          <a:prstGeom prst="rect">
            <a:avLst/>
          </a:prstGeom>
          <a:noFill/>
          <a:ln>
            <a:noFill/>
          </a:ln>
        </p:spPr>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e chart">
  <p:cSld name="Pie chart">
    <p:spTree>
      <p:nvGrpSpPr>
        <p:cNvPr id="533" name="Shape 533"/>
        <p:cNvGrpSpPr/>
        <p:nvPr/>
      </p:nvGrpSpPr>
      <p:grpSpPr>
        <a:xfrm>
          <a:off x="0" y="0"/>
          <a:ext cx="0" cy="0"/>
          <a:chOff x="0" y="0"/>
          <a:chExt cx="0" cy="0"/>
        </a:xfrm>
      </p:grpSpPr>
      <p:sp>
        <p:nvSpPr>
          <p:cNvPr id="534" name="Google Shape;534;p40"/>
          <p:cNvSpPr/>
          <p:nvPr/>
        </p:nvSpPr>
        <p:spPr>
          <a:xfrm>
            <a:off x="6687257" y="0"/>
            <a:ext cx="5504743" cy="6858000"/>
          </a:xfrm>
          <a:prstGeom prst="rect">
            <a:avLst/>
          </a:prstGeom>
          <a:solidFill>
            <a:srgbClr val="E6E7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535" name="Google Shape;535;p40"/>
          <p:cNvSpPr txBox="1"/>
          <p:nvPr>
            <p:ph idx="1" type="body"/>
          </p:nvPr>
        </p:nvSpPr>
        <p:spPr>
          <a:xfrm>
            <a:off x="7079039" y="1423736"/>
            <a:ext cx="4704974" cy="2801255"/>
          </a:xfrm>
          <a:prstGeom prst="rect">
            <a:avLst/>
          </a:prstGeom>
          <a:noFill/>
          <a:ln>
            <a:noFill/>
          </a:ln>
        </p:spPr>
        <p:txBody>
          <a:bodyPr anchorCtr="0" anchor="t" bIns="0" lIns="0" spcFirstLastPara="1" rIns="0" wrap="square" tIns="0">
            <a:noAutofit/>
          </a:bodyPr>
          <a:lstStyle>
            <a:lvl1pPr indent="-228600" lvl="0" marL="457200" algn="l">
              <a:lnSpc>
                <a:spcPct val="157142"/>
              </a:lnSpc>
              <a:spcBef>
                <a:spcPts val="0"/>
              </a:spcBef>
              <a:spcAft>
                <a:spcPts val="0"/>
              </a:spcAft>
              <a:buClr>
                <a:schemeClr val="dk1"/>
              </a:buClr>
              <a:buSzPts val="1400"/>
              <a:buNone/>
              <a:defRPr sz="1400"/>
            </a:lvl1pPr>
            <a:lvl2pPr indent="-342900" lvl="1" marL="914400" algn="l">
              <a:lnSpc>
                <a:spcPct val="100000"/>
              </a:lnSpc>
              <a:spcBef>
                <a:spcPts val="600"/>
              </a:spcBef>
              <a:spcAft>
                <a:spcPts val="0"/>
              </a:spcAft>
              <a:buSzPts val="1800"/>
              <a:buChar char="▪"/>
              <a:defRPr/>
            </a:lvl2pPr>
            <a:lvl3pPr indent="-342900" lvl="2" marL="1371600" algn="l">
              <a:lnSpc>
                <a:spcPct val="88888"/>
              </a:lnSpc>
              <a:spcBef>
                <a:spcPts val="600"/>
              </a:spcBef>
              <a:spcAft>
                <a:spcPts val="0"/>
              </a:spcAft>
              <a:buSzPts val="1800"/>
              <a:buChar char="•"/>
              <a:defRPr/>
            </a:lvl3pPr>
            <a:lvl4pPr indent="-342900" lvl="3" marL="1828800" algn="l">
              <a:lnSpc>
                <a:spcPct val="77777"/>
              </a:lnSpc>
              <a:spcBef>
                <a:spcPts val="600"/>
              </a:spcBef>
              <a:spcAft>
                <a:spcPts val="0"/>
              </a:spcAft>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6" name="Google Shape;536;p40"/>
          <p:cNvSpPr txBox="1"/>
          <p:nvPr>
            <p:ph idx="2" type="body"/>
          </p:nvPr>
        </p:nvSpPr>
        <p:spPr>
          <a:xfrm>
            <a:off x="8062158" y="5568661"/>
            <a:ext cx="2567742" cy="333830"/>
          </a:xfrm>
          <a:prstGeom prst="rect">
            <a:avLst/>
          </a:prstGeom>
          <a:noFill/>
          <a:ln>
            <a:noFill/>
          </a:ln>
        </p:spPr>
        <p:txBody>
          <a:bodyPr anchorCtr="0" anchor="ctr" bIns="0" lIns="0" spcFirstLastPara="1" rIns="0" wrap="square" tIns="0">
            <a:noAutofit/>
          </a:bodyPr>
          <a:lstStyle>
            <a:lvl1pPr indent="-228600" lvl="0" marL="457200" algn="ctr">
              <a:lnSpc>
                <a:spcPct val="114285"/>
              </a:lnSpc>
              <a:spcBef>
                <a:spcPts val="0"/>
              </a:spcBef>
              <a:spcAft>
                <a:spcPts val="0"/>
              </a:spcAft>
              <a:buClr>
                <a:schemeClr val="accent2"/>
              </a:buClr>
              <a:buSzPts val="1400"/>
              <a:buNone/>
              <a:defRPr b="1" sz="1400">
                <a:solidFill>
                  <a:schemeClr val="accent2"/>
                </a:solidFill>
              </a:defRPr>
            </a:lvl1pPr>
            <a:lvl2pPr indent="-330200" lvl="1" marL="914400" algn="ctr">
              <a:lnSpc>
                <a:spcPct val="112500"/>
              </a:lnSpc>
              <a:spcBef>
                <a:spcPts val="600"/>
              </a:spcBef>
              <a:spcAft>
                <a:spcPts val="0"/>
              </a:spcAft>
              <a:buSzPts val="1600"/>
              <a:buChar char="▪"/>
              <a:defRPr/>
            </a:lvl2pPr>
            <a:lvl3pPr indent="-317500" lvl="2" marL="1371600" algn="ctr">
              <a:lnSpc>
                <a:spcPct val="114285"/>
              </a:lnSpc>
              <a:spcBef>
                <a:spcPts val="600"/>
              </a:spcBef>
              <a:spcAft>
                <a:spcPts val="0"/>
              </a:spcAft>
              <a:buSzPts val="1400"/>
              <a:buChar char="•"/>
              <a:defRPr/>
            </a:lvl3pPr>
            <a:lvl4pPr indent="-304800" lvl="3" marL="1828800" algn="ctr">
              <a:lnSpc>
                <a:spcPct val="116666"/>
              </a:lnSpc>
              <a:spcBef>
                <a:spcPts val="600"/>
              </a:spcBef>
              <a:spcAft>
                <a:spcPts val="0"/>
              </a:spcAft>
              <a:buSzPts val="1200"/>
              <a:buChar char="‒"/>
              <a:defRPr/>
            </a:lvl4pPr>
            <a:lvl5pPr indent="-342900" lvl="4" marL="2286000" algn="ctr">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7" name="Google Shape;537;p40"/>
          <p:cNvSpPr txBox="1"/>
          <p:nvPr>
            <p:ph idx="3" type="body"/>
          </p:nvPr>
        </p:nvSpPr>
        <p:spPr>
          <a:xfrm>
            <a:off x="8062156" y="4581128"/>
            <a:ext cx="2567744" cy="983347"/>
          </a:xfrm>
          <a:prstGeom prst="rect">
            <a:avLst/>
          </a:prstGeom>
          <a:noFill/>
          <a:ln>
            <a:noFill/>
          </a:ln>
        </p:spPr>
        <p:txBody>
          <a:bodyPr anchorCtr="0" anchor="ctr" bIns="0" lIns="0" spcFirstLastPara="1" rIns="0" wrap="square" tIns="0">
            <a:noAutofit/>
          </a:bodyPr>
          <a:lstStyle>
            <a:lvl1pPr indent="-228600" lvl="0" marL="457200" algn="ctr">
              <a:lnSpc>
                <a:spcPct val="123076"/>
              </a:lnSpc>
              <a:spcBef>
                <a:spcPts val="0"/>
              </a:spcBef>
              <a:spcAft>
                <a:spcPts val="0"/>
              </a:spcAft>
              <a:buClr>
                <a:srgbClr val="2B0A3D"/>
              </a:buClr>
              <a:buSzPts val="2600"/>
              <a:buNone/>
              <a:defRPr b="1" sz="2600">
                <a:solidFill>
                  <a:srgbClr val="2B0A3D"/>
                </a:solidFill>
              </a:defRPr>
            </a:lvl1pPr>
            <a:lvl2pPr indent="-330200" lvl="1" marL="914400" algn="ctr">
              <a:lnSpc>
                <a:spcPct val="112500"/>
              </a:lnSpc>
              <a:spcBef>
                <a:spcPts val="0"/>
              </a:spcBef>
              <a:spcAft>
                <a:spcPts val="0"/>
              </a:spcAft>
              <a:buSzPts val="1600"/>
              <a:buChar char="▪"/>
              <a:defRPr/>
            </a:lvl2pPr>
            <a:lvl3pPr indent="-317500" lvl="2" marL="1371600" algn="ctr">
              <a:lnSpc>
                <a:spcPct val="114285"/>
              </a:lnSpc>
              <a:spcBef>
                <a:spcPts val="600"/>
              </a:spcBef>
              <a:spcAft>
                <a:spcPts val="0"/>
              </a:spcAft>
              <a:buSzPts val="1400"/>
              <a:buChar char="•"/>
              <a:defRPr/>
            </a:lvl3pPr>
            <a:lvl4pPr indent="-304800" lvl="3" marL="1828800" algn="ctr">
              <a:lnSpc>
                <a:spcPct val="116666"/>
              </a:lnSpc>
              <a:spcBef>
                <a:spcPts val="600"/>
              </a:spcBef>
              <a:spcAft>
                <a:spcPts val="0"/>
              </a:spcAft>
              <a:buSzPts val="1200"/>
              <a:buChar char="‒"/>
              <a:defRPr/>
            </a:lvl4pPr>
            <a:lvl5pPr indent="-342900" lvl="4" marL="2286000" algn="ctr">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8" name="Google Shape;538;p40"/>
          <p:cNvSpPr/>
          <p:nvPr/>
        </p:nvSpPr>
        <p:spPr>
          <a:xfrm>
            <a:off x="11784013" y="6555758"/>
            <a:ext cx="242375"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rgbClr val="7F7F7F"/>
                </a:solidFill>
                <a:latin typeface="Verdana"/>
                <a:ea typeface="Verdana"/>
                <a:cs typeface="Verdana"/>
                <a:sym typeface="Verdana"/>
              </a:rPr>
              <a:t>‹#›</a:t>
            </a:fld>
            <a:endParaRPr sz="800">
              <a:solidFill>
                <a:srgbClr val="7F7F7F"/>
              </a:solidFill>
              <a:latin typeface="Verdana"/>
              <a:ea typeface="Verdana"/>
              <a:cs typeface="Verdana"/>
              <a:sym typeface="Verdana"/>
            </a:endParaRPr>
          </a:p>
        </p:txBody>
      </p:sp>
      <p:cxnSp>
        <p:nvCxnSpPr>
          <p:cNvPr id="539" name="Google Shape;539;p40"/>
          <p:cNvCxnSpPr/>
          <p:nvPr/>
        </p:nvCxnSpPr>
        <p:spPr>
          <a:xfrm rot="10800000">
            <a:off x="3283674" y="6587911"/>
            <a:ext cx="0" cy="155576"/>
          </a:xfrm>
          <a:prstGeom prst="straightConnector1">
            <a:avLst/>
          </a:prstGeom>
          <a:solidFill>
            <a:schemeClr val="dk1"/>
          </a:solidFill>
          <a:ln cap="rnd" cmpd="sng" w="12700">
            <a:solidFill>
              <a:schemeClr val="accent2"/>
            </a:solidFill>
            <a:prstDash val="solid"/>
            <a:round/>
            <a:headEnd len="sm" w="sm" type="none"/>
            <a:tailEnd len="sm" w="sm" type="none"/>
          </a:ln>
        </p:spPr>
      </p:cxnSp>
      <p:sp>
        <p:nvSpPr>
          <p:cNvPr id="540" name="Google Shape;540;p40">
            <a:hlinkClick r:id="rId2"/>
          </p:cNvPr>
          <p:cNvSpPr/>
          <p:nvPr/>
        </p:nvSpPr>
        <p:spPr>
          <a:xfrm>
            <a:off x="407988" y="6555971"/>
            <a:ext cx="2829007" cy="219456"/>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lang="en-US" sz="800">
                <a:solidFill>
                  <a:srgbClr val="00458D"/>
                </a:solidFill>
                <a:latin typeface="Verdana"/>
                <a:ea typeface="Verdana"/>
                <a:cs typeface="Verdana"/>
                <a:sym typeface="Verdana"/>
              </a:rPr>
              <a:t>Presentation Title | Author | Date</a:t>
            </a:r>
            <a:endParaRPr/>
          </a:p>
        </p:txBody>
      </p:sp>
      <p:sp>
        <p:nvSpPr>
          <p:cNvPr id="541" name="Google Shape;541;p40"/>
          <p:cNvSpPr/>
          <p:nvPr/>
        </p:nvSpPr>
        <p:spPr>
          <a:xfrm>
            <a:off x="3411379" y="6555758"/>
            <a:ext cx="222368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800">
                <a:solidFill>
                  <a:srgbClr val="767676"/>
                </a:solidFill>
                <a:latin typeface="Verdana"/>
                <a:ea typeface="Verdana"/>
                <a:cs typeface="Verdana"/>
                <a:sym typeface="Verdana"/>
              </a:rPr>
              <a:t>© 2017 Capgemini. All rights reserved.</a:t>
            </a:r>
            <a:endParaRPr/>
          </a:p>
        </p:txBody>
      </p:sp>
      <p:sp>
        <p:nvSpPr>
          <p:cNvPr id="542" name="Google Shape;542;p40"/>
          <p:cNvSpPr txBox="1"/>
          <p:nvPr>
            <p:ph type="title"/>
          </p:nvPr>
        </p:nvSpPr>
        <p:spPr>
          <a:xfrm>
            <a:off x="407988" y="404813"/>
            <a:ext cx="10944596" cy="863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2"/>
              </a:buClr>
              <a:buSzPts val="2600"/>
              <a:buFont typeface="Verdana"/>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3" name="Google Shape;543;p40"/>
          <p:cNvSpPr/>
          <p:nvPr>
            <p:ph idx="4" type="chart"/>
          </p:nvPr>
        </p:nvSpPr>
        <p:spPr>
          <a:xfrm>
            <a:off x="407988" y="1873622"/>
            <a:ext cx="5543550" cy="3571601"/>
          </a:xfrm>
          <a:prstGeom prst="rect">
            <a:avLst/>
          </a:prstGeom>
          <a:noFill/>
          <a:ln>
            <a:noFill/>
          </a:ln>
        </p:spPr>
        <p:txBody>
          <a:bodyPr anchorCtr="0" anchor="ctr" bIns="0" lIns="0" spcFirstLastPara="1" rIns="0" wrap="square" tIns="0">
            <a:noAutofit/>
          </a:bodyPr>
          <a:lstStyle>
            <a:lvl1pPr lvl="0" marR="0" rtl="0" algn="ctr">
              <a:lnSpc>
                <a:spcPct val="110000"/>
              </a:lnSpc>
              <a:spcBef>
                <a:spcPts val="0"/>
              </a:spcBef>
              <a:spcAft>
                <a:spcPts val="0"/>
              </a:spcAft>
              <a:buClr>
                <a:schemeClr val="dk1"/>
              </a:buClr>
              <a:buSzPts val="2000"/>
              <a:buFont typeface="Arial"/>
              <a:buNone/>
              <a:defRPr b="0" i="0" sz="2000" u="none" cap="none" strike="noStrike">
                <a:solidFill>
                  <a:schemeClr val="dk1"/>
                </a:solidFill>
                <a:latin typeface="Verdana"/>
                <a:ea typeface="Verdana"/>
                <a:cs typeface="Verdana"/>
                <a:sym typeface="Verdana"/>
              </a:defRPr>
            </a:lvl1pPr>
            <a:lvl2pPr lvl="1" marR="0" rtl="0" algn="l">
              <a:lnSpc>
                <a:spcPct val="112500"/>
              </a:lnSpc>
              <a:spcBef>
                <a:spcPts val="600"/>
              </a:spcBef>
              <a:spcAft>
                <a:spcPts val="0"/>
              </a:spcAft>
              <a:buClr>
                <a:schemeClr val="accent1"/>
              </a:buClr>
              <a:buSzPts val="1600"/>
              <a:buFont typeface="Noto Sans Symbols"/>
              <a:buChar char="▪"/>
              <a:defRPr b="0" i="0" sz="1600" u="none" cap="none" strike="noStrike">
                <a:solidFill>
                  <a:schemeClr val="dk1"/>
                </a:solidFill>
                <a:latin typeface="Verdana"/>
                <a:ea typeface="Verdana"/>
                <a:cs typeface="Verdana"/>
                <a:sym typeface="Verdana"/>
              </a:defRPr>
            </a:lvl2pPr>
            <a:lvl3pPr lvl="2" marR="0" rtl="0" algn="l">
              <a:lnSpc>
                <a:spcPct val="114285"/>
              </a:lnSpc>
              <a:spcBef>
                <a:spcPts val="600"/>
              </a:spcBef>
              <a:spcAft>
                <a:spcPts val="0"/>
              </a:spcAft>
              <a:buClr>
                <a:schemeClr val="accent1"/>
              </a:buClr>
              <a:buSzPts val="1400"/>
              <a:buFont typeface="Arial"/>
              <a:buChar char="•"/>
              <a:defRPr b="0" i="0" sz="1400" u="none" cap="none" strike="noStrike">
                <a:solidFill>
                  <a:schemeClr val="dk1"/>
                </a:solidFill>
                <a:latin typeface="Verdana"/>
                <a:ea typeface="Verdana"/>
                <a:cs typeface="Verdana"/>
                <a:sym typeface="Verdana"/>
              </a:defRPr>
            </a:lvl3pPr>
            <a:lvl4pPr lvl="3" marR="0" rtl="0" algn="l">
              <a:lnSpc>
                <a:spcPct val="116666"/>
              </a:lnSpc>
              <a:spcBef>
                <a:spcPts val="600"/>
              </a:spcBef>
              <a:spcAft>
                <a:spcPts val="0"/>
              </a:spcAft>
              <a:buClr>
                <a:schemeClr val="accent1"/>
              </a:buClr>
              <a:buSzPts val="1200"/>
              <a:buFont typeface="Arial"/>
              <a:buChar char="‒"/>
              <a:defRPr b="0" i="0" sz="1200" u="none" cap="none" strike="noStrike">
                <a:solidFill>
                  <a:schemeClr val="dk1"/>
                </a:solidFill>
                <a:latin typeface="Verdana"/>
                <a:ea typeface="Verdana"/>
                <a:cs typeface="Verdana"/>
                <a:sym typeface="Verdana"/>
              </a:defRPr>
            </a:lvl4pPr>
            <a:lvl5pPr lvl="4" marR="0" rtl="0" algn="l">
              <a:lnSpc>
                <a:spcPct val="90000"/>
              </a:lnSpc>
              <a:spcBef>
                <a:spcPts val="6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9pPr>
          </a:lstStyle>
          <a:p/>
        </p:txBody>
      </p:sp>
      <p:sp>
        <p:nvSpPr>
          <p:cNvPr id="544" name="Google Shape;544;p40"/>
          <p:cNvSpPr txBox="1"/>
          <p:nvPr>
            <p:ph idx="5" type="body"/>
          </p:nvPr>
        </p:nvSpPr>
        <p:spPr>
          <a:xfrm>
            <a:off x="407988" y="5575682"/>
            <a:ext cx="5543551" cy="877506"/>
          </a:xfrm>
          <a:prstGeom prst="rect">
            <a:avLst/>
          </a:prstGeom>
          <a:noFill/>
          <a:ln>
            <a:noFill/>
          </a:ln>
        </p:spPr>
        <p:txBody>
          <a:bodyPr anchorCtr="0" anchor="t"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30200" lvl="1" marL="914400" algn="ctr">
              <a:lnSpc>
                <a:spcPct val="112500"/>
              </a:lnSpc>
              <a:spcBef>
                <a:spcPts val="0"/>
              </a:spcBef>
              <a:spcAft>
                <a:spcPts val="0"/>
              </a:spcAft>
              <a:buSzPts val="1600"/>
              <a:buChar char="▪"/>
              <a:defRPr/>
            </a:lvl2pPr>
            <a:lvl3pPr indent="-317500" lvl="2" marL="1371600" algn="ctr">
              <a:lnSpc>
                <a:spcPct val="114285"/>
              </a:lnSpc>
              <a:spcBef>
                <a:spcPts val="600"/>
              </a:spcBef>
              <a:spcAft>
                <a:spcPts val="0"/>
              </a:spcAft>
              <a:buSzPts val="1400"/>
              <a:buChar char="•"/>
              <a:defRPr/>
            </a:lvl3pPr>
            <a:lvl4pPr indent="-304800" lvl="3" marL="1828800" algn="ctr">
              <a:lnSpc>
                <a:spcPct val="116666"/>
              </a:lnSpc>
              <a:spcBef>
                <a:spcPts val="600"/>
              </a:spcBef>
              <a:spcAft>
                <a:spcPts val="0"/>
              </a:spcAft>
              <a:buSzPts val="1200"/>
              <a:buChar char="‒"/>
              <a:defRPr/>
            </a:lvl4pPr>
            <a:lvl5pPr indent="-342900" lvl="4" marL="2286000" algn="ctr">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5" name="Google Shape;545;p40"/>
          <p:cNvSpPr txBox="1"/>
          <p:nvPr>
            <p:ph idx="6" type="body"/>
          </p:nvPr>
        </p:nvSpPr>
        <p:spPr>
          <a:xfrm>
            <a:off x="407988" y="1425213"/>
            <a:ext cx="5543551" cy="412363"/>
          </a:xfrm>
          <a:prstGeom prst="rect">
            <a:avLst/>
          </a:prstGeom>
          <a:noFill/>
          <a:ln>
            <a:noFill/>
          </a:ln>
        </p:spPr>
        <p:txBody>
          <a:bodyPr anchorCtr="0" anchor="ctr" bIns="0" lIns="0" spcFirstLastPara="1" rIns="0" wrap="square" tIns="0">
            <a:noAutofit/>
          </a:bodyPr>
          <a:lstStyle>
            <a:lvl1pPr indent="-228600" lvl="0" marL="457200" algn="l">
              <a:lnSpc>
                <a:spcPct val="112500"/>
              </a:lnSpc>
              <a:spcBef>
                <a:spcPts val="0"/>
              </a:spcBef>
              <a:spcAft>
                <a:spcPts val="0"/>
              </a:spcAft>
              <a:buClr>
                <a:srgbClr val="2C004B"/>
              </a:buClr>
              <a:buSzPts val="1600"/>
              <a:buNone/>
              <a:defRPr b="1" sz="1600">
                <a:solidFill>
                  <a:srgbClr val="2C004B"/>
                </a:solidFill>
              </a:defRPr>
            </a:lvl1pPr>
            <a:lvl2pPr indent="-317500" lvl="1" marL="914400" algn="l">
              <a:lnSpc>
                <a:spcPct val="128571"/>
              </a:lnSpc>
              <a:spcBef>
                <a:spcPts val="600"/>
              </a:spcBef>
              <a:spcAft>
                <a:spcPts val="0"/>
              </a:spcAft>
              <a:buSzPts val="1400"/>
              <a:buChar char="▪"/>
              <a:defRPr sz="1400"/>
            </a:lvl2pPr>
            <a:lvl3pPr indent="-304800" lvl="2" marL="1371600" algn="l">
              <a:lnSpc>
                <a:spcPct val="133333"/>
              </a:lnSpc>
              <a:spcBef>
                <a:spcPts val="600"/>
              </a:spcBef>
              <a:spcAft>
                <a:spcPts val="0"/>
              </a:spcAft>
              <a:buSzPts val="1200"/>
              <a:buChar char="•"/>
              <a:defRPr sz="1200"/>
            </a:lvl3pPr>
            <a:lvl4pPr indent="-298450" lvl="3" marL="1828800" algn="l">
              <a:lnSpc>
                <a:spcPct val="127272"/>
              </a:lnSpc>
              <a:spcBef>
                <a:spcPts val="600"/>
              </a:spcBef>
              <a:spcAft>
                <a:spcPts val="0"/>
              </a:spcAft>
              <a:buSzPts val="1100"/>
              <a:buChar char="‒"/>
              <a:defRPr sz="1100"/>
            </a:lvl4pPr>
            <a:lvl5pPr indent="-298450" lvl="4" marL="2286000" algn="l">
              <a:lnSpc>
                <a:spcPct val="90000"/>
              </a:lnSpc>
              <a:spcBef>
                <a:spcPts val="600"/>
              </a:spcBef>
              <a:spcAft>
                <a:spcPts val="0"/>
              </a:spcAft>
              <a:buClr>
                <a:schemeClr val="dk1"/>
              </a:buClr>
              <a:buSzPts val="1100"/>
              <a:buChar char="•"/>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p:cSld name="Timeline">
    <p:spTree>
      <p:nvGrpSpPr>
        <p:cNvPr id="546" name="Shape 546"/>
        <p:cNvGrpSpPr/>
        <p:nvPr/>
      </p:nvGrpSpPr>
      <p:grpSpPr>
        <a:xfrm>
          <a:off x="0" y="0"/>
          <a:ext cx="0" cy="0"/>
          <a:chOff x="0" y="0"/>
          <a:chExt cx="0" cy="0"/>
        </a:xfrm>
      </p:grpSpPr>
      <p:sp>
        <p:nvSpPr>
          <p:cNvPr id="547" name="Google Shape;547;p41"/>
          <p:cNvSpPr/>
          <p:nvPr>
            <p:ph idx="2" type="tbl"/>
          </p:nvPr>
        </p:nvSpPr>
        <p:spPr>
          <a:xfrm>
            <a:off x="407987" y="2216150"/>
            <a:ext cx="11376025" cy="4237038"/>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Clr>
                <a:schemeClr val="dk1"/>
              </a:buClr>
              <a:buSzPts val="1800"/>
              <a:buFont typeface="Verdana"/>
              <a:buNone/>
              <a:defRPr b="0" i="0" sz="1800" u="none" cap="none" strike="noStrike">
                <a:solidFill>
                  <a:schemeClr val="dk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548" name="Google Shape;548;p41"/>
          <p:cNvSpPr/>
          <p:nvPr/>
        </p:nvSpPr>
        <p:spPr>
          <a:xfrm>
            <a:off x="11784013" y="6555758"/>
            <a:ext cx="242375"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rgbClr val="7F7F7F"/>
                </a:solidFill>
                <a:latin typeface="Verdana"/>
                <a:ea typeface="Verdana"/>
                <a:cs typeface="Verdana"/>
                <a:sym typeface="Verdana"/>
              </a:rPr>
              <a:t>‹#›</a:t>
            </a:fld>
            <a:endParaRPr sz="800">
              <a:solidFill>
                <a:srgbClr val="7F7F7F"/>
              </a:solidFill>
              <a:latin typeface="Verdana"/>
              <a:ea typeface="Verdana"/>
              <a:cs typeface="Verdana"/>
              <a:sym typeface="Verdana"/>
            </a:endParaRPr>
          </a:p>
        </p:txBody>
      </p:sp>
      <p:cxnSp>
        <p:nvCxnSpPr>
          <p:cNvPr id="549" name="Google Shape;549;p41"/>
          <p:cNvCxnSpPr/>
          <p:nvPr/>
        </p:nvCxnSpPr>
        <p:spPr>
          <a:xfrm rot="10800000">
            <a:off x="3283674" y="6587911"/>
            <a:ext cx="0" cy="155576"/>
          </a:xfrm>
          <a:prstGeom prst="straightConnector1">
            <a:avLst/>
          </a:prstGeom>
          <a:solidFill>
            <a:schemeClr val="dk1"/>
          </a:solidFill>
          <a:ln cap="rnd" cmpd="sng" w="12700">
            <a:solidFill>
              <a:schemeClr val="accent2"/>
            </a:solidFill>
            <a:prstDash val="solid"/>
            <a:round/>
            <a:headEnd len="sm" w="sm" type="none"/>
            <a:tailEnd len="sm" w="sm" type="none"/>
          </a:ln>
        </p:spPr>
      </p:cxnSp>
      <p:sp>
        <p:nvSpPr>
          <p:cNvPr id="550" name="Google Shape;550;p41">
            <a:hlinkClick r:id="rId2"/>
          </p:cNvPr>
          <p:cNvSpPr/>
          <p:nvPr/>
        </p:nvSpPr>
        <p:spPr>
          <a:xfrm>
            <a:off x="407988" y="6555971"/>
            <a:ext cx="2829007" cy="219456"/>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lang="en-US" sz="800">
                <a:solidFill>
                  <a:srgbClr val="00458D"/>
                </a:solidFill>
                <a:latin typeface="Verdana"/>
                <a:ea typeface="Verdana"/>
                <a:cs typeface="Verdana"/>
                <a:sym typeface="Verdana"/>
              </a:rPr>
              <a:t>Presentation Title | Author | Date</a:t>
            </a:r>
            <a:endParaRPr/>
          </a:p>
        </p:txBody>
      </p:sp>
      <p:sp>
        <p:nvSpPr>
          <p:cNvPr id="551" name="Google Shape;551;p41"/>
          <p:cNvSpPr/>
          <p:nvPr/>
        </p:nvSpPr>
        <p:spPr>
          <a:xfrm>
            <a:off x="3411379" y="6555758"/>
            <a:ext cx="222368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800">
                <a:solidFill>
                  <a:srgbClr val="767676"/>
                </a:solidFill>
                <a:latin typeface="Verdana"/>
                <a:ea typeface="Verdana"/>
                <a:cs typeface="Verdana"/>
                <a:sym typeface="Verdana"/>
              </a:rPr>
              <a:t>© 2017 Capgemini. All rights reserved.</a:t>
            </a:r>
            <a:endParaRPr/>
          </a:p>
        </p:txBody>
      </p:sp>
      <p:sp>
        <p:nvSpPr>
          <p:cNvPr id="552" name="Google Shape;552;p41"/>
          <p:cNvSpPr txBox="1"/>
          <p:nvPr>
            <p:ph type="title"/>
          </p:nvPr>
        </p:nvSpPr>
        <p:spPr>
          <a:xfrm>
            <a:off x="407988" y="404813"/>
            <a:ext cx="10944596" cy="863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2"/>
              </a:buClr>
              <a:buSzPts val="2600"/>
              <a:buFont typeface="Verdana"/>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3" name="Google Shape;553;p41"/>
          <p:cNvSpPr txBox="1"/>
          <p:nvPr>
            <p:ph idx="1" type="body"/>
          </p:nvPr>
        </p:nvSpPr>
        <p:spPr>
          <a:xfrm>
            <a:off x="407988" y="1268413"/>
            <a:ext cx="10944596" cy="504403"/>
          </a:xfrm>
          <a:prstGeom prst="rect">
            <a:avLst/>
          </a:prstGeom>
          <a:noFill/>
          <a:ln>
            <a:noFill/>
          </a:ln>
        </p:spPr>
        <p:txBody>
          <a:bodyPr anchorCtr="0" anchor="t" bIns="0" lIns="0" spcFirstLastPara="1" rIns="0" wrap="square" tIns="0">
            <a:noAutofit/>
          </a:bodyPr>
          <a:lstStyle>
            <a:lvl1pPr indent="-228600" lvl="0" marL="457200" algn="l">
              <a:lnSpc>
                <a:spcPct val="116666"/>
              </a:lnSpc>
              <a:spcBef>
                <a:spcPts val="0"/>
              </a:spcBef>
              <a:spcAft>
                <a:spcPts val="0"/>
              </a:spcAft>
              <a:buClr>
                <a:schemeClr val="dk1"/>
              </a:buClr>
              <a:buSzPts val="1200"/>
              <a:buNone/>
              <a:defRPr sz="1200"/>
            </a:lvl1pPr>
            <a:lvl2pPr indent="-330200" lvl="1" marL="914400" algn="ctr">
              <a:lnSpc>
                <a:spcPct val="112500"/>
              </a:lnSpc>
              <a:spcBef>
                <a:spcPts val="0"/>
              </a:spcBef>
              <a:spcAft>
                <a:spcPts val="0"/>
              </a:spcAft>
              <a:buSzPts val="1600"/>
              <a:buChar char="▪"/>
              <a:defRPr/>
            </a:lvl2pPr>
            <a:lvl3pPr indent="-317500" lvl="2" marL="1371600" algn="ctr">
              <a:lnSpc>
                <a:spcPct val="114285"/>
              </a:lnSpc>
              <a:spcBef>
                <a:spcPts val="600"/>
              </a:spcBef>
              <a:spcAft>
                <a:spcPts val="0"/>
              </a:spcAft>
              <a:buSzPts val="1400"/>
              <a:buChar char="•"/>
              <a:defRPr/>
            </a:lvl3pPr>
            <a:lvl4pPr indent="-304800" lvl="3" marL="1828800" algn="ctr">
              <a:lnSpc>
                <a:spcPct val="116666"/>
              </a:lnSpc>
              <a:spcBef>
                <a:spcPts val="600"/>
              </a:spcBef>
              <a:spcAft>
                <a:spcPts val="0"/>
              </a:spcAft>
              <a:buSzPts val="1200"/>
              <a:buChar char="‒"/>
              <a:defRPr/>
            </a:lvl4pPr>
            <a:lvl5pPr indent="-342900" lvl="4" marL="2286000" algn="ctr">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p">
  <p:cSld name="Map">
    <p:spTree>
      <p:nvGrpSpPr>
        <p:cNvPr id="554" name="Shape 554"/>
        <p:cNvGrpSpPr/>
        <p:nvPr/>
      </p:nvGrpSpPr>
      <p:grpSpPr>
        <a:xfrm>
          <a:off x="0" y="0"/>
          <a:ext cx="0" cy="0"/>
          <a:chOff x="0" y="0"/>
          <a:chExt cx="0" cy="0"/>
        </a:xfrm>
      </p:grpSpPr>
      <p:sp>
        <p:nvSpPr>
          <p:cNvPr id="555" name="Google Shape;555;p42"/>
          <p:cNvSpPr/>
          <p:nvPr/>
        </p:nvSpPr>
        <p:spPr>
          <a:xfrm>
            <a:off x="9363909" y="0"/>
            <a:ext cx="282809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556" name="Google Shape;556;p42"/>
          <p:cNvSpPr txBox="1"/>
          <p:nvPr>
            <p:ph idx="1" type="body"/>
          </p:nvPr>
        </p:nvSpPr>
        <p:spPr>
          <a:xfrm>
            <a:off x="9858635" y="2151875"/>
            <a:ext cx="917885" cy="439923"/>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0"/>
              </a:spcBef>
              <a:spcAft>
                <a:spcPts val="0"/>
              </a:spcAft>
              <a:buClr>
                <a:schemeClr val="dk1"/>
              </a:buClr>
              <a:buSzPts val="1100"/>
              <a:buNone/>
              <a:defRPr sz="1100">
                <a:solidFill>
                  <a:schemeClr val="dk1"/>
                </a:solidFill>
              </a:defRPr>
            </a:lvl1pPr>
            <a:lvl2pPr indent="-330200" lvl="1" marL="914400" algn="ctr">
              <a:lnSpc>
                <a:spcPct val="112500"/>
              </a:lnSpc>
              <a:spcBef>
                <a:spcPts val="600"/>
              </a:spcBef>
              <a:spcAft>
                <a:spcPts val="0"/>
              </a:spcAft>
              <a:buSzPts val="1600"/>
              <a:buChar char="▪"/>
              <a:defRPr/>
            </a:lvl2pPr>
            <a:lvl3pPr indent="-317500" lvl="2" marL="1371600" algn="ctr">
              <a:lnSpc>
                <a:spcPct val="114285"/>
              </a:lnSpc>
              <a:spcBef>
                <a:spcPts val="600"/>
              </a:spcBef>
              <a:spcAft>
                <a:spcPts val="0"/>
              </a:spcAft>
              <a:buSzPts val="1400"/>
              <a:buChar char="•"/>
              <a:defRPr/>
            </a:lvl3pPr>
            <a:lvl4pPr indent="-304800" lvl="3" marL="1828800" algn="ctr">
              <a:lnSpc>
                <a:spcPct val="116666"/>
              </a:lnSpc>
              <a:spcBef>
                <a:spcPts val="600"/>
              </a:spcBef>
              <a:spcAft>
                <a:spcPts val="0"/>
              </a:spcAft>
              <a:buSzPts val="1200"/>
              <a:buChar char="‒"/>
              <a:defRPr/>
            </a:lvl4pPr>
            <a:lvl5pPr indent="-342900" lvl="4" marL="2286000" algn="ctr">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557" name="Google Shape;557;p42"/>
          <p:cNvCxnSpPr/>
          <p:nvPr/>
        </p:nvCxnSpPr>
        <p:spPr>
          <a:xfrm>
            <a:off x="10836130" y="1828984"/>
            <a:ext cx="0" cy="3739014"/>
          </a:xfrm>
          <a:prstGeom prst="straightConnector1">
            <a:avLst/>
          </a:prstGeom>
          <a:solidFill>
            <a:schemeClr val="dk1"/>
          </a:solidFill>
          <a:ln cap="flat" cmpd="sng" w="12700">
            <a:solidFill>
              <a:srgbClr val="BFBFBF"/>
            </a:solidFill>
            <a:prstDash val="solid"/>
            <a:miter lim="8000"/>
            <a:headEnd len="sm" w="sm" type="none"/>
            <a:tailEnd len="sm" w="sm" type="none"/>
          </a:ln>
        </p:spPr>
      </p:cxnSp>
      <p:sp>
        <p:nvSpPr>
          <p:cNvPr id="558" name="Google Shape;558;p42"/>
          <p:cNvSpPr txBox="1"/>
          <p:nvPr>
            <p:ph idx="2" type="body"/>
          </p:nvPr>
        </p:nvSpPr>
        <p:spPr>
          <a:xfrm>
            <a:off x="10873669" y="2151875"/>
            <a:ext cx="917885" cy="439923"/>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0"/>
              </a:spcBef>
              <a:spcAft>
                <a:spcPts val="0"/>
              </a:spcAft>
              <a:buClr>
                <a:schemeClr val="dk1"/>
              </a:buClr>
              <a:buSzPts val="1100"/>
              <a:buNone/>
              <a:defRPr sz="1100">
                <a:solidFill>
                  <a:schemeClr val="dk1"/>
                </a:solidFill>
              </a:defRPr>
            </a:lvl1pPr>
            <a:lvl2pPr indent="-330200" lvl="1" marL="914400" algn="ctr">
              <a:lnSpc>
                <a:spcPct val="112500"/>
              </a:lnSpc>
              <a:spcBef>
                <a:spcPts val="600"/>
              </a:spcBef>
              <a:spcAft>
                <a:spcPts val="0"/>
              </a:spcAft>
              <a:buSzPts val="1600"/>
              <a:buChar char="▪"/>
              <a:defRPr/>
            </a:lvl2pPr>
            <a:lvl3pPr indent="-317500" lvl="2" marL="1371600" algn="ctr">
              <a:lnSpc>
                <a:spcPct val="114285"/>
              </a:lnSpc>
              <a:spcBef>
                <a:spcPts val="600"/>
              </a:spcBef>
              <a:spcAft>
                <a:spcPts val="0"/>
              </a:spcAft>
              <a:buSzPts val="1400"/>
              <a:buChar char="•"/>
              <a:defRPr/>
            </a:lvl3pPr>
            <a:lvl4pPr indent="-304800" lvl="3" marL="1828800" algn="ctr">
              <a:lnSpc>
                <a:spcPct val="116666"/>
              </a:lnSpc>
              <a:spcBef>
                <a:spcPts val="600"/>
              </a:spcBef>
              <a:spcAft>
                <a:spcPts val="0"/>
              </a:spcAft>
              <a:buSzPts val="1200"/>
              <a:buChar char="‒"/>
              <a:defRPr/>
            </a:lvl4pPr>
            <a:lvl5pPr indent="-342900" lvl="4" marL="2286000" algn="ctr">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9" name="Google Shape;559;p42"/>
          <p:cNvSpPr txBox="1"/>
          <p:nvPr>
            <p:ph idx="3" type="body"/>
          </p:nvPr>
        </p:nvSpPr>
        <p:spPr>
          <a:xfrm>
            <a:off x="9858635" y="2924944"/>
            <a:ext cx="917885" cy="439923"/>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0"/>
              </a:spcBef>
              <a:spcAft>
                <a:spcPts val="0"/>
              </a:spcAft>
              <a:buClr>
                <a:schemeClr val="dk1"/>
              </a:buClr>
              <a:buSzPts val="1100"/>
              <a:buNone/>
              <a:defRPr sz="1100">
                <a:solidFill>
                  <a:schemeClr val="dk1"/>
                </a:solidFill>
              </a:defRPr>
            </a:lvl1pPr>
            <a:lvl2pPr indent="-330200" lvl="1" marL="914400" algn="ctr">
              <a:lnSpc>
                <a:spcPct val="112500"/>
              </a:lnSpc>
              <a:spcBef>
                <a:spcPts val="600"/>
              </a:spcBef>
              <a:spcAft>
                <a:spcPts val="0"/>
              </a:spcAft>
              <a:buSzPts val="1600"/>
              <a:buChar char="▪"/>
              <a:defRPr/>
            </a:lvl2pPr>
            <a:lvl3pPr indent="-317500" lvl="2" marL="1371600" algn="ctr">
              <a:lnSpc>
                <a:spcPct val="114285"/>
              </a:lnSpc>
              <a:spcBef>
                <a:spcPts val="600"/>
              </a:spcBef>
              <a:spcAft>
                <a:spcPts val="0"/>
              </a:spcAft>
              <a:buSzPts val="1400"/>
              <a:buChar char="•"/>
              <a:defRPr/>
            </a:lvl3pPr>
            <a:lvl4pPr indent="-304800" lvl="3" marL="1828800" algn="ctr">
              <a:lnSpc>
                <a:spcPct val="116666"/>
              </a:lnSpc>
              <a:spcBef>
                <a:spcPts val="600"/>
              </a:spcBef>
              <a:spcAft>
                <a:spcPts val="0"/>
              </a:spcAft>
              <a:buSzPts val="1200"/>
              <a:buChar char="‒"/>
              <a:defRPr/>
            </a:lvl4pPr>
            <a:lvl5pPr indent="-342900" lvl="4" marL="2286000" algn="ctr">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0" name="Google Shape;560;p42"/>
          <p:cNvSpPr txBox="1"/>
          <p:nvPr>
            <p:ph idx="4" type="body"/>
          </p:nvPr>
        </p:nvSpPr>
        <p:spPr>
          <a:xfrm>
            <a:off x="10873669" y="2924944"/>
            <a:ext cx="917885" cy="439923"/>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0"/>
              </a:spcBef>
              <a:spcAft>
                <a:spcPts val="0"/>
              </a:spcAft>
              <a:buClr>
                <a:schemeClr val="dk1"/>
              </a:buClr>
              <a:buSzPts val="1100"/>
              <a:buNone/>
              <a:defRPr sz="1100">
                <a:solidFill>
                  <a:schemeClr val="dk1"/>
                </a:solidFill>
              </a:defRPr>
            </a:lvl1pPr>
            <a:lvl2pPr indent="-330200" lvl="1" marL="914400" algn="ctr">
              <a:lnSpc>
                <a:spcPct val="112500"/>
              </a:lnSpc>
              <a:spcBef>
                <a:spcPts val="600"/>
              </a:spcBef>
              <a:spcAft>
                <a:spcPts val="0"/>
              </a:spcAft>
              <a:buSzPts val="1600"/>
              <a:buChar char="▪"/>
              <a:defRPr/>
            </a:lvl2pPr>
            <a:lvl3pPr indent="-317500" lvl="2" marL="1371600" algn="ctr">
              <a:lnSpc>
                <a:spcPct val="114285"/>
              </a:lnSpc>
              <a:spcBef>
                <a:spcPts val="600"/>
              </a:spcBef>
              <a:spcAft>
                <a:spcPts val="0"/>
              </a:spcAft>
              <a:buSzPts val="1400"/>
              <a:buChar char="•"/>
              <a:defRPr/>
            </a:lvl3pPr>
            <a:lvl4pPr indent="-304800" lvl="3" marL="1828800" algn="ctr">
              <a:lnSpc>
                <a:spcPct val="116666"/>
              </a:lnSpc>
              <a:spcBef>
                <a:spcPts val="600"/>
              </a:spcBef>
              <a:spcAft>
                <a:spcPts val="0"/>
              </a:spcAft>
              <a:buSzPts val="1200"/>
              <a:buChar char="‒"/>
              <a:defRPr/>
            </a:lvl4pPr>
            <a:lvl5pPr indent="-342900" lvl="4" marL="2286000" algn="ctr">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1" name="Google Shape;561;p42"/>
          <p:cNvSpPr txBox="1"/>
          <p:nvPr>
            <p:ph idx="5" type="body"/>
          </p:nvPr>
        </p:nvSpPr>
        <p:spPr>
          <a:xfrm>
            <a:off x="9858635" y="3717032"/>
            <a:ext cx="917885" cy="439923"/>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0"/>
              </a:spcBef>
              <a:spcAft>
                <a:spcPts val="0"/>
              </a:spcAft>
              <a:buClr>
                <a:schemeClr val="dk1"/>
              </a:buClr>
              <a:buSzPts val="1100"/>
              <a:buNone/>
              <a:defRPr sz="1100">
                <a:solidFill>
                  <a:schemeClr val="dk1"/>
                </a:solidFill>
              </a:defRPr>
            </a:lvl1pPr>
            <a:lvl2pPr indent="-330200" lvl="1" marL="914400" algn="ctr">
              <a:lnSpc>
                <a:spcPct val="112500"/>
              </a:lnSpc>
              <a:spcBef>
                <a:spcPts val="600"/>
              </a:spcBef>
              <a:spcAft>
                <a:spcPts val="0"/>
              </a:spcAft>
              <a:buSzPts val="1600"/>
              <a:buChar char="▪"/>
              <a:defRPr/>
            </a:lvl2pPr>
            <a:lvl3pPr indent="-317500" lvl="2" marL="1371600" algn="ctr">
              <a:lnSpc>
                <a:spcPct val="114285"/>
              </a:lnSpc>
              <a:spcBef>
                <a:spcPts val="600"/>
              </a:spcBef>
              <a:spcAft>
                <a:spcPts val="0"/>
              </a:spcAft>
              <a:buSzPts val="1400"/>
              <a:buChar char="•"/>
              <a:defRPr/>
            </a:lvl3pPr>
            <a:lvl4pPr indent="-304800" lvl="3" marL="1828800" algn="ctr">
              <a:lnSpc>
                <a:spcPct val="116666"/>
              </a:lnSpc>
              <a:spcBef>
                <a:spcPts val="600"/>
              </a:spcBef>
              <a:spcAft>
                <a:spcPts val="0"/>
              </a:spcAft>
              <a:buSzPts val="1200"/>
              <a:buChar char="‒"/>
              <a:defRPr/>
            </a:lvl4pPr>
            <a:lvl5pPr indent="-342900" lvl="4" marL="2286000" algn="ctr">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2" name="Google Shape;562;p42"/>
          <p:cNvSpPr txBox="1"/>
          <p:nvPr>
            <p:ph idx="6" type="body"/>
          </p:nvPr>
        </p:nvSpPr>
        <p:spPr>
          <a:xfrm>
            <a:off x="10873669" y="3717032"/>
            <a:ext cx="917885" cy="439923"/>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0"/>
              </a:spcBef>
              <a:spcAft>
                <a:spcPts val="0"/>
              </a:spcAft>
              <a:buClr>
                <a:schemeClr val="dk1"/>
              </a:buClr>
              <a:buSzPts val="1100"/>
              <a:buNone/>
              <a:defRPr sz="1100">
                <a:solidFill>
                  <a:schemeClr val="dk1"/>
                </a:solidFill>
              </a:defRPr>
            </a:lvl1pPr>
            <a:lvl2pPr indent="-330200" lvl="1" marL="914400" algn="ctr">
              <a:lnSpc>
                <a:spcPct val="112500"/>
              </a:lnSpc>
              <a:spcBef>
                <a:spcPts val="600"/>
              </a:spcBef>
              <a:spcAft>
                <a:spcPts val="0"/>
              </a:spcAft>
              <a:buSzPts val="1600"/>
              <a:buChar char="▪"/>
              <a:defRPr/>
            </a:lvl2pPr>
            <a:lvl3pPr indent="-317500" lvl="2" marL="1371600" algn="ctr">
              <a:lnSpc>
                <a:spcPct val="114285"/>
              </a:lnSpc>
              <a:spcBef>
                <a:spcPts val="600"/>
              </a:spcBef>
              <a:spcAft>
                <a:spcPts val="0"/>
              </a:spcAft>
              <a:buSzPts val="1400"/>
              <a:buChar char="•"/>
              <a:defRPr/>
            </a:lvl3pPr>
            <a:lvl4pPr indent="-304800" lvl="3" marL="1828800" algn="ctr">
              <a:lnSpc>
                <a:spcPct val="116666"/>
              </a:lnSpc>
              <a:spcBef>
                <a:spcPts val="600"/>
              </a:spcBef>
              <a:spcAft>
                <a:spcPts val="0"/>
              </a:spcAft>
              <a:buSzPts val="1200"/>
              <a:buChar char="‒"/>
              <a:defRPr/>
            </a:lvl4pPr>
            <a:lvl5pPr indent="-342900" lvl="4" marL="2286000" algn="ctr">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3" name="Google Shape;563;p42"/>
          <p:cNvSpPr txBox="1"/>
          <p:nvPr>
            <p:ph idx="7" type="body"/>
          </p:nvPr>
        </p:nvSpPr>
        <p:spPr>
          <a:xfrm>
            <a:off x="9858635" y="4521820"/>
            <a:ext cx="917885" cy="439923"/>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0"/>
              </a:spcBef>
              <a:spcAft>
                <a:spcPts val="0"/>
              </a:spcAft>
              <a:buClr>
                <a:schemeClr val="dk1"/>
              </a:buClr>
              <a:buSzPts val="1100"/>
              <a:buNone/>
              <a:defRPr sz="1100">
                <a:solidFill>
                  <a:schemeClr val="dk1"/>
                </a:solidFill>
              </a:defRPr>
            </a:lvl1pPr>
            <a:lvl2pPr indent="-330200" lvl="1" marL="914400" algn="ctr">
              <a:lnSpc>
                <a:spcPct val="112500"/>
              </a:lnSpc>
              <a:spcBef>
                <a:spcPts val="600"/>
              </a:spcBef>
              <a:spcAft>
                <a:spcPts val="0"/>
              </a:spcAft>
              <a:buSzPts val="1600"/>
              <a:buChar char="▪"/>
              <a:defRPr/>
            </a:lvl2pPr>
            <a:lvl3pPr indent="-317500" lvl="2" marL="1371600" algn="ctr">
              <a:lnSpc>
                <a:spcPct val="114285"/>
              </a:lnSpc>
              <a:spcBef>
                <a:spcPts val="600"/>
              </a:spcBef>
              <a:spcAft>
                <a:spcPts val="0"/>
              </a:spcAft>
              <a:buSzPts val="1400"/>
              <a:buChar char="•"/>
              <a:defRPr/>
            </a:lvl3pPr>
            <a:lvl4pPr indent="-304800" lvl="3" marL="1828800" algn="ctr">
              <a:lnSpc>
                <a:spcPct val="116666"/>
              </a:lnSpc>
              <a:spcBef>
                <a:spcPts val="600"/>
              </a:spcBef>
              <a:spcAft>
                <a:spcPts val="0"/>
              </a:spcAft>
              <a:buSzPts val="1200"/>
              <a:buChar char="‒"/>
              <a:defRPr/>
            </a:lvl4pPr>
            <a:lvl5pPr indent="-342900" lvl="4" marL="2286000" algn="ctr">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4" name="Google Shape;564;p42"/>
          <p:cNvSpPr txBox="1"/>
          <p:nvPr>
            <p:ph idx="8" type="body"/>
          </p:nvPr>
        </p:nvSpPr>
        <p:spPr>
          <a:xfrm>
            <a:off x="10873669" y="4521820"/>
            <a:ext cx="917885" cy="439923"/>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0"/>
              </a:spcBef>
              <a:spcAft>
                <a:spcPts val="0"/>
              </a:spcAft>
              <a:buClr>
                <a:schemeClr val="dk1"/>
              </a:buClr>
              <a:buSzPts val="1100"/>
              <a:buNone/>
              <a:defRPr sz="1100">
                <a:solidFill>
                  <a:schemeClr val="dk1"/>
                </a:solidFill>
              </a:defRPr>
            </a:lvl1pPr>
            <a:lvl2pPr indent="-330200" lvl="1" marL="914400" algn="ctr">
              <a:lnSpc>
                <a:spcPct val="112500"/>
              </a:lnSpc>
              <a:spcBef>
                <a:spcPts val="600"/>
              </a:spcBef>
              <a:spcAft>
                <a:spcPts val="0"/>
              </a:spcAft>
              <a:buSzPts val="1600"/>
              <a:buChar char="▪"/>
              <a:defRPr/>
            </a:lvl2pPr>
            <a:lvl3pPr indent="-317500" lvl="2" marL="1371600" algn="ctr">
              <a:lnSpc>
                <a:spcPct val="114285"/>
              </a:lnSpc>
              <a:spcBef>
                <a:spcPts val="600"/>
              </a:spcBef>
              <a:spcAft>
                <a:spcPts val="0"/>
              </a:spcAft>
              <a:buSzPts val="1400"/>
              <a:buChar char="•"/>
              <a:defRPr/>
            </a:lvl3pPr>
            <a:lvl4pPr indent="-304800" lvl="3" marL="1828800" algn="ctr">
              <a:lnSpc>
                <a:spcPct val="116666"/>
              </a:lnSpc>
              <a:spcBef>
                <a:spcPts val="600"/>
              </a:spcBef>
              <a:spcAft>
                <a:spcPts val="0"/>
              </a:spcAft>
              <a:buSzPts val="1200"/>
              <a:buChar char="‒"/>
              <a:defRPr/>
            </a:lvl4pPr>
            <a:lvl5pPr indent="-342900" lvl="4" marL="2286000" algn="ctr">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5" name="Google Shape;565;p42"/>
          <p:cNvSpPr txBox="1"/>
          <p:nvPr>
            <p:ph idx="9" type="body"/>
          </p:nvPr>
        </p:nvSpPr>
        <p:spPr>
          <a:xfrm>
            <a:off x="9858635" y="5301208"/>
            <a:ext cx="917885" cy="439923"/>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0"/>
              </a:spcBef>
              <a:spcAft>
                <a:spcPts val="0"/>
              </a:spcAft>
              <a:buClr>
                <a:schemeClr val="dk1"/>
              </a:buClr>
              <a:buSzPts val="1100"/>
              <a:buNone/>
              <a:defRPr sz="1100">
                <a:solidFill>
                  <a:schemeClr val="dk1"/>
                </a:solidFill>
              </a:defRPr>
            </a:lvl1pPr>
            <a:lvl2pPr indent="-330200" lvl="1" marL="914400" algn="ctr">
              <a:lnSpc>
                <a:spcPct val="112500"/>
              </a:lnSpc>
              <a:spcBef>
                <a:spcPts val="600"/>
              </a:spcBef>
              <a:spcAft>
                <a:spcPts val="0"/>
              </a:spcAft>
              <a:buSzPts val="1600"/>
              <a:buChar char="▪"/>
              <a:defRPr/>
            </a:lvl2pPr>
            <a:lvl3pPr indent="-317500" lvl="2" marL="1371600" algn="ctr">
              <a:lnSpc>
                <a:spcPct val="114285"/>
              </a:lnSpc>
              <a:spcBef>
                <a:spcPts val="600"/>
              </a:spcBef>
              <a:spcAft>
                <a:spcPts val="0"/>
              </a:spcAft>
              <a:buSzPts val="1400"/>
              <a:buChar char="•"/>
              <a:defRPr/>
            </a:lvl3pPr>
            <a:lvl4pPr indent="-304800" lvl="3" marL="1828800" algn="ctr">
              <a:lnSpc>
                <a:spcPct val="116666"/>
              </a:lnSpc>
              <a:spcBef>
                <a:spcPts val="600"/>
              </a:spcBef>
              <a:spcAft>
                <a:spcPts val="0"/>
              </a:spcAft>
              <a:buSzPts val="1200"/>
              <a:buChar char="‒"/>
              <a:defRPr/>
            </a:lvl4pPr>
            <a:lvl5pPr indent="-342900" lvl="4" marL="2286000" algn="ctr">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6" name="Google Shape;566;p42"/>
          <p:cNvSpPr txBox="1"/>
          <p:nvPr>
            <p:ph idx="13" type="body"/>
          </p:nvPr>
        </p:nvSpPr>
        <p:spPr>
          <a:xfrm>
            <a:off x="10873669" y="5301208"/>
            <a:ext cx="917885" cy="439923"/>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0"/>
              </a:spcBef>
              <a:spcAft>
                <a:spcPts val="0"/>
              </a:spcAft>
              <a:buClr>
                <a:schemeClr val="dk1"/>
              </a:buClr>
              <a:buSzPts val="1100"/>
              <a:buNone/>
              <a:defRPr sz="1100">
                <a:solidFill>
                  <a:schemeClr val="dk1"/>
                </a:solidFill>
              </a:defRPr>
            </a:lvl1pPr>
            <a:lvl2pPr indent="-330200" lvl="1" marL="914400" algn="ctr">
              <a:lnSpc>
                <a:spcPct val="112500"/>
              </a:lnSpc>
              <a:spcBef>
                <a:spcPts val="600"/>
              </a:spcBef>
              <a:spcAft>
                <a:spcPts val="0"/>
              </a:spcAft>
              <a:buSzPts val="1600"/>
              <a:buChar char="▪"/>
              <a:defRPr/>
            </a:lvl2pPr>
            <a:lvl3pPr indent="-317500" lvl="2" marL="1371600" algn="ctr">
              <a:lnSpc>
                <a:spcPct val="114285"/>
              </a:lnSpc>
              <a:spcBef>
                <a:spcPts val="600"/>
              </a:spcBef>
              <a:spcAft>
                <a:spcPts val="0"/>
              </a:spcAft>
              <a:buSzPts val="1400"/>
              <a:buChar char="•"/>
              <a:defRPr/>
            </a:lvl3pPr>
            <a:lvl4pPr indent="-304800" lvl="3" marL="1828800" algn="ctr">
              <a:lnSpc>
                <a:spcPct val="116666"/>
              </a:lnSpc>
              <a:spcBef>
                <a:spcPts val="600"/>
              </a:spcBef>
              <a:spcAft>
                <a:spcPts val="0"/>
              </a:spcAft>
              <a:buSzPts val="1200"/>
              <a:buChar char="‒"/>
              <a:defRPr/>
            </a:lvl4pPr>
            <a:lvl5pPr indent="-342900" lvl="4" marL="2286000" algn="ctr">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7" name="Google Shape;567;p42"/>
          <p:cNvSpPr/>
          <p:nvPr/>
        </p:nvSpPr>
        <p:spPr>
          <a:xfrm>
            <a:off x="11784013" y="6555758"/>
            <a:ext cx="242375"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rgbClr val="7F7F7F"/>
                </a:solidFill>
                <a:latin typeface="Verdana"/>
                <a:ea typeface="Verdana"/>
                <a:cs typeface="Verdana"/>
                <a:sym typeface="Verdana"/>
              </a:rPr>
              <a:t>‹#›</a:t>
            </a:fld>
            <a:endParaRPr sz="800">
              <a:solidFill>
                <a:srgbClr val="7F7F7F"/>
              </a:solidFill>
              <a:latin typeface="Verdana"/>
              <a:ea typeface="Verdana"/>
              <a:cs typeface="Verdana"/>
              <a:sym typeface="Verdana"/>
            </a:endParaRPr>
          </a:p>
        </p:txBody>
      </p:sp>
      <p:cxnSp>
        <p:nvCxnSpPr>
          <p:cNvPr id="568" name="Google Shape;568;p42"/>
          <p:cNvCxnSpPr/>
          <p:nvPr/>
        </p:nvCxnSpPr>
        <p:spPr>
          <a:xfrm rot="10800000">
            <a:off x="3283674" y="6587911"/>
            <a:ext cx="0" cy="155576"/>
          </a:xfrm>
          <a:prstGeom prst="straightConnector1">
            <a:avLst/>
          </a:prstGeom>
          <a:solidFill>
            <a:schemeClr val="dk1"/>
          </a:solidFill>
          <a:ln cap="rnd" cmpd="sng" w="12700">
            <a:solidFill>
              <a:schemeClr val="accent2"/>
            </a:solidFill>
            <a:prstDash val="solid"/>
            <a:round/>
            <a:headEnd len="sm" w="sm" type="none"/>
            <a:tailEnd len="sm" w="sm" type="none"/>
          </a:ln>
        </p:spPr>
      </p:cxnSp>
      <p:sp>
        <p:nvSpPr>
          <p:cNvPr id="569" name="Google Shape;569;p42">
            <a:hlinkClick r:id="rId2"/>
          </p:cNvPr>
          <p:cNvSpPr/>
          <p:nvPr/>
        </p:nvSpPr>
        <p:spPr>
          <a:xfrm>
            <a:off x="407988" y="6555971"/>
            <a:ext cx="2829007" cy="219456"/>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lang="en-US" sz="800">
                <a:solidFill>
                  <a:srgbClr val="00458D"/>
                </a:solidFill>
                <a:latin typeface="Verdana"/>
                <a:ea typeface="Verdana"/>
                <a:cs typeface="Verdana"/>
                <a:sym typeface="Verdana"/>
              </a:rPr>
              <a:t>Presentation Title | Author | Date</a:t>
            </a:r>
            <a:endParaRPr/>
          </a:p>
        </p:txBody>
      </p:sp>
      <p:sp>
        <p:nvSpPr>
          <p:cNvPr id="570" name="Google Shape;570;p42"/>
          <p:cNvSpPr/>
          <p:nvPr/>
        </p:nvSpPr>
        <p:spPr>
          <a:xfrm>
            <a:off x="3411379" y="6555758"/>
            <a:ext cx="222368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800">
                <a:solidFill>
                  <a:srgbClr val="767676"/>
                </a:solidFill>
                <a:latin typeface="Verdana"/>
                <a:ea typeface="Verdana"/>
                <a:cs typeface="Verdana"/>
                <a:sym typeface="Verdana"/>
              </a:rPr>
              <a:t>© 2017 Capgemini. All rights reserved.</a:t>
            </a:r>
            <a:endParaRPr/>
          </a:p>
        </p:txBody>
      </p:sp>
      <p:sp>
        <p:nvSpPr>
          <p:cNvPr id="571" name="Google Shape;571;p42"/>
          <p:cNvSpPr txBox="1"/>
          <p:nvPr>
            <p:ph type="title"/>
          </p:nvPr>
        </p:nvSpPr>
        <p:spPr>
          <a:xfrm>
            <a:off x="407988" y="404813"/>
            <a:ext cx="10944596" cy="863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2"/>
              </a:buClr>
              <a:buSzPts val="2600"/>
              <a:buFont typeface="Verdana"/>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2" name="Google Shape;572;p42"/>
          <p:cNvSpPr/>
          <p:nvPr/>
        </p:nvSpPr>
        <p:spPr>
          <a:xfrm>
            <a:off x="11547793" y="188640"/>
            <a:ext cx="424356" cy="459624"/>
          </a:xfrm>
          <a:prstGeom prst="rect">
            <a:avLst/>
          </a:prstGeom>
          <a:noFill/>
          <a:ln>
            <a:noFill/>
          </a:ln>
        </p:spPr>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Pie Charts">
  <p:cSld name="Two Pie Charts">
    <p:spTree>
      <p:nvGrpSpPr>
        <p:cNvPr id="573" name="Shape 573"/>
        <p:cNvGrpSpPr/>
        <p:nvPr/>
      </p:nvGrpSpPr>
      <p:grpSpPr>
        <a:xfrm>
          <a:off x="0" y="0"/>
          <a:ext cx="0" cy="0"/>
          <a:chOff x="0" y="0"/>
          <a:chExt cx="0" cy="0"/>
        </a:xfrm>
      </p:grpSpPr>
      <p:sp>
        <p:nvSpPr>
          <p:cNvPr id="574" name="Google Shape;574;p43"/>
          <p:cNvSpPr/>
          <p:nvPr/>
        </p:nvSpPr>
        <p:spPr>
          <a:xfrm>
            <a:off x="7118236" y="2288704"/>
            <a:ext cx="3715996" cy="3511002"/>
          </a:xfrm>
          <a:custGeom>
            <a:rect b="b" l="l" r="r" t="t"/>
            <a:pathLst>
              <a:path extrusionOk="0" h="3131423" w="3314252">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FF304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Verdana"/>
              <a:ea typeface="Verdana"/>
              <a:cs typeface="Verdana"/>
              <a:sym typeface="Verdana"/>
            </a:endParaRPr>
          </a:p>
        </p:txBody>
      </p:sp>
      <p:sp>
        <p:nvSpPr>
          <p:cNvPr id="575" name="Google Shape;575;p43"/>
          <p:cNvSpPr/>
          <p:nvPr/>
        </p:nvSpPr>
        <p:spPr>
          <a:xfrm>
            <a:off x="7190244" y="2239576"/>
            <a:ext cx="3715996" cy="3511002"/>
          </a:xfrm>
          <a:custGeom>
            <a:rect b="b" l="l" r="r" t="t"/>
            <a:pathLst>
              <a:path extrusionOk="0" h="3131423" w="3314252">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2B0A3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Verdana"/>
              <a:ea typeface="Verdana"/>
              <a:cs typeface="Verdana"/>
              <a:sym typeface="Verdana"/>
            </a:endParaRPr>
          </a:p>
        </p:txBody>
      </p:sp>
      <p:sp>
        <p:nvSpPr>
          <p:cNvPr id="576" name="Google Shape;576;p43"/>
          <p:cNvSpPr txBox="1"/>
          <p:nvPr>
            <p:ph idx="1" type="body"/>
          </p:nvPr>
        </p:nvSpPr>
        <p:spPr>
          <a:xfrm>
            <a:off x="409580" y="1412874"/>
            <a:ext cx="5541958" cy="486567"/>
          </a:xfrm>
          <a:prstGeom prst="rect">
            <a:avLst/>
          </a:prstGeom>
          <a:noFill/>
          <a:ln>
            <a:noFill/>
          </a:ln>
        </p:spPr>
        <p:txBody>
          <a:bodyPr anchorCtr="0" anchor="ctr" bIns="0" lIns="0" spcFirstLastPara="1" rIns="0" wrap="square" tIns="0">
            <a:noAutofit/>
          </a:bodyPr>
          <a:lstStyle>
            <a:lvl1pPr indent="-228600" lvl="0" marL="457200" algn="ctr">
              <a:lnSpc>
                <a:spcPct val="122222"/>
              </a:lnSpc>
              <a:spcBef>
                <a:spcPts val="0"/>
              </a:spcBef>
              <a:spcAft>
                <a:spcPts val="0"/>
              </a:spcAft>
              <a:buClr>
                <a:srgbClr val="2C004B"/>
              </a:buClr>
              <a:buSzPts val="1800"/>
              <a:buNone/>
              <a:defRPr b="0" sz="1800">
                <a:solidFill>
                  <a:srgbClr val="2C004B"/>
                </a:solidFill>
              </a:defRPr>
            </a:lvl1pPr>
            <a:lvl2pPr indent="-317500" lvl="1" marL="914400" algn="l">
              <a:lnSpc>
                <a:spcPct val="128571"/>
              </a:lnSpc>
              <a:spcBef>
                <a:spcPts val="600"/>
              </a:spcBef>
              <a:spcAft>
                <a:spcPts val="0"/>
              </a:spcAft>
              <a:buSzPts val="1400"/>
              <a:buChar char="▪"/>
              <a:defRPr sz="1400"/>
            </a:lvl2pPr>
            <a:lvl3pPr indent="-304800" lvl="2" marL="1371600" algn="l">
              <a:lnSpc>
                <a:spcPct val="133333"/>
              </a:lnSpc>
              <a:spcBef>
                <a:spcPts val="600"/>
              </a:spcBef>
              <a:spcAft>
                <a:spcPts val="0"/>
              </a:spcAft>
              <a:buSzPts val="1200"/>
              <a:buChar char="•"/>
              <a:defRPr sz="1200"/>
            </a:lvl3pPr>
            <a:lvl4pPr indent="-298450" lvl="3" marL="1828800" algn="l">
              <a:lnSpc>
                <a:spcPct val="127272"/>
              </a:lnSpc>
              <a:spcBef>
                <a:spcPts val="600"/>
              </a:spcBef>
              <a:spcAft>
                <a:spcPts val="0"/>
              </a:spcAft>
              <a:buSzPts val="1100"/>
              <a:buChar char="‒"/>
              <a:defRPr sz="1100"/>
            </a:lvl4pPr>
            <a:lvl5pPr indent="-298450" lvl="4" marL="2286000" algn="l">
              <a:lnSpc>
                <a:spcPct val="90000"/>
              </a:lnSpc>
              <a:spcBef>
                <a:spcPts val="600"/>
              </a:spcBef>
              <a:spcAft>
                <a:spcPts val="0"/>
              </a:spcAft>
              <a:buClr>
                <a:schemeClr val="dk1"/>
              </a:buClr>
              <a:buSzPts val="1100"/>
              <a:buChar char="•"/>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7" name="Google Shape;577;p43"/>
          <p:cNvSpPr/>
          <p:nvPr>
            <p:ph idx="2" type="chart"/>
          </p:nvPr>
        </p:nvSpPr>
        <p:spPr>
          <a:xfrm>
            <a:off x="6240463" y="2239576"/>
            <a:ext cx="5543550" cy="3499170"/>
          </a:xfrm>
          <a:prstGeom prst="rect">
            <a:avLst/>
          </a:prstGeom>
          <a:noFill/>
          <a:ln>
            <a:noFill/>
          </a:ln>
        </p:spPr>
        <p:txBody>
          <a:bodyPr anchorCtr="0" anchor="ctr" bIns="0" lIns="0" spcFirstLastPara="1" rIns="0" wrap="square" tIns="0">
            <a:noAutofit/>
          </a:bodyPr>
          <a:lstStyle>
            <a:lvl1pPr lvl="0" marR="0" rtl="0" algn="ctr">
              <a:lnSpc>
                <a:spcPct val="122222"/>
              </a:lnSpc>
              <a:spcBef>
                <a:spcPts val="0"/>
              </a:spcBef>
              <a:spcAft>
                <a:spcPts val="0"/>
              </a:spcAft>
              <a:buClr>
                <a:schemeClr val="dk1"/>
              </a:buClr>
              <a:buSzPts val="1800"/>
              <a:buFont typeface="Arial"/>
              <a:buNone/>
              <a:defRPr b="0" i="0" sz="1800" u="none" cap="none" strike="noStrike">
                <a:solidFill>
                  <a:schemeClr val="dk1"/>
                </a:solidFill>
                <a:latin typeface="Verdana"/>
                <a:ea typeface="Verdana"/>
                <a:cs typeface="Verdana"/>
                <a:sym typeface="Verdana"/>
              </a:defRPr>
            </a:lvl1pPr>
            <a:lvl2pPr lvl="1" marR="0" rtl="0" algn="l">
              <a:lnSpc>
                <a:spcPct val="112500"/>
              </a:lnSpc>
              <a:spcBef>
                <a:spcPts val="600"/>
              </a:spcBef>
              <a:spcAft>
                <a:spcPts val="0"/>
              </a:spcAft>
              <a:buClr>
                <a:schemeClr val="accent1"/>
              </a:buClr>
              <a:buSzPts val="1600"/>
              <a:buFont typeface="Noto Sans Symbols"/>
              <a:buChar char="▪"/>
              <a:defRPr b="0" i="0" sz="1600" u="none" cap="none" strike="noStrike">
                <a:solidFill>
                  <a:schemeClr val="dk1"/>
                </a:solidFill>
                <a:latin typeface="Verdana"/>
                <a:ea typeface="Verdana"/>
                <a:cs typeface="Verdana"/>
                <a:sym typeface="Verdana"/>
              </a:defRPr>
            </a:lvl2pPr>
            <a:lvl3pPr lvl="2" marR="0" rtl="0" algn="l">
              <a:lnSpc>
                <a:spcPct val="114285"/>
              </a:lnSpc>
              <a:spcBef>
                <a:spcPts val="600"/>
              </a:spcBef>
              <a:spcAft>
                <a:spcPts val="0"/>
              </a:spcAft>
              <a:buClr>
                <a:schemeClr val="accent1"/>
              </a:buClr>
              <a:buSzPts val="1400"/>
              <a:buFont typeface="Arial"/>
              <a:buChar char="•"/>
              <a:defRPr b="0" i="0" sz="1400" u="none" cap="none" strike="noStrike">
                <a:solidFill>
                  <a:schemeClr val="dk1"/>
                </a:solidFill>
                <a:latin typeface="Verdana"/>
                <a:ea typeface="Verdana"/>
                <a:cs typeface="Verdana"/>
                <a:sym typeface="Verdana"/>
              </a:defRPr>
            </a:lvl3pPr>
            <a:lvl4pPr lvl="3" marR="0" rtl="0" algn="l">
              <a:lnSpc>
                <a:spcPct val="116666"/>
              </a:lnSpc>
              <a:spcBef>
                <a:spcPts val="600"/>
              </a:spcBef>
              <a:spcAft>
                <a:spcPts val="0"/>
              </a:spcAft>
              <a:buClr>
                <a:schemeClr val="accent1"/>
              </a:buClr>
              <a:buSzPts val="1200"/>
              <a:buFont typeface="Arial"/>
              <a:buChar char="‒"/>
              <a:defRPr b="0" i="0" sz="1200" u="none" cap="none" strike="noStrike">
                <a:solidFill>
                  <a:schemeClr val="dk1"/>
                </a:solidFill>
                <a:latin typeface="Verdana"/>
                <a:ea typeface="Verdana"/>
                <a:cs typeface="Verdana"/>
                <a:sym typeface="Verdana"/>
              </a:defRPr>
            </a:lvl4pPr>
            <a:lvl5pPr lvl="4" marR="0" rtl="0" algn="l">
              <a:lnSpc>
                <a:spcPct val="90000"/>
              </a:lnSpc>
              <a:spcBef>
                <a:spcPts val="6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9pPr>
          </a:lstStyle>
          <a:p/>
        </p:txBody>
      </p:sp>
      <p:sp>
        <p:nvSpPr>
          <p:cNvPr id="578" name="Google Shape;578;p43"/>
          <p:cNvSpPr/>
          <p:nvPr/>
        </p:nvSpPr>
        <p:spPr>
          <a:xfrm>
            <a:off x="11784013" y="6555758"/>
            <a:ext cx="242375"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rgbClr val="7F7F7F"/>
                </a:solidFill>
                <a:latin typeface="Verdana"/>
                <a:ea typeface="Verdana"/>
                <a:cs typeface="Verdana"/>
                <a:sym typeface="Verdana"/>
              </a:rPr>
              <a:t>‹#›</a:t>
            </a:fld>
            <a:endParaRPr sz="800">
              <a:solidFill>
                <a:srgbClr val="7F7F7F"/>
              </a:solidFill>
              <a:latin typeface="Verdana"/>
              <a:ea typeface="Verdana"/>
              <a:cs typeface="Verdana"/>
              <a:sym typeface="Verdana"/>
            </a:endParaRPr>
          </a:p>
        </p:txBody>
      </p:sp>
      <p:cxnSp>
        <p:nvCxnSpPr>
          <p:cNvPr id="579" name="Google Shape;579;p43"/>
          <p:cNvCxnSpPr/>
          <p:nvPr/>
        </p:nvCxnSpPr>
        <p:spPr>
          <a:xfrm rot="10800000">
            <a:off x="3283674" y="6587911"/>
            <a:ext cx="0" cy="155576"/>
          </a:xfrm>
          <a:prstGeom prst="straightConnector1">
            <a:avLst/>
          </a:prstGeom>
          <a:solidFill>
            <a:schemeClr val="dk1"/>
          </a:solidFill>
          <a:ln cap="rnd" cmpd="sng" w="12700">
            <a:solidFill>
              <a:schemeClr val="accent2"/>
            </a:solidFill>
            <a:prstDash val="solid"/>
            <a:round/>
            <a:headEnd len="sm" w="sm" type="none"/>
            <a:tailEnd len="sm" w="sm" type="none"/>
          </a:ln>
        </p:spPr>
      </p:cxnSp>
      <p:sp>
        <p:nvSpPr>
          <p:cNvPr id="580" name="Google Shape;580;p43">
            <a:hlinkClick r:id="rId2"/>
          </p:cNvPr>
          <p:cNvSpPr/>
          <p:nvPr/>
        </p:nvSpPr>
        <p:spPr>
          <a:xfrm>
            <a:off x="407988" y="6555971"/>
            <a:ext cx="2829007" cy="219456"/>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lang="en-US" sz="800">
                <a:solidFill>
                  <a:srgbClr val="00458D"/>
                </a:solidFill>
                <a:latin typeface="Verdana"/>
                <a:ea typeface="Verdana"/>
                <a:cs typeface="Verdana"/>
                <a:sym typeface="Verdana"/>
              </a:rPr>
              <a:t>Presentation Title | Author | Date</a:t>
            </a:r>
            <a:endParaRPr/>
          </a:p>
        </p:txBody>
      </p:sp>
      <p:sp>
        <p:nvSpPr>
          <p:cNvPr id="581" name="Google Shape;581;p43"/>
          <p:cNvSpPr/>
          <p:nvPr/>
        </p:nvSpPr>
        <p:spPr>
          <a:xfrm>
            <a:off x="3411379" y="6555758"/>
            <a:ext cx="222368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800">
                <a:solidFill>
                  <a:srgbClr val="767676"/>
                </a:solidFill>
                <a:latin typeface="Verdana"/>
                <a:ea typeface="Verdana"/>
                <a:cs typeface="Verdana"/>
                <a:sym typeface="Verdana"/>
              </a:rPr>
              <a:t>© 2017 Capgemini. All rights reserved.</a:t>
            </a:r>
            <a:endParaRPr/>
          </a:p>
        </p:txBody>
      </p:sp>
      <p:sp>
        <p:nvSpPr>
          <p:cNvPr id="582" name="Google Shape;582;p43"/>
          <p:cNvSpPr txBox="1"/>
          <p:nvPr>
            <p:ph type="title"/>
          </p:nvPr>
        </p:nvSpPr>
        <p:spPr>
          <a:xfrm>
            <a:off x="407988" y="404813"/>
            <a:ext cx="10944596" cy="863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accent3"/>
              </a:buClr>
              <a:buSzPts val="2600"/>
              <a:buFont typeface="Verdana"/>
              <a:buNone/>
              <a:defRPr>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3" name="Google Shape;583;p43"/>
          <p:cNvSpPr txBox="1"/>
          <p:nvPr>
            <p:ph idx="3" type="body"/>
          </p:nvPr>
        </p:nvSpPr>
        <p:spPr>
          <a:xfrm>
            <a:off x="6242055" y="1412874"/>
            <a:ext cx="5541958" cy="486567"/>
          </a:xfrm>
          <a:prstGeom prst="rect">
            <a:avLst/>
          </a:prstGeom>
          <a:noFill/>
          <a:ln>
            <a:noFill/>
          </a:ln>
        </p:spPr>
        <p:txBody>
          <a:bodyPr anchorCtr="0" anchor="ctr" bIns="0" lIns="0" spcFirstLastPara="1" rIns="0" wrap="square" tIns="0">
            <a:noAutofit/>
          </a:bodyPr>
          <a:lstStyle>
            <a:lvl1pPr indent="-228600" lvl="0" marL="457200" algn="ctr">
              <a:lnSpc>
                <a:spcPct val="122222"/>
              </a:lnSpc>
              <a:spcBef>
                <a:spcPts val="0"/>
              </a:spcBef>
              <a:spcAft>
                <a:spcPts val="0"/>
              </a:spcAft>
              <a:buClr>
                <a:srgbClr val="2C004B"/>
              </a:buClr>
              <a:buSzPts val="1800"/>
              <a:buNone/>
              <a:defRPr b="0" sz="1800">
                <a:solidFill>
                  <a:srgbClr val="2C004B"/>
                </a:solidFill>
              </a:defRPr>
            </a:lvl1pPr>
            <a:lvl2pPr indent="-317500" lvl="1" marL="914400" algn="l">
              <a:lnSpc>
                <a:spcPct val="128571"/>
              </a:lnSpc>
              <a:spcBef>
                <a:spcPts val="600"/>
              </a:spcBef>
              <a:spcAft>
                <a:spcPts val="0"/>
              </a:spcAft>
              <a:buSzPts val="1400"/>
              <a:buChar char="▪"/>
              <a:defRPr sz="1400"/>
            </a:lvl2pPr>
            <a:lvl3pPr indent="-304800" lvl="2" marL="1371600" algn="l">
              <a:lnSpc>
                <a:spcPct val="133333"/>
              </a:lnSpc>
              <a:spcBef>
                <a:spcPts val="600"/>
              </a:spcBef>
              <a:spcAft>
                <a:spcPts val="0"/>
              </a:spcAft>
              <a:buSzPts val="1200"/>
              <a:buChar char="•"/>
              <a:defRPr sz="1200"/>
            </a:lvl3pPr>
            <a:lvl4pPr indent="-298450" lvl="3" marL="1828800" algn="l">
              <a:lnSpc>
                <a:spcPct val="127272"/>
              </a:lnSpc>
              <a:spcBef>
                <a:spcPts val="600"/>
              </a:spcBef>
              <a:spcAft>
                <a:spcPts val="0"/>
              </a:spcAft>
              <a:buSzPts val="1100"/>
              <a:buChar char="‒"/>
              <a:defRPr sz="1100"/>
            </a:lvl4pPr>
            <a:lvl5pPr indent="-298450" lvl="4" marL="2286000" algn="l">
              <a:lnSpc>
                <a:spcPct val="90000"/>
              </a:lnSpc>
              <a:spcBef>
                <a:spcPts val="600"/>
              </a:spcBef>
              <a:spcAft>
                <a:spcPts val="0"/>
              </a:spcAft>
              <a:buClr>
                <a:schemeClr val="dk1"/>
              </a:buClr>
              <a:buSzPts val="1100"/>
              <a:buChar char="•"/>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4" name="Google Shape;584;p43"/>
          <p:cNvSpPr/>
          <p:nvPr/>
        </p:nvSpPr>
        <p:spPr>
          <a:xfrm>
            <a:off x="1285761" y="2288704"/>
            <a:ext cx="3715996" cy="3511002"/>
          </a:xfrm>
          <a:custGeom>
            <a:rect b="b" l="l" r="r" t="t"/>
            <a:pathLst>
              <a:path extrusionOk="0" h="3131423" w="3314252">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FF304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Verdana"/>
              <a:ea typeface="Verdana"/>
              <a:cs typeface="Verdana"/>
              <a:sym typeface="Verdana"/>
            </a:endParaRPr>
          </a:p>
        </p:txBody>
      </p:sp>
      <p:sp>
        <p:nvSpPr>
          <p:cNvPr id="585" name="Google Shape;585;p43"/>
          <p:cNvSpPr/>
          <p:nvPr/>
        </p:nvSpPr>
        <p:spPr>
          <a:xfrm>
            <a:off x="1357769" y="2239576"/>
            <a:ext cx="3715996" cy="3511002"/>
          </a:xfrm>
          <a:custGeom>
            <a:rect b="b" l="l" r="r" t="t"/>
            <a:pathLst>
              <a:path extrusionOk="0" h="3131423" w="3314252">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2B0A3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Verdana"/>
              <a:ea typeface="Verdana"/>
              <a:cs typeface="Verdana"/>
              <a:sym typeface="Verdana"/>
            </a:endParaRPr>
          </a:p>
        </p:txBody>
      </p:sp>
      <p:sp>
        <p:nvSpPr>
          <p:cNvPr id="586" name="Google Shape;586;p43"/>
          <p:cNvSpPr/>
          <p:nvPr>
            <p:ph idx="4" type="chart"/>
          </p:nvPr>
        </p:nvSpPr>
        <p:spPr>
          <a:xfrm>
            <a:off x="407988" y="2239576"/>
            <a:ext cx="5543550" cy="3499170"/>
          </a:xfrm>
          <a:prstGeom prst="rect">
            <a:avLst/>
          </a:prstGeom>
          <a:noFill/>
          <a:ln>
            <a:noFill/>
          </a:ln>
        </p:spPr>
        <p:txBody>
          <a:bodyPr anchorCtr="0" anchor="ctr" bIns="0" lIns="0" spcFirstLastPara="1" rIns="0" wrap="square" tIns="0">
            <a:noAutofit/>
          </a:bodyPr>
          <a:lstStyle>
            <a:lvl1pPr lvl="0" marR="0" rtl="0" algn="ctr">
              <a:lnSpc>
                <a:spcPct val="122222"/>
              </a:lnSpc>
              <a:spcBef>
                <a:spcPts val="0"/>
              </a:spcBef>
              <a:spcAft>
                <a:spcPts val="0"/>
              </a:spcAft>
              <a:buClr>
                <a:schemeClr val="dk1"/>
              </a:buClr>
              <a:buSzPts val="1800"/>
              <a:buFont typeface="Arial"/>
              <a:buNone/>
              <a:defRPr b="0" i="0" sz="1800" u="none" cap="none" strike="noStrike">
                <a:solidFill>
                  <a:schemeClr val="dk1"/>
                </a:solidFill>
                <a:latin typeface="Verdana"/>
                <a:ea typeface="Verdana"/>
                <a:cs typeface="Verdana"/>
                <a:sym typeface="Verdana"/>
              </a:defRPr>
            </a:lvl1pPr>
            <a:lvl2pPr lvl="1" marR="0" rtl="0" algn="l">
              <a:lnSpc>
                <a:spcPct val="112500"/>
              </a:lnSpc>
              <a:spcBef>
                <a:spcPts val="600"/>
              </a:spcBef>
              <a:spcAft>
                <a:spcPts val="0"/>
              </a:spcAft>
              <a:buClr>
                <a:schemeClr val="accent1"/>
              </a:buClr>
              <a:buSzPts val="1600"/>
              <a:buFont typeface="Noto Sans Symbols"/>
              <a:buChar char="▪"/>
              <a:defRPr b="0" i="0" sz="1600" u="none" cap="none" strike="noStrike">
                <a:solidFill>
                  <a:schemeClr val="dk1"/>
                </a:solidFill>
                <a:latin typeface="Verdana"/>
                <a:ea typeface="Verdana"/>
                <a:cs typeface="Verdana"/>
                <a:sym typeface="Verdana"/>
              </a:defRPr>
            </a:lvl2pPr>
            <a:lvl3pPr lvl="2" marR="0" rtl="0" algn="l">
              <a:lnSpc>
                <a:spcPct val="114285"/>
              </a:lnSpc>
              <a:spcBef>
                <a:spcPts val="600"/>
              </a:spcBef>
              <a:spcAft>
                <a:spcPts val="0"/>
              </a:spcAft>
              <a:buClr>
                <a:schemeClr val="accent1"/>
              </a:buClr>
              <a:buSzPts val="1400"/>
              <a:buFont typeface="Arial"/>
              <a:buChar char="•"/>
              <a:defRPr b="0" i="0" sz="1400" u="none" cap="none" strike="noStrike">
                <a:solidFill>
                  <a:schemeClr val="dk1"/>
                </a:solidFill>
                <a:latin typeface="Verdana"/>
                <a:ea typeface="Verdana"/>
                <a:cs typeface="Verdana"/>
                <a:sym typeface="Verdana"/>
              </a:defRPr>
            </a:lvl3pPr>
            <a:lvl4pPr lvl="3" marR="0" rtl="0" algn="l">
              <a:lnSpc>
                <a:spcPct val="116666"/>
              </a:lnSpc>
              <a:spcBef>
                <a:spcPts val="600"/>
              </a:spcBef>
              <a:spcAft>
                <a:spcPts val="0"/>
              </a:spcAft>
              <a:buClr>
                <a:schemeClr val="accent1"/>
              </a:buClr>
              <a:buSzPts val="1200"/>
              <a:buFont typeface="Arial"/>
              <a:buChar char="‒"/>
              <a:defRPr b="0" i="0" sz="1200" u="none" cap="none" strike="noStrike">
                <a:solidFill>
                  <a:schemeClr val="dk1"/>
                </a:solidFill>
                <a:latin typeface="Verdana"/>
                <a:ea typeface="Verdana"/>
                <a:cs typeface="Verdana"/>
                <a:sym typeface="Verdana"/>
              </a:defRPr>
            </a:lvl4pPr>
            <a:lvl5pPr lvl="4" marR="0" rtl="0" algn="l">
              <a:lnSpc>
                <a:spcPct val="90000"/>
              </a:lnSpc>
              <a:spcBef>
                <a:spcPts val="6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9pPr>
          </a:lstStyle>
          <a:p/>
        </p:txBody>
      </p:sp>
      <p:sp>
        <p:nvSpPr>
          <p:cNvPr id="587" name="Google Shape;587;p43"/>
          <p:cNvSpPr/>
          <p:nvPr/>
        </p:nvSpPr>
        <p:spPr>
          <a:xfrm>
            <a:off x="11547793" y="188640"/>
            <a:ext cx="424356" cy="459624"/>
          </a:xfrm>
          <a:prstGeom prst="rect">
            <a:avLst/>
          </a:prstGeom>
          <a:noFill/>
          <a:ln>
            <a:noFill/>
          </a:ln>
        </p:spPr>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with Charts">
  <p:cSld name="Table with Charts">
    <p:spTree>
      <p:nvGrpSpPr>
        <p:cNvPr id="588" name="Shape 588"/>
        <p:cNvGrpSpPr/>
        <p:nvPr/>
      </p:nvGrpSpPr>
      <p:grpSpPr>
        <a:xfrm>
          <a:off x="0" y="0"/>
          <a:ext cx="0" cy="0"/>
          <a:chOff x="0" y="0"/>
          <a:chExt cx="0" cy="0"/>
        </a:xfrm>
      </p:grpSpPr>
      <p:sp>
        <p:nvSpPr>
          <p:cNvPr id="589" name="Google Shape;589;p44"/>
          <p:cNvSpPr/>
          <p:nvPr/>
        </p:nvSpPr>
        <p:spPr>
          <a:xfrm flipH="1">
            <a:off x="6311901" y="300730"/>
            <a:ext cx="5880099" cy="6557270"/>
          </a:xfrm>
          <a:prstGeom prst="rect">
            <a:avLst/>
          </a:prstGeom>
          <a:noFill/>
          <a:ln>
            <a:noFill/>
          </a:ln>
        </p:spPr>
      </p:sp>
      <p:sp>
        <p:nvSpPr>
          <p:cNvPr id="590" name="Google Shape;590;p44"/>
          <p:cNvSpPr txBox="1"/>
          <p:nvPr>
            <p:ph idx="1" type="body"/>
          </p:nvPr>
        </p:nvSpPr>
        <p:spPr>
          <a:xfrm>
            <a:off x="7752183" y="4437112"/>
            <a:ext cx="4031829" cy="1224136"/>
          </a:xfrm>
          <a:prstGeom prst="rect">
            <a:avLst/>
          </a:prstGeom>
          <a:noFill/>
          <a:ln>
            <a:noFill/>
          </a:ln>
        </p:spPr>
        <p:txBody>
          <a:bodyPr anchorCtr="0" anchor="t" bIns="0" lIns="0" spcFirstLastPara="1" rIns="0" wrap="square" tIns="0">
            <a:noAutofit/>
          </a:bodyPr>
          <a:lstStyle>
            <a:lvl1pPr indent="-228600" lvl="0" marL="457200" algn="r">
              <a:lnSpc>
                <a:spcPct val="112500"/>
              </a:lnSpc>
              <a:spcBef>
                <a:spcPts val="0"/>
              </a:spcBef>
              <a:spcAft>
                <a:spcPts val="0"/>
              </a:spcAft>
              <a:buClr>
                <a:schemeClr val="lt1"/>
              </a:buClr>
              <a:buSzPts val="1600"/>
              <a:buNone/>
              <a:defRPr b="0" sz="1600">
                <a:solidFill>
                  <a:schemeClr val="lt1"/>
                </a:solidFill>
              </a:defRPr>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17500" lvl="4" marL="2286000" algn="l">
              <a:lnSpc>
                <a:spcPct val="100000"/>
              </a:lnSpc>
              <a:spcBef>
                <a:spcPts val="6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1" name="Google Shape;591;p44"/>
          <p:cNvSpPr/>
          <p:nvPr>
            <p:ph idx="2" type="tbl"/>
          </p:nvPr>
        </p:nvSpPr>
        <p:spPr>
          <a:xfrm>
            <a:off x="407989" y="1989287"/>
            <a:ext cx="5543550" cy="4463901"/>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600" u="none" cap="none" strike="noStrike">
                <a:solidFill>
                  <a:schemeClr val="dk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592" name="Google Shape;592;p44"/>
          <p:cNvSpPr txBox="1"/>
          <p:nvPr>
            <p:ph idx="3" type="body"/>
          </p:nvPr>
        </p:nvSpPr>
        <p:spPr>
          <a:xfrm>
            <a:off x="407988" y="1412876"/>
            <a:ext cx="5543549" cy="431948"/>
          </a:xfrm>
          <a:prstGeom prst="rect">
            <a:avLst/>
          </a:prstGeom>
          <a:noFill/>
          <a:ln>
            <a:noFill/>
          </a:ln>
        </p:spPr>
        <p:txBody>
          <a:bodyPr anchorCtr="0" anchor="t" bIns="0" lIns="0" spcFirstLastPara="1" rIns="0" wrap="square" tIns="0">
            <a:noAutofit/>
          </a:bodyPr>
          <a:lstStyle>
            <a:lvl1pPr indent="-228600" lvl="0" marL="457200" algn="l">
              <a:lnSpc>
                <a:spcPct val="122222"/>
              </a:lnSpc>
              <a:spcBef>
                <a:spcPts val="0"/>
              </a:spcBef>
              <a:spcAft>
                <a:spcPts val="0"/>
              </a:spcAft>
              <a:buClr>
                <a:schemeClr val="dk1"/>
              </a:buClr>
              <a:buSzPts val="1800"/>
              <a:buNone/>
              <a:defRPr b="0" sz="1800"/>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17500" lvl="4" marL="2286000" algn="l">
              <a:lnSpc>
                <a:spcPct val="100000"/>
              </a:lnSpc>
              <a:spcBef>
                <a:spcPts val="6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3" name="Google Shape;593;p44"/>
          <p:cNvSpPr/>
          <p:nvPr/>
        </p:nvSpPr>
        <p:spPr>
          <a:xfrm>
            <a:off x="11665391" y="6555758"/>
            <a:ext cx="360997"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chemeClr val="lt1"/>
                </a:solidFill>
                <a:latin typeface="Verdana"/>
                <a:ea typeface="Verdana"/>
                <a:cs typeface="Verdana"/>
                <a:sym typeface="Verdana"/>
              </a:rPr>
              <a:t>‹#›</a:t>
            </a:fld>
            <a:endParaRPr sz="800">
              <a:solidFill>
                <a:schemeClr val="lt1"/>
              </a:solidFill>
              <a:latin typeface="Verdana"/>
              <a:ea typeface="Verdana"/>
              <a:cs typeface="Verdana"/>
              <a:sym typeface="Verdana"/>
            </a:endParaRPr>
          </a:p>
        </p:txBody>
      </p:sp>
      <p:cxnSp>
        <p:nvCxnSpPr>
          <p:cNvPr id="594" name="Google Shape;594;p44"/>
          <p:cNvCxnSpPr/>
          <p:nvPr/>
        </p:nvCxnSpPr>
        <p:spPr>
          <a:xfrm rot="10800000">
            <a:off x="3283674" y="6587911"/>
            <a:ext cx="0" cy="155576"/>
          </a:xfrm>
          <a:prstGeom prst="straightConnector1">
            <a:avLst/>
          </a:prstGeom>
          <a:solidFill>
            <a:schemeClr val="dk1"/>
          </a:solidFill>
          <a:ln cap="rnd" cmpd="sng" w="12700">
            <a:solidFill>
              <a:schemeClr val="accent2"/>
            </a:solidFill>
            <a:prstDash val="solid"/>
            <a:round/>
            <a:headEnd len="sm" w="sm" type="none"/>
            <a:tailEnd len="sm" w="sm" type="none"/>
          </a:ln>
        </p:spPr>
      </p:cxnSp>
      <p:sp>
        <p:nvSpPr>
          <p:cNvPr id="595" name="Google Shape;595;p44">
            <a:hlinkClick r:id="rId2"/>
          </p:cNvPr>
          <p:cNvSpPr/>
          <p:nvPr/>
        </p:nvSpPr>
        <p:spPr>
          <a:xfrm>
            <a:off x="407988" y="6555971"/>
            <a:ext cx="2829007" cy="219456"/>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lang="en-US" sz="800">
                <a:solidFill>
                  <a:srgbClr val="00458D"/>
                </a:solidFill>
                <a:latin typeface="Verdana"/>
                <a:ea typeface="Verdana"/>
                <a:cs typeface="Verdana"/>
                <a:sym typeface="Verdana"/>
              </a:rPr>
              <a:t>Presentation Title | Author | Date</a:t>
            </a:r>
            <a:endParaRPr/>
          </a:p>
        </p:txBody>
      </p:sp>
      <p:sp>
        <p:nvSpPr>
          <p:cNvPr id="596" name="Google Shape;596;p44"/>
          <p:cNvSpPr/>
          <p:nvPr/>
        </p:nvSpPr>
        <p:spPr>
          <a:xfrm>
            <a:off x="3411379" y="6555758"/>
            <a:ext cx="222368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800">
                <a:solidFill>
                  <a:srgbClr val="767676"/>
                </a:solidFill>
                <a:latin typeface="Verdana"/>
                <a:ea typeface="Verdana"/>
                <a:cs typeface="Verdana"/>
                <a:sym typeface="Verdana"/>
              </a:rPr>
              <a:t>© 2017 Capgemini. All rights reserved.</a:t>
            </a:r>
            <a:endParaRPr/>
          </a:p>
        </p:txBody>
      </p:sp>
      <p:sp>
        <p:nvSpPr>
          <p:cNvPr id="597" name="Google Shape;597;p44"/>
          <p:cNvSpPr txBox="1"/>
          <p:nvPr>
            <p:ph type="title"/>
          </p:nvPr>
        </p:nvSpPr>
        <p:spPr>
          <a:xfrm>
            <a:off x="407988" y="404813"/>
            <a:ext cx="10944596" cy="863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2"/>
              </a:buClr>
              <a:buSzPts val="2600"/>
              <a:buFont typeface="Verdana"/>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Table 3 Columns">
  <p:cSld name="Text and Table 3 Columns">
    <p:spTree>
      <p:nvGrpSpPr>
        <p:cNvPr id="598" name="Shape 598"/>
        <p:cNvGrpSpPr/>
        <p:nvPr/>
      </p:nvGrpSpPr>
      <p:grpSpPr>
        <a:xfrm>
          <a:off x="0" y="0"/>
          <a:ext cx="0" cy="0"/>
          <a:chOff x="0" y="0"/>
          <a:chExt cx="0" cy="0"/>
        </a:xfrm>
      </p:grpSpPr>
      <p:sp>
        <p:nvSpPr>
          <p:cNvPr id="599" name="Google Shape;599;p45"/>
          <p:cNvSpPr txBox="1"/>
          <p:nvPr>
            <p:ph idx="1" type="body"/>
          </p:nvPr>
        </p:nvSpPr>
        <p:spPr>
          <a:xfrm>
            <a:off x="407988" y="1412875"/>
            <a:ext cx="5543996" cy="1656184"/>
          </a:xfrm>
          <a:prstGeom prst="rect">
            <a:avLst/>
          </a:prstGeom>
          <a:noFill/>
          <a:ln>
            <a:noFill/>
          </a:ln>
        </p:spPr>
        <p:txBody>
          <a:bodyPr anchorCtr="0" anchor="t" bIns="0" lIns="0" spcFirstLastPara="1" rIns="0" wrap="square" tIns="0">
            <a:noAutofit/>
          </a:bodyPr>
          <a:lstStyle>
            <a:lvl1pPr indent="-228600" lvl="0" marL="457200" algn="l">
              <a:lnSpc>
                <a:spcPct val="112500"/>
              </a:lnSpc>
              <a:spcBef>
                <a:spcPts val="600"/>
              </a:spcBef>
              <a:spcAft>
                <a:spcPts val="0"/>
              </a:spcAft>
              <a:buClr>
                <a:schemeClr val="dk1"/>
              </a:buClr>
              <a:buSzPts val="1600"/>
              <a:buNone/>
              <a:defRPr sz="1600"/>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17500" lvl="4" marL="2286000" algn="l">
              <a:lnSpc>
                <a:spcPct val="100000"/>
              </a:lnSpc>
              <a:spcBef>
                <a:spcPts val="6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0" name="Google Shape;600;p45"/>
          <p:cNvSpPr/>
          <p:nvPr>
            <p:ph idx="2" type="dgm"/>
          </p:nvPr>
        </p:nvSpPr>
        <p:spPr>
          <a:xfrm>
            <a:off x="407987" y="3213075"/>
            <a:ext cx="9079721" cy="648072"/>
          </a:xfrm>
          <a:prstGeom prst="rect">
            <a:avLst/>
          </a:prstGeom>
          <a:noFill/>
          <a:ln>
            <a:noFill/>
          </a:ln>
        </p:spPr>
        <p:txBody>
          <a:bodyPr anchorCtr="0" anchor="ctr" bIns="0" lIns="0" spcFirstLastPara="1" rIns="0" wrap="square" tIns="0">
            <a:noAutofit/>
          </a:bodyPr>
          <a:lstStyle>
            <a:lvl1pPr lvl="0" marR="0" rtl="0" algn="ctr">
              <a:lnSpc>
                <a:spcPct val="122222"/>
              </a:lnSpc>
              <a:spcBef>
                <a:spcPts val="0"/>
              </a:spcBef>
              <a:spcAft>
                <a:spcPts val="0"/>
              </a:spcAft>
              <a:buClr>
                <a:schemeClr val="dk1"/>
              </a:buClr>
              <a:buSzPts val="1800"/>
              <a:buFont typeface="Arial"/>
              <a:buNone/>
              <a:defRPr b="0" i="0" sz="1800" u="none" cap="none" strike="noStrike">
                <a:solidFill>
                  <a:schemeClr val="dk1"/>
                </a:solidFill>
                <a:latin typeface="Verdana"/>
                <a:ea typeface="Verdana"/>
                <a:cs typeface="Verdana"/>
                <a:sym typeface="Verdana"/>
              </a:defRPr>
            </a:lvl1pPr>
            <a:lvl2pPr lvl="1" marR="0" rtl="0" algn="l">
              <a:lnSpc>
                <a:spcPct val="112500"/>
              </a:lnSpc>
              <a:spcBef>
                <a:spcPts val="600"/>
              </a:spcBef>
              <a:spcAft>
                <a:spcPts val="0"/>
              </a:spcAft>
              <a:buClr>
                <a:schemeClr val="accent1"/>
              </a:buClr>
              <a:buSzPts val="1600"/>
              <a:buFont typeface="Noto Sans Symbols"/>
              <a:buChar char="▪"/>
              <a:defRPr b="0" i="0" sz="1600" u="none" cap="none" strike="noStrike">
                <a:solidFill>
                  <a:schemeClr val="dk1"/>
                </a:solidFill>
                <a:latin typeface="Verdana"/>
                <a:ea typeface="Verdana"/>
                <a:cs typeface="Verdana"/>
                <a:sym typeface="Verdana"/>
              </a:defRPr>
            </a:lvl2pPr>
            <a:lvl3pPr lvl="2" marR="0" rtl="0" algn="l">
              <a:lnSpc>
                <a:spcPct val="114285"/>
              </a:lnSpc>
              <a:spcBef>
                <a:spcPts val="600"/>
              </a:spcBef>
              <a:spcAft>
                <a:spcPts val="0"/>
              </a:spcAft>
              <a:buClr>
                <a:schemeClr val="accent1"/>
              </a:buClr>
              <a:buSzPts val="1400"/>
              <a:buFont typeface="Arial"/>
              <a:buChar char="•"/>
              <a:defRPr b="0" i="0" sz="1400" u="none" cap="none" strike="noStrike">
                <a:solidFill>
                  <a:schemeClr val="dk1"/>
                </a:solidFill>
                <a:latin typeface="Verdana"/>
                <a:ea typeface="Verdana"/>
                <a:cs typeface="Verdana"/>
                <a:sym typeface="Verdana"/>
              </a:defRPr>
            </a:lvl3pPr>
            <a:lvl4pPr lvl="3" marR="0" rtl="0" algn="l">
              <a:lnSpc>
                <a:spcPct val="116666"/>
              </a:lnSpc>
              <a:spcBef>
                <a:spcPts val="600"/>
              </a:spcBef>
              <a:spcAft>
                <a:spcPts val="0"/>
              </a:spcAft>
              <a:buClr>
                <a:schemeClr val="accent1"/>
              </a:buClr>
              <a:buSzPts val="1200"/>
              <a:buFont typeface="Arial"/>
              <a:buChar char="‒"/>
              <a:defRPr b="0" i="0" sz="1200" u="none" cap="none" strike="noStrike">
                <a:solidFill>
                  <a:schemeClr val="dk1"/>
                </a:solidFill>
                <a:latin typeface="Verdana"/>
                <a:ea typeface="Verdana"/>
                <a:cs typeface="Verdana"/>
                <a:sym typeface="Verdana"/>
              </a:defRPr>
            </a:lvl4pPr>
            <a:lvl5pPr lvl="4" marR="0" rtl="0" algn="l">
              <a:lnSpc>
                <a:spcPct val="90000"/>
              </a:lnSpc>
              <a:spcBef>
                <a:spcPts val="6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9pPr>
          </a:lstStyle>
          <a:p/>
        </p:txBody>
      </p:sp>
      <p:sp>
        <p:nvSpPr>
          <p:cNvPr id="601" name="Google Shape;601;p45"/>
          <p:cNvSpPr/>
          <p:nvPr/>
        </p:nvSpPr>
        <p:spPr>
          <a:xfrm flipH="1" rot="-5400000">
            <a:off x="5642993" y="308991"/>
            <a:ext cx="6858002" cy="6240019"/>
          </a:xfrm>
          <a:custGeom>
            <a:rect b="b" l="l" r="r" t="t"/>
            <a:pathLst>
              <a:path extrusionOk="0" h="6240016" w="6857999">
                <a:moveTo>
                  <a:pt x="1393480" y="6240016"/>
                </a:moveTo>
                <a:lnTo>
                  <a:pt x="6857999" y="6240016"/>
                </a:lnTo>
                <a:lnTo>
                  <a:pt x="6857999" y="4248395"/>
                </a:lnTo>
                <a:lnTo>
                  <a:pt x="6815497" y="4209614"/>
                </a:lnTo>
                <a:cubicBezTo>
                  <a:pt x="6548465" y="3983120"/>
                  <a:pt x="5320780" y="3210409"/>
                  <a:pt x="2767903" y="5342723"/>
                </a:cubicBezTo>
                <a:cubicBezTo>
                  <a:pt x="2220316" y="5799647"/>
                  <a:pt x="1804503" y="6071896"/>
                  <a:pt x="1497189" y="6201822"/>
                </a:cubicBezTo>
                <a:close/>
                <a:moveTo>
                  <a:pt x="0" y="618342"/>
                </a:moveTo>
                <a:lnTo>
                  <a:pt x="0" y="6240016"/>
                </a:lnTo>
                <a:lnTo>
                  <a:pt x="921827" y="6240016"/>
                </a:lnTo>
                <a:lnTo>
                  <a:pt x="877464" y="6206986"/>
                </a:lnTo>
                <a:cubicBezTo>
                  <a:pt x="498816" y="5832433"/>
                  <a:pt x="1067071" y="4347112"/>
                  <a:pt x="1720124" y="3319666"/>
                </a:cubicBezTo>
                <a:cubicBezTo>
                  <a:pt x="2767903" y="1675751"/>
                  <a:pt x="2938674" y="700400"/>
                  <a:pt x="1778012" y="0"/>
                </a:cubicBezTo>
                <a:cubicBezTo>
                  <a:pt x="950209" y="451498"/>
                  <a:pt x="400993" y="607786"/>
                  <a:pt x="36658" y="619001"/>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sp>
        <p:nvSpPr>
          <p:cNvPr id="602" name="Google Shape;602;p45"/>
          <p:cNvSpPr/>
          <p:nvPr/>
        </p:nvSpPr>
        <p:spPr>
          <a:xfrm>
            <a:off x="11665391" y="6555758"/>
            <a:ext cx="360997"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chemeClr val="lt1"/>
                </a:solidFill>
                <a:latin typeface="Verdana"/>
                <a:ea typeface="Verdana"/>
                <a:cs typeface="Verdana"/>
                <a:sym typeface="Verdana"/>
              </a:rPr>
              <a:t>‹#›</a:t>
            </a:fld>
            <a:endParaRPr sz="800">
              <a:solidFill>
                <a:schemeClr val="lt1"/>
              </a:solidFill>
              <a:latin typeface="Verdana"/>
              <a:ea typeface="Verdana"/>
              <a:cs typeface="Verdana"/>
              <a:sym typeface="Verdana"/>
            </a:endParaRPr>
          </a:p>
        </p:txBody>
      </p:sp>
      <p:cxnSp>
        <p:nvCxnSpPr>
          <p:cNvPr id="603" name="Google Shape;603;p45"/>
          <p:cNvCxnSpPr/>
          <p:nvPr/>
        </p:nvCxnSpPr>
        <p:spPr>
          <a:xfrm rot="10800000">
            <a:off x="3283674" y="6587911"/>
            <a:ext cx="0" cy="155576"/>
          </a:xfrm>
          <a:prstGeom prst="straightConnector1">
            <a:avLst/>
          </a:prstGeom>
          <a:solidFill>
            <a:schemeClr val="dk1"/>
          </a:solidFill>
          <a:ln cap="rnd" cmpd="sng" w="12700">
            <a:solidFill>
              <a:schemeClr val="accent2"/>
            </a:solidFill>
            <a:prstDash val="solid"/>
            <a:round/>
            <a:headEnd len="sm" w="sm" type="none"/>
            <a:tailEnd len="sm" w="sm" type="none"/>
          </a:ln>
        </p:spPr>
      </p:cxnSp>
      <p:sp>
        <p:nvSpPr>
          <p:cNvPr id="604" name="Google Shape;604;p45">
            <a:hlinkClick r:id="rId2"/>
          </p:cNvPr>
          <p:cNvSpPr/>
          <p:nvPr/>
        </p:nvSpPr>
        <p:spPr>
          <a:xfrm>
            <a:off x="407988" y="6555971"/>
            <a:ext cx="2829007" cy="219456"/>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lang="en-US" sz="800">
                <a:solidFill>
                  <a:srgbClr val="00458D"/>
                </a:solidFill>
                <a:latin typeface="Verdana"/>
                <a:ea typeface="Verdana"/>
                <a:cs typeface="Verdana"/>
                <a:sym typeface="Verdana"/>
              </a:rPr>
              <a:t>Presentation Title | Author | Date</a:t>
            </a:r>
            <a:endParaRPr/>
          </a:p>
        </p:txBody>
      </p:sp>
      <p:sp>
        <p:nvSpPr>
          <p:cNvPr id="605" name="Google Shape;605;p45"/>
          <p:cNvSpPr/>
          <p:nvPr/>
        </p:nvSpPr>
        <p:spPr>
          <a:xfrm>
            <a:off x="3411379" y="6555758"/>
            <a:ext cx="222368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800">
                <a:solidFill>
                  <a:srgbClr val="767676"/>
                </a:solidFill>
                <a:latin typeface="Verdana"/>
                <a:ea typeface="Verdana"/>
                <a:cs typeface="Verdana"/>
                <a:sym typeface="Verdana"/>
              </a:rPr>
              <a:t>© 2017 Capgemini. All rights reserved.</a:t>
            </a:r>
            <a:endParaRPr/>
          </a:p>
        </p:txBody>
      </p:sp>
      <p:sp>
        <p:nvSpPr>
          <p:cNvPr id="606" name="Google Shape;606;p45"/>
          <p:cNvSpPr txBox="1"/>
          <p:nvPr>
            <p:ph type="title"/>
          </p:nvPr>
        </p:nvSpPr>
        <p:spPr>
          <a:xfrm>
            <a:off x="407988" y="404813"/>
            <a:ext cx="5832475" cy="863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accent3"/>
              </a:buClr>
              <a:buSzPts val="2600"/>
              <a:buFont typeface="Verdana"/>
              <a:buNone/>
              <a:defRPr>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7" name="Google Shape;607;p45"/>
          <p:cNvSpPr txBox="1"/>
          <p:nvPr>
            <p:ph idx="3" type="body"/>
          </p:nvPr>
        </p:nvSpPr>
        <p:spPr>
          <a:xfrm>
            <a:off x="407989" y="4005163"/>
            <a:ext cx="2875686" cy="1368152"/>
          </a:xfrm>
          <a:prstGeom prst="rect">
            <a:avLst/>
          </a:prstGeom>
          <a:noFill/>
          <a:ln>
            <a:noFill/>
          </a:ln>
        </p:spPr>
        <p:txBody>
          <a:bodyPr anchorCtr="0" anchor="t" bIns="0" lIns="0" spcFirstLastPara="1" rIns="0" wrap="square" tIns="0">
            <a:noAutofit/>
          </a:bodyPr>
          <a:lstStyle>
            <a:lvl1pPr indent="-228600" lvl="0" marL="457200" algn="l">
              <a:lnSpc>
                <a:spcPct val="122222"/>
              </a:lnSpc>
              <a:spcBef>
                <a:spcPts val="0"/>
              </a:spcBef>
              <a:spcAft>
                <a:spcPts val="0"/>
              </a:spcAft>
              <a:buClr>
                <a:schemeClr val="dk1"/>
              </a:buClr>
              <a:buSzPts val="1800"/>
              <a:buNone/>
              <a:defRPr sz="1800">
                <a:solidFill>
                  <a:schemeClr val="dk1"/>
                </a:solidFill>
              </a:defRPr>
            </a:lvl1pPr>
            <a:lvl2pPr indent="-330200" lvl="1" marL="914400" algn="l">
              <a:lnSpc>
                <a:spcPct val="112500"/>
              </a:lnSpc>
              <a:spcBef>
                <a:spcPts val="600"/>
              </a:spcBef>
              <a:spcAft>
                <a:spcPts val="0"/>
              </a:spcAft>
              <a:buClr>
                <a:schemeClr val="accent3"/>
              </a:buClr>
              <a:buSzPts val="1600"/>
              <a:buChar char="▪"/>
              <a:defRPr sz="1600">
                <a:solidFill>
                  <a:schemeClr val="dk1"/>
                </a:solidFill>
              </a:defRPr>
            </a:lvl2pPr>
            <a:lvl3pPr indent="-317500" lvl="2" marL="1371600" algn="l">
              <a:lnSpc>
                <a:spcPct val="114285"/>
              </a:lnSpc>
              <a:spcBef>
                <a:spcPts val="600"/>
              </a:spcBef>
              <a:spcAft>
                <a:spcPts val="0"/>
              </a:spcAft>
              <a:buClr>
                <a:schemeClr val="accent3"/>
              </a:buClr>
              <a:buSzPts val="1400"/>
              <a:buChar char="•"/>
              <a:defRPr sz="1400">
                <a:solidFill>
                  <a:schemeClr val="dk1"/>
                </a:solidFill>
              </a:defRPr>
            </a:lvl3pPr>
            <a:lvl4pPr indent="-304800" lvl="3" marL="1828800" algn="l">
              <a:lnSpc>
                <a:spcPct val="116666"/>
              </a:lnSpc>
              <a:spcBef>
                <a:spcPts val="600"/>
              </a:spcBef>
              <a:spcAft>
                <a:spcPts val="0"/>
              </a:spcAft>
              <a:buClr>
                <a:schemeClr val="accent3"/>
              </a:buClr>
              <a:buSzPts val="1200"/>
              <a:buChar char="‒"/>
              <a:defRPr sz="1200">
                <a:solidFill>
                  <a:schemeClr val="dk1"/>
                </a:solidFill>
              </a:defRPr>
            </a:lvl4pPr>
            <a:lvl5pPr indent="-304800" lvl="4" marL="2286000" algn="l">
              <a:lnSpc>
                <a:spcPct val="100000"/>
              </a:lnSpc>
              <a:spcBef>
                <a:spcPts val="600"/>
              </a:spcBef>
              <a:spcAft>
                <a:spcPts val="0"/>
              </a:spcAft>
              <a:buClr>
                <a:schemeClr val="dk1"/>
              </a:buClr>
              <a:buSzPts val="1200"/>
              <a:buChar char="•"/>
              <a:defRPr sz="12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8" name="Google Shape;608;p45"/>
          <p:cNvSpPr txBox="1"/>
          <p:nvPr>
            <p:ph idx="4" type="body"/>
          </p:nvPr>
        </p:nvSpPr>
        <p:spPr>
          <a:xfrm>
            <a:off x="3510006" y="4005163"/>
            <a:ext cx="2875686" cy="1368152"/>
          </a:xfrm>
          <a:prstGeom prst="rect">
            <a:avLst/>
          </a:prstGeom>
          <a:noFill/>
          <a:ln>
            <a:noFill/>
          </a:ln>
        </p:spPr>
        <p:txBody>
          <a:bodyPr anchorCtr="0" anchor="t" bIns="0" lIns="0" spcFirstLastPara="1" rIns="0" wrap="square" tIns="0">
            <a:noAutofit/>
          </a:bodyPr>
          <a:lstStyle>
            <a:lvl1pPr indent="-228600" lvl="0" marL="457200" algn="l">
              <a:lnSpc>
                <a:spcPct val="122222"/>
              </a:lnSpc>
              <a:spcBef>
                <a:spcPts val="0"/>
              </a:spcBef>
              <a:spcAft>
                <a:spcPts val="0"/>
              </a:spcAft>
              <a:buClr>
                <a:schemeClr val="dk1"/>
              </a:buClr>
              <a:buSzPts val="1800"/>
              <a:buNone/>
              <a:defRPr sz="1800">
                <a:solidFill>
                  <a:schemeClr val="dk1"/>
                </a:solidFill>
              </a:defRPr>
            </a:lvl1pPr>
            <a:lvl2pPr indent="-330200" lvl="1" marL="914400" algn="l">
              <a:lnSpc>
                <a:spcPct val="112500"/>
              </a:lnSpc>
              <a:spcBef>
                <a:spcPts val="600"/>
              </a:spcBef>
              <a:spcAft>
                <a:spcPts val="0"/>
              </a:spcAft>
              <a:buClr>
                <a:schemeClr val="accent3"/>
              </a:buClr>
              <a:buSzPts val="1600"/>
              <a:buChar char="▪"/>
              <a:defRPr sz="1600">
                <a:solidFill>
                  <a:schemeClr val="dk1"/>
                </a:solidFill>
              </a:defRPr>
            </a:lvl2pPr>
            <a:lvl3pPr indent="-317500" lvl="2" marL="1371600" algn="l">
              <a:lnSpc>
                <a:spcPct val="114285"/>
              </a:lnSpc>
              <a:spcBef>
                <a:spcPts val="600"/>
              </a:spcBef>
              <a:spcAft>
                <a:spcPts val="0"/>
              </a:spcAft>
              <a:buClr>
                <a:schemeClr val="accent3"/>
              </a:buClr>
              <a:buSzPts val="1400"/>
              <a:buChar char="•"/>
              <a:defRPr sz="1400">
                <a:solidFill>
                  <a:schemeClr val="dk1"/>
                </a:solidFill>
              </a:defRPr>
            </a:lvl3pPr>
            <a:lvl4pPr indent="-304800" lvl="3" marL="1828800" algn="l">
              <a:lnSpc>
                <a:spcPct val="116666"/>
              </a:lnSpc>
              <a:spcBef>
                <a:spcPts val="600"/>
              </a:spcBef>
              <a:spcAft>
                <a:spcPts val="0"/>
              </a:spcAft>
              <a:buClr>
                <a:schemeClr val="accent3"/>
              </a:buClr>
              <a:buSzPts val="1200"/>
              <a:buChar char="‒"/>
              <a:defRPr sz="1200">
                <a:solidFill>
                  <a:schemeClr val="dk1"/>
                </a:solidFill>
              </a:defRPr>
            </a:lvl4pPr>
            <a:lvl5pPr indent="-304800" lvl="4" marL="2286000" algn="l">
              <a:lnSpc>
                <a:spcPct val="100000"/>
              </a:lnSpc>
              <a:spcBef>
                <a:spcPts val="600"/>
              </a:spcBef>
              <a:spcAft>
                <a:spcPts val="0"/>
              </a:spcAft>
              <a:buClr>
                <a:schemeClr val="dk1"/>
              </a:buClr>
              <a:buSzPts val="1200"/>
              <a:buChar char="•"/>
              <a:defRPr sz="12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9" name="Google Shape;609;p45"/>
          <p:cNvSpPr txBox="1"/>
          <p:nvPr>
            <p:ph idx="5" type="body"/>
          </p:nvPr>
        </p:nvSpPr>
        <p:spPr>
          <a:xfrm>
            <a:off x="6612023" y="4005163"/>
            <a:ext cx="2875686" cy="1368152"/>
          </a:xfrm>
          <a:prstGeom prst="rect">
            <a:avLst/>
          </a:prstGeom>
          <a:noFill/>
          <a:ln>
            <a:noFill/>
          </a:ln>
        </p:spPr>
        <p:txBody>
          <a:bodyPr anchorCtr="0" anchor="t" bIns="0" lIns="0" spcFirstLastPara="1" rIns="0" wrap="square" tIns="0">
            <a:noAutofit/>
          </a:bodyPr>
          <a:lstStyle>
            <a:lvl1pPr indent="-228600" lvl="0" marL="457200" algn="l">
              <a:lnSpc>
                <a:spcPct val="122222"/>
              </a:lnSpc>
              <a:spcBef>
                <a:spcPts val="0"/>
              </a:spcBef>
              <a:spcAft>
                <a:spcPts val="0"/>
              </a:spcAft>
              <a:buClr>
                <a:schemeClr val="dk1"/>
              </a:buClr>
              <a:buSzPts val="1800"/>
              <a:buNone/>
              <a:defRPr sz="1800">
                <a:solidFill>
                  <a:schemeClr val="dk1"/>
                </a:solidFill>
              </a:defRPr>
            </a:lvl1pPr>
            <a:lvl2pPr indent="-330200" lvl="1" marL="914400" algn="l">
              <a:lnSpc>
                <a:spcPct val="112500"/>
              </a:lnSpc>
              <a:spcBef>
                <a:spcPts val="600"/>
              </a:spcBef>
              <a:spcAft>
                <a:spcPts val="0"/>
              </a:spcAft>
              <a:buClr>
                <a:schemeClr val="accent3"/>
              </a:buClr>
              <a:buSzPts val="1600"/>
              <a:buChar char="▪"/>
              <a:defRPr sz="1600">
                <a:solidFill>
                  <a:schemeClr val="dk1"/>
                </a:solidFill>
              </a:defRPr>
            </a:lvl2pPr>
            <a:lvl3pPr indent="-317500" lvl="2" marL="1371600" algn="l">
              <a:lnSpc>
                <a:spcPct val="114285"/>
              </a:lnSpc>
              <a:spcBef>
                <a:spcPts val="600"/>
              </a:spcBef>
              <a:spcAft>
                <a:spcPts val="0"/>
              </a:spcAft>
              <a:buClr>
                <a:schemeClr val="accent3"/>
              </a:buClr>
              <a:buSzPts val="1400"/>
              <a:buChar char="•"/>
              <a:defRPr sz="1400">
                <a:solidFill>
                  <a:schemeClr val="dk1"/>
                </a:solidFill>
              </a:defRPr>
            </a:lvl3pPr>
            <a:lvl4pPr indent="-304800" lvl="3" marL="1828800" algn="l">
              <a:lnSpc>
                <a:spcPct val="116666"/>
              </a:lnSpc>
              <a:spcBef>
                <a:spcPts val="600"/>
              </a:spcBef>
              <a:spcAft>
                <a:spcPts val="0"/>
              </a:spcAft>
              <a:buClr>
                <a:schemeClr val="accent3"/>
              </a:buClr>
              <a:buSzPts val="1200"/>
              <a:buChar char="‒"/>
              <a:defRPr sz="1200">
                <a:solidFill>
                  <a:schemeClr val="dk1"/>
                </a:solidFill>
              </a:defRPr>
            </a:lvl4pPr>
            <a:lvl5pPr indent="-304800" lvl="4" marL="2286000" algn="l">
              <a:lnSpc>
                <a:spcPct val="100000"/>
              </a:lnSpc>
              <a:spcBef>
                <a:spcPts val="600"/>
              </a:spcBef>
              <a:spcAft>
                <a:spcPts val="0"/>
              </a:spcAft>
              <a:buClr>
                <a:schemeClr val="dk1"/>
              </a:buClr>
              <a:buSzPts val="1200"/>
              <a:buChar char="•"/>
              <a:defRPr sz="12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0" name="Google Shape;610;p45"/>
          <p:cNvSpPr/>
          <p:nvPr/>
        </p:nvSpPr>
        <p:spPr>
          <a:xfrm>
            <a:off x="11547793" y="188640"/>
            <a:ext cx="424356" cy="459624"/>
          </a:xfrm>
          <a:prstGeom prst="rect">
            <a:avLst/>
          </a:prstGeom>
          <a:noFill/>
          <a:ln>
            <a:noFill/>
          </a:ln>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xed Content">
  <p:cSld name="Boxed Content">
    <p:spTree>
      <p:nvGrpSpPr>
        <p:cNvPr id="611" name="Shape 611"/>
        <p:cNvGrpSpPr/>
        <p:nvPr/>
      </p:nvGrpSpPr>
      <p:grpSpPr>
        <a:xfrm>
          <a:off x="0" y="0"/>
          <a:ext cx="0" cy="0"/>
          <a:chOff x="0" y="0"/>
          <a:chExt cx="0" cy="0"/>
        </a:xfrm>
      </p:grpSpPr>
      <p:sp>
        <p:nvSpPr>
          <p:cNvPr id="612" name="Google Shape;612;p46"/>
          <p:cNvSpPr/>
          <p:nvPr/>
        </p:nvSpPr>
        <p:spPr>
          <a:xfrm>
            <a:off x="493845" y="1468437"/>
            <a:ext cx="1935249" cy="922420"/>
          </a:xfrm>
          <a:prstGeom prst="rect">
            <a:avLst/>
          </a:prstGeom>
          <a:solidFill>
            <a:srgbClr val="92DE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613" name="Google Shape;613;p46"/>
          <p:cNvSpPr/>
          <p:nvPr/>
        </p:nvSpPr>
        <p:spPr>
          <a:xfrm>
            <a:off x="2813183" y="1468437"/>
            <a:ext cx="1935249" cy="922420"/>
          </a:xfrm>
          <a:prstGeom prst="rect">
            <a:avLst/>
          </a:prstGeom>
          <a:solidFill>
            <a:srgbClr val="92DE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614" name="Google Shape;614;p46"/>
          <p:cNvSpPr/>
          <p:nvPr/>
        </p:nvSpPr>
        <p:spPr>
          <a:xfrm>
            <a:off x="5132521" y="1468437"/>
            <a:ext cx="1935249" cy="922420"/>
          </a:xfrm>
          <a:prstGeom prst="rect">
            <a:avLst/>
          </a:prstGeom>
          <a:solidFill>
            <a:srgbClr val="92DE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615" name="Google Shape;615;p46"/>
          <p:cNvSpPr/>
          <p:nvPr/>
        </p:nvSpPr>
        <p:spPr>
          <a:xfrm>
            <a:off x="7451859" y="1468437"/>
            <a:ext cx="1935249" cy="922420"/>
          </a:xfrm>
          <a:prstGeom prst="rect">
            <a:avLst/>
          </a:prstGeom>
          <a:solidFill>
            <a:srgbClr val="92DE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616" name="Google Shape;616;p46"/>
          <p:cNvSpPr/>
          <p:nvPr/>
        </p:nvSpPr>
        <p:spPr>
          <a:xfrm>
            <a:off x="9771195" y="1468437"/>
            <a:ext cx="1935249" cy="922420"/>
          </a:xfrm>
          <a:prstGeom prst="rect">
            <a:avLst/>
          </a:prstGeom>
          <a:solidFill>
            <a:srgbClr val="92DE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617" name="Google Shape;617;p46"/>
          <p:cNvSpPr txBox="1"/>
          <p:nvPr>
            <p:ph idx="1" type="body"/>
          </p:nvPr>
        </p:nvSpPr>
        <p:spPr>
          <a:xfrm>
            <a:off x="10317717" y="1713623"/>
            <a:ext cx="1282371" cy="432048"/>
          </a:xfrm>
          <a:prstGeom prst="rect">
            <a:avLst/>
          </a:prstGeom>
          <a:noFill/>
          <a:ln>
            <a:noFill/>
          </a:ln>
        </p:spPr>
        <p:txBody>
          <a:bodyPr anchorCtr="0" anchor="ctr" bIns="0" lIns="0" spcFirstLastPara="1" rIns="0" wrap="square" tIns="0">
            <a:noAutofit/>
          </a:bodyPr>
          <a:lstStyle>
            <a:lvl1pPr indent="-228600" lvl="0" marL="457200" algn="l">
              <a:lnSpc>
                <a:spcPct val="116666"/>
              </a:lnSpc>
              <a:spcBef>
                <a:spcPts val="600"/>
              </a:spcBef>
              <a:spcAft>
                <a:spcPts val="0"/>
              </a:spcAft>
              <a:buClr>
                <a:schemeClr val="dk1"/>
              </a:buClr>
              <a:buSzPts val="1200"/>
              <a:buNone/>
              <a:defRPr b="1" sz="1200"/>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17500" lvl="4" marL="2286000" algn="l">
              <a:lnSpc>
                <a:spcPct val="100000"/>
              </a:lnSpc>
              <a:spcBef>
                <a:spcPts val="6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8" name="Google Shape;618;p46"/>
          <p:cNvSpPr/>
          <p:nvPr/>
        </p:nvSpPr>
        <p:spPr>
          <a:xfrm>
            <a:off x="11784013" y="6555758"/>
            <a:ext cx="242375"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rgbClr val="7F7F7F"/>
                </a:solidFill>
                <a:latin typeface="Verdana"/>
                <a:ea typeface="Verdana"/>
                <a:cs typeface="Verdana"/>
                <a:sym typeface="Verdana"/>
              </a:rPr>
              <a:t>‹#›</a:t>
            </a:fld>
            <a:endParaRPr sz="800">
              <a:solidFill>
                <a:srgbClr val="7F7F7F"/>
              </a:solidFill>
              <a:latin typeface="Verdana"/>
              <a:ea typeface="Verdana"/>
              <a:cs typeface="Verdana"/>
              <a:sym typeface="Verdana"/>
            </a:endParaRPr>
          </a:p>
        </p:txBody>
      </p:sp>
      <p:cxnSp>
        <p:nvCxnSpPr>
          <p:cNvPr id="619" name="Google Shape;619;p46"/>
          <p:cNvCxnSpPr/>
          <p:nvPr/>
        </p:nvCxnSpPr>
        <p:spPr>
          <a:xfrm rot="10800000">
            <a:off x="3283674" y="6587911"/>
            <a:ext cx="0" cy="155576"/>
          </a:xfrm>
          <a:prstGeom prst="straightConnector1">
            <a:avLst/>
          </a:prstGeom>
          <a:solidFill>
            <a:schemeClr val="dk1"/>
          </a:solidFill>
          <a:ln cap="rnd" cmpd="sng" w="12700">
            <a:solidFill>
              <a:schemeClr val="accent2"/>
            </a:solidFill>
            <a:prstDash val="solid"/>
            <a:round/>
            <a:headEnd len="sm" w="sm" type="none"/>
            <a:tailEnd len="sm" w="sm" type="none"/>
          </a:ln>
        </p:spPr>
      </p:cxnSp>
      <p:sp>
        <p:nvSpPr>
          <p:cNvPr id="620" name="Google Shape;620;p46">
            <a:hlinkClick r:id="rId2"/>
          </p:cNvPr>
          <p:cNvSpPr/>
          <p:nvPr/>
        </p:nvSpPr>
        <p:spPr>
          <a:xfrm>
            <a:off x="407988" y="6555971"/>
            <a:ext cx="2829007" cy="219456"/>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lang="en-US" sz="800">
                <a:solidFill>
                  <a:srgbClr val="00458D"/>
                </a:solidFill>
                <a:latin typeface="Verdana"/>
                <a:ea typeface="Verdana"/>
                <a:cs typeface="Verdana"/>
                <a:sym typeface="Verdana"/>
              </a:rPr>
              <a:t>Presentation Title | Author | Date</a:t>
            </a:r>
            <a:endParaRPr/>
          </a:p>
        </p:txBody>
      </p:sp>
      <p:sp>
        <p:nvSpPr>
          <p:cNvPr id="621" name="Google Shape;621;p46"/>
          <p:cNvSpPr/>
          <p:nvPr/>
        </p:nvSpPr>
        <p:spPr>
          <a:xfrm>
            <a:off x="3411379" y="6555758"/>
            <a:ext cx="222368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800">
                <a:solidFill>
                  <a:srgbClr val="767676"/>
                </a:solidFill>
                <a:latin typeface="Verdana"/>
                <a:ea typeface="Verdana"/>
                <a:cs typeface="Verdana"/>
                <a:sym typeface="Verdana"/>
              </a:rPr>
              <a:t>© 2017 Capgemini. All rights reserved.</a:t>
            </a:r>
            <a:endParaRPr/>
          </a:p>
        </p:txBody>
      </p:sp>
      <p:sp>
        <p:nvSpPr>
          <p:cNvPr id="622" name="Google Shape;622;p46"/>
          <p:cNvSpPr txBox="1"/>
          <p:nvPr>
            <p:ph type="title"/>
          </p:nvPr>
        </p:nvSpPr>
        <p:spPr>
          <a:xfrm>
            <a:off x="407988" y="404813"/>
            <a:ext cx="10944596" cy="863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2"/>
              </a:buClr>
              <a:buSzPts val="2600"/>
              <a:buFont typeface="Verdana"/>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3" name="Google Shape;623;p46"/>
          <p:cNvSpPr/>
          <p:nvPr/>
        </p:nvSpPr>
        <p:spPr>
          <a:xfrm>
            <a:off x="409909" y="1412874"/>
            <a:ext cx="2103120" cy="5040313"/>
          </a:xfrm>
          <a:prstGeom prst="rect">
            <a:avLst/>
          </a:prstGeom>
          <a:noFill/>
          <a:ln cap="flat" cmpd="sng" w="28575">
            <a:solidFill>
              <a:srgbClr val="D9D9D9"/>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624" name="Google Shape;624;p46"/>
          <p:cNvSpPr/>
          <p:nvPr/>
        </p:nvSpPr>
        <p:spPr>
          <a:xfrm>
            <a:off x="2729247" y="1412874"/>
            <a:ext cx="2103120" cy="5040313"/>
          </a:xfrm>
          <a:prstGeom prst="rect">
            <a:avLst/>
          </a:prstGeom>
          <a:noFill/>
          <a:ln cap="flat" cmpd="sng" w="28575">
            <a:solidFill>
              <a:srgbClr val="D9D9D9"/>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625" name="Google Shape;625;p46"/>
          <p:cNvSpPr/>
          <p:nvPr/>
        </p:nvSpPr>
        <p:spPr>
          <a:xfrm>
            <a:off x="5048585" y="1412874"/>
            <a:ext cx="2103120" cy="5040313"/>
          </a:xfrm>
          <a:prstGeom prst="rect">
            <a:avLst/>
          </a:prstGeom>
          <a:noFill/>
          <a:ln cap="flat" cmpd="sng" w="28575">
            <a:solidFill>
              <a:srgbClr val="D9D9D9"/>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626" name="Google Shape;626;p46"/>
          <p:cNvSpPr/>
          <p:nvPr/>
        </p:nvSpPr>
        <p:spPr>
          <a:xfrm>
            <a:off x="7367923" y="1412874"/>
            <a:ext cx="2103120" cy="5040313"/>
          </a:xfrm>
          <a:prstGeom prst="rect">
            <a:avLst/>
          </a:prstGeom>
          <a:noFill/>
          <a:ln cap="flat" cmpd="sng" w="28575">
            <a:solidFill>
              <a:srgbClr val="D9D9D9"/>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627" name="Google Shape;627;p46"/>
          <p:cNvSpPr/>
          <p:nvPr/>
        </p:nvSpPr>
        <p:spPr>
          <a:xfrm>
            <a:off x="9687259" y="1412874"/>
            <a:ext cx="2103120" cy="5040313"/>
          </a:xfrm>
          <a:prstGeom prst="rect">
            <a:avLst/>
          </a:prstGeom>
          <a:noFill/>
          <a:ln cap="flat" cmpd="sng" w="28575">
            <a:solidFill>
              <a:srgbClr val="D9D9D9"/>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628" name="Google Shape;628;p46"/>
          <p:cNvSpPr txBox="1"/>
          <p:nvPr>
            <p:ph idx="2" type="body"/>
          </p:nvPr>
        </p:nvSpPr>
        <p:spPr>
          <a:xfrm>
            <a:off x="493845" y="2535318"/>
            <a:ext cx="1935249" cy="3846010"/>
          </a:xfrm>
          <a:prstGeom prst="rect">
            <a:avLst/>
          </a:prstGeom>
          <a:noFill/>
          <a:ln>
            <a:noFill/>
          </a:ln>
        </p:spPr>
        <p:txBody>
          <a:bodyPr anchorCtr="0" anchor="t"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04800" lvl="1" marL="914400" algn="l">
              <a:lnSpc>
                <a:spcPct val="116666"/>
              </a:lnSpc>
              <a:spcBef>
                <a:spcPts val="600"/>
              </a:spcBef>
              <a:spcAft>
                <a:spcPts val="0"/>
              </a:spcAft>
              <a:buSzPts val="1200"/>
              <a:buChar char="▪"/>
              <a:defRPr sz="1200">
                <a:solidFill>
                  <a:schemeClr val="dk1"/>
                </a:solidFill>
              </a:defRPr>
            </a:lvl2pPr>
            <a:lvl3pPr indent="-304800" lvl="2" marL="1371600" algn="l">
              <a:lnSpc>
                <a:spcPct val="116666"/>
              </a:lnSpc>
              <a:spcBef>
                <a:spcPts val="600"/>
              </a:spcBef>
              <a:spcAft>
                <a:spcPts val="0"/>
              </a:spcAft>
              <a:buSzPts val="1200"/>
              <a:buChar char="•"/>
              <a:defRPr sz="1200">
                <a:solidFill>
                  <a:schemeClr val="dk1"/>
                </a:solidFill>
              </a:defRPr>
            </a:lvl3pPr>
            <a:lvl4pPr indent="-298450" lvl="3" marL="1828800" algn="l">
              <a:lnSpc>
                <a:spcPct val="109090"/>
              </a:lnSpc>
              <a:spcBef>
                <a:spcPts val="600"/>
              </a:spcBef>
              <a:spcAft>
                <a:spcPts val="0"/>
              </a:spcAft>
              <a:buSzPts val="1100"/>
              <a:buChar char="‒"/>
              <a:defRPr sz="1100">
                <a:solidFill>
                  <a:schemeClr val="dk1"/>
                </a:solidFill>
              </a:defRPr>
            </a:lvl4pPr>
            <a:lvl5pPr indent="-304800" lvl="4" marL="2286000" algn="l">
              <a:lnSpc>
                <a:spcPct val="100000"/>
              </a:lnSpc>
              <a:spcBef>
                <a:spcPts val="600"/>
              </a:spcBef>
              <a:spcAft>
                <a:spcPts val="0"/>
              </a:spcAft>
              <a:buClr>
                <a:schemeClr val="dk1"/>
              </a:buClr>
              <a:buSzPts val="1200"/>
              <a:buChar char="•"/>
              <a:defRPr sz="12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9" name="Google Shape;629;p46"/>
          <p:cNvSpPr txBox="1"/>
          <p:nvPr>
            <p:ph idx="3" type="body"/>
          </p:nvPr>
        </p:nvSpPr>
        <p:spPr>
          <a:xfrm>
            <a:off x="2813183" y="2535318"/>
            <a:ext cx="1935249" cy="3846010"/>
          </a:xfrm>
          <a:prstGeom prst="rect">
            <a:avLst/>
          </a:prstGeom>
          <a:noFill/>
          <a:ln>
            <a:noFill/>
          </a:ln>
        </p:spPr>
        <p:txBody>
          <a:bodyPr anchorCtr="0" anchor="t"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04800" lvl="1" marL="914400" algn="l">
              <a:lnSpc>
                <a:spcPct val="116666"/>
              </a:lnSpc>
              <a:spcBef>
                <a:spcPts val="600"/>
              </a:spcBef>
              <a:spcAft>
                <a:spcPts val="0"/>
              </a:spcAft>
              <a:buSzPts val="1200"/>
              <a:buChar char="▪"/>
              <a:defRPr sz="1200">
                <a:solidFill>
                  <a:schemeClr val="dk1"/>
                </a:solidFill>
              </a:defRPr>
            </a:lvl2pPr>
            <a:lvl3pPr indent="-304800" lvl="2" marL="1371600" algn="l">
              <a:lnSpc>
                <a:spcPct val="116666"/>
              </a:lnSpc>
              <a:spcBef>
                <a:spcPts val="600"/>
              </a:spcBef>
              <a:spcAft>
                <a:spcPts val="0"/>
              </a:spcAft>
              <a:buSzPts val="1200"/>
              <a:buChar char="•"/>
              <a:defRPr sz="1200">
                <a:solidFill>
                  <a:schemeClr val="dk1"/>
                </a:solidFill>
              </a:defRPr>
            </a:lvl3pPr>
            <a:lvl4pPr indent="-298450" lvl="3" marL="1828800" algn="l">
              <a:lnSpc>
                <a:spcPct val="109090"/>
              </a:lnSpc>
              <a:spcBef>
                <a:spcPts val="600"/>
              </a:spcBef>
              <a:spcAft>
                <a:spcPts val="0"/>
              </a:spcAft>
              <a:buSzPts val="1100"/>
              <a:buChar char="‒"/>
              <a:defRPr sz="1100">
                <a:solidFill>
                  <a:schemeClr val="dk1"/>
                </a:solidFill>
              </a:defRPr>
            </a:lvl4pPr>
            <a:lvl5pPr indent="-304800" lvl="4" marL="2286000" algn="l">
              <a:lnSpc>
                <a:spcPct val="100000"/>
              </a:lnSpc>
              <a:spcBef>
                <a:spcPts val="600"/>
              </a:spcBef>
              <a:spcAft>
                <a:spcPts val="0"/>
              </a:spcAft>
              <a:buClr>
                <a:schemeClr val="dk1"/>
              </a:buClr>
              <a:buSzPts val="1200"/>
              <a:buChar char="•"/>
              <a:defRPr sz="12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0" name="Google Shape;630;p46"/>
          <p:cNvSpPr txBox="1"/>
          <p:nvPr>
            <p:ph idx="4" type="body"/>
          </p:nvPr>
        </p:nvSpPr>
        <p:spPr>
          <a:xfrm>
            <a:off x="5128375" y="2535318"/>
            <a:ext cx="1935249" cy="3846010"/>
          </a:xfrm>
          <a:prstGeom prst="rect">
            <a:avLst/>
          </a:prstGeom>
          <a:noFill/>
          <a:ln>
            <a:noFill/>
          </a:ln>
        </p:spPr>
        <p:txBody>
          <a:bodyPr anchorCtr="0" anchor="t"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04800" lvl="1" marL="914400" algn="l">
              <a:lnSpc>
                <a:spcPct val="116666"/>
              </a:lnSpc>
              <a:spcBef>
                <a:spcPts val="600"/>
              </a:spcBef>
              <a:spcAft>
                <a:spcPts val="0"/>
              </a:spcAft>
              <a:buSzPts val="1200"/>
              <a:buChar char="▪"/>
              <a:defRPr sz="1200">
                <a:solidFill>
                  <a:schemeClr val="dk1"/>
                </a:solidFill>
              </a:defRPr>
            </a:lvl2pPr>
            <a:lvl3pPr indent="-304800" lvl="2" marL="1371600" algn="l">
              <a:lnSpc>
                <a:spcPct val="116666"/>
              </a:lnSpc>
              <a:spcBef>
                <a:spcPts val="600"/>
              </a:spcBef>
              <a:spcAft>
                <a:spcPts val="0"/>
              </a:spcAft>
              <a:buSzPts val="1200"/>
              <a:buChar char="•"/>
              <a:defRPr sz="1200">
                <a:solidFill>
                  <a:schemeClr val="dk1"/>
                </a:solidFill>
              </a:defRPr>
            </a:lvl3pPr>
            <a:lvl4pPr indent="-298450" lvl="3" marL="1828800" algn="l">
              <a:lnSpc>
                <a:spcPct val="109090"/>
              </a:lnSpc>
              <a:spcBef>
                <a:spcPts val="600"/>
              </a:spcBef>
              <a:spcAft>
                <a:spcPts val="0"/>
              </a:spcAft>
              <a:buSzPts val="1100"/>
              <a:buChar char="‒"/>
              <a:defRPr sz="1100">
                <a:solidFill>
                  <a:schemeClr val="dk1"/>
                </a:solidFill>
              </a:defRPr>
            </a:lvl4pPr>
            <a:lvl5pPr indent="-304800" lvl="4" marL="2286000" algn="l">
              <a:lnSpc>
                <a:spcPct val="100000"/>
              </a:lnSpc>
              <a:spcBef>
                <a:spcPts val="600"/>
              </a:spcBef>
              <a:spcAft>
                <a:spcPts val="0"/>
              </a:spcAft>
              <a:buClr>
                <a:schemeClr val="dk1"/>
              </a:buClr>
              <a:buSzPts val="1200"/>
              <a:buChar char="•"/>
              <a:defRPr sz="12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1" name="Google Shape;631;p46"/>
          <p:cNvSpPr txBox="1"/>
          <p:nvPr>
            <p:ph idx="5" type="body"/>
          </p:nvPr>
        </p:nvSpPr>
        <p:spPr>
          <a:xfrm>
            <a:off x="7451859" y="2535318"/>
            <a:ext cx="1935249" cy="3846010"/>
          </a:xfrm>
          <a:prstGeom prst="rect">
            <a:avLst/>
          </a:prstGeom>
          <a:noFill/>
          <a:ln>
            <a:noFill/>
          </a:ln>
        </p:spPr>
        <p:txBody>
          <a:bodyPr anchorCtr="0" anchor="t"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04800" lvl="1" marL="914400" algn="l">
              <a:lnSpc>
                <a:spcPct val="116666"/>
              </a:lnSpc>
              <a:spcBef>
                <a:spcPts val="600"/>
              </a:spcBef>
              <a:spcAft>
                <a:spcPts val="0"/>
              </a:spcAft>
              <a:buSzPts val="1200"/>
              <a:buChar char="▪"/>
              <a:defRPr sz="1200">
                <a:solidFill>
                  <a:schemeClr val="dk1"/>
                </a:solidFill>
              </a:defRPr>
            </a:lvl2pPr>
            <a:lvl3pPr indent="-304800" lvl="2" marL="1371600" algn="l">
              <a:lnSpc>
                <a:spcPct val="116666"/>
              </a:lnSpc>
              <a:spcBef>
                <a:spcPts val="600"/>
              </a:spcBef>
              <a:spcAft>
                <a:spcPts val="0"/>
              </a:spcAft>
              <a:buSzPts val="1200"/>
              <a:buChar char="•"/>
              <a:defRPr sz="1200">
                <a:solidFill>
                  <a:schemeClr val="dk1"/>
                </a:solidFill>
              </a:defRPr>
            </a:lvl3pPr>
            <a:lvl4pPr indent="-298450" lvl="3" marL="1828800" algn="l">
              <a:lnSpc>
                <a:spcPct val="109090"/>
              </a:lnSpc>
              <a:spcBef>
                <a:spcPts val="600"/>
              </a:spcBef>
              <a:spcAft>
                <a:spcPts val="0"/>
              </a:spcAft>
              <a:buSzPts val="1100"/>
              <a:buChar char="‒"/>
              <a:defRPr sz="1100">
                <a:solidFill>
                  <a:schemeClr val="dk1"/>
                </a:solidFill>
              </a:defRPr>
            </a:lvl4pPr>
            <a:lvl5pPr indent="-304800" lvl="4" marL="2286000" algn="l">
              <a:lnSpc>
                <a:spcPct val="100000"/>
              </a:lnSpc>
              <a:spcBef>
                <a:spcPts val="600"/>
              </a:spcBef>
              <a:spcAft>
                <a:spcPts val="0"/>
              </a:spcAft>
              <a:buClr>
                <a:schemeClr val="dk1"/>
              </a:buClr>
              <a:buSzPts val="1200"/>
              <a:buChar char="•"/>
              <a:defRPr sz="12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2" name="Google Shape;632;p46"/>
          <p:cNvSpPr txBox="1"/>
          <p:nvPr>
            <p:ph idx="6" type="body"/>
          </p:nvPr>
        </p:nvSpPr>
        <p:spPr>
          <a:xfrm>
            <a:off x="9771195" y="2535318"/>
            <a:ext cx="1935249" cy="3846010"/>
          </a:xfrm>
          <a:prstGeom prst="rect">
            <a:avLst/>
          </a:prstGeom>
          <a:noFill/>
          <a:ln>
            <a:noFill/>
          </a:ln>
        </p:spPr>
        <p:txBody>
          <a:bodyPr anchorCtr="0" anchor="t"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04800" lvl="1" marL="914400" algn="l">
              <a:lnSpc>
                <a:spcPct val="116666"/>
              </a:lnSpc>
              <a:spcBef>
                <a:spcPts val="600"/>
              </a:spcBef>
              <a:spcAft>
                <a:spcPts val="0"/>
              </a:spcAft>
              <a:buSzPts val="1200"/>
              <a:buChar char="▪"/>
              <a:defRPr sz="1200">
                <a:solidFill>
                  <a:schemeClr val="dk1"/>
                </a:solidFill>
              </a:defRPr>
            </a:lvl2pPr>
            <a:lvl3pPr indent="-304800" lvl="2" marL="1371600" algn="l">
              <a:lnSpc>
                <a:spcPct val="116666"/>
              </a:lnSpc>
              <a:spcBef>
                <a:spcPts val="600"/>
              </a:spcBef>
              <a:spcAft>
                <a:spcPts val="0"/>
              </a:spcAft>
              <a:buSzPts val="1200"/>
              <a:buChar char="•"/>
              <a:defRPr sz="1200">
                <a:solidFill>
                  <a:schemeClr val="dk1"/>
                </a:solidFill>
              </a:defRPr>
            </a:lvl3pPr>
            <a:lvl4pPr indent="-298450" lvl="3" marL="1828800" algn="l">
              <a:lnSpc>
                <a:spcPct val="109090"/>
              </a:lnSpc>
              <a:spcBef>
                <a:spcPts val="600"/>
              </a:spcBef>
              <a:spcAft>
                <a:spcPts val="0"/>
              </a:spcAft>
              <a:buSzPts val="1100"/>
              <a:buChar char="‒"/>
              <a:defRPr sz="1100">
                <a:solidFill>
                  <a:schemeClr val="dk1"/>
                </a:solidFill>
              </a:defRPr>
            </a:lvl4pPr>
            <a:lvl5pPr indent="-304800" lvl="4" marL="2286000" algn="l">
              <a:lnSpc>
                <a:spcPct val="100000"/>
              </a:lnSpc>
              <a:spcBef>
                <a:spcPts val="600"/>
              </a:spcBef>
              <a:spcAft>
                <a:spcPts val="0"/>
              </a:spcAft>
              <a:buClr>
                <a:schemeClr val="dk1"/>
              </a:buClr>
              <a:buSzPts val="1200"/>
              <a:buChar char="•"/>
              <a:defRPr sz="12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3" name="Google Shape;633;p46"/>
          <p:cNvSpPr/>
          <p:nvPr/>
        </p:nvSpPr>
        <p:spPr>
          <a:xfrm>
            <a:off x="7451859" y="1468437"/>
            <a:ext cx="1935249" cy="922420"/>
          </a:xfrm>
          <a:prstGeom prst="rect">
            <a:avLst/>
          </a:prstGeom>
          <a:solidFill>
            <a:srgbClr val="92DE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634" name="Google Shape;634;p46"/>
          <p:cNvSpPr txBox="1"/>
          <p:nvPr>
            <p:ph idx="7" type="body"/>
          </p:nvPr>
        </p:nvSpPr>
        <p:spPr>
          <a:xfrm>
            <a:off x="8013451" y="1713623"/>
            <a:ext cx="1282371" cy="432048"/>
          </a:xfrm>
          <a:prstGeom prst="rect">
            <a:avLst/>
          </a:prstGeom>
          <a:noFill/>
          <a:ln>
            <a:noFill/>
          </a:ln>
        </p:spPr>
        <p:txBody>
          <a:bodyPr anchorCtr="0" anchor="ctr" bIns="0" lIns="0" spcFirstLastPara="1" rIns="0" wrap="square" tIns="0">
            <a:noAutofit/>
          </a:bodyPr>
          <a:lstStyle>
            <a:lvl1pPr indent="-228600" lvl="0" marL="457200" algn="l">
              <a:lnSpc>
                <a:spcPct val="116666"/>
              </a:lnSpc>
              <a:spcBef>
                <a:spcPts val="600"/>
              </a:spcBef>
              <a:spcAft>
                <a:spcPts val="0"/>
              </a:spcAft>
              <a:buClr>
                <a:schemeClr val="dk1"/>
              </a:buClr>
              <a:buSzPts val="1200"/>
              <a:buNone/>
              <a:defRPr b="1" sz="1200"/>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17500" lvl="4" marL="2286000" algn="l">
              <a:lnSpc>
                <a:spcPct val="100000"/>
              </a:lnSpc>
              <a:spcBef>
                <a:spcPts val="6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5" name="Google Shape;635;p46"/>
          <p:cNvSpPr txBox="1"/>
          <p:nvPr>
            <p:ph idx="8" type="body"/>
          </p:nvPr>
        </p:nvSpPr>
        <p:spPr>
          <a:xfrm>
            <a:off x="3385035" y="1713623"/>
            <a:ext cx="1282371" cy="432048"/>
          </a:xfrm>
          <a:prstGeom prst="rect">
            <a:avLst/>
          </a:prstGeom>
          <a:noFill/>
          <a:ln>
            <a:noFill/>
          </a:ln>
        </p:spPr>
        <p:txBody>
          <a:bodyPr anchorCtr="0" anchor="ctr" bIns="0" lIns="0" spcFirstLastPara="1" rIns="0" wrap="square" tIns="0">
            <a:noAutofit/>
          </a:bodyPr>
          <a:lstStyle>
            <a:lvl1pPr indent="-228600" lvl="0" marL="457200" algn="l">
              <a:lnSpc>
                <a:spcPct val="116666"/>
              </a:lnSpc>
              <a:spcBef>
                <a:spcPts val="600"/>
              </a:spcBef>
              <a:spcAft>
                <a:spcPts val="0"/>
              </a:spcAft>
              <a:buClr>
                <a:schemeClr val="dk1"/>
              </a:buClr>
              <a:buSzPts val="1200"/>
              <a:buNone/>
              <a:defRPr b="1" sz="1200"/>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17500" lvl="4" marL="2286000" algn="l">
              <a:lnSpc>
                <a:spcPct val="100000"/>
              </a:lnSpc>
              <a:spcBef>
                <a:spcPts val="6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6" name="Google Shape;636;p46"/>
          <p:cNvSpPr txBox="1"/>
          <p:nvPr>
            <p:ph idx="9" type="body"/>
          </p:nvPr>
        </p:nvSpPr>
        <p:spPr>
          <a:xfrm>
            <a:off x="5683855" y="1713623"/>
            <a:ext cx="1282371" cy="432048"/>
          </a:xfrm>
          <a:prstGeom prst="rect">
            <a:avLst/>
          </a:prstGeom>
          <a:noFill/>
          <a:ln>
            <a:noFill/>
          </a:ln>
        </p:spPr>
        <p:txBody>
          <a:bodyPr anchorCtr="0" anchor="ctr" bIns="0" lIns="0" spcFirstLastPara="1" rIns="0" wrap="square" tIns="0">
            <a:noAutofit/>
          </a:bodyPr>
          <a:lstStyle>
            <a:lvl1pPr indent="-228600" lvl="0" marL="457200" algn="l">
              <a:lnSpc>
                <a:spcPct val="116666"/>
              </a:lnSpc>
              <a:spcBef>
                <a:spcPts val="600"/>
              </a:spcBef>
              <a:spcAft>
                <a:spcPts val="0"/>
              </a:spcAft>
              <a:buClr>
                <a:schemeClr val="dk1"/>
              </a:buClr>
              <a:buSzPts val="1200"/>
              <a:buNone/>
              <a:defRPr b="1" sz="1200"/>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17500" lvl="4" marL="2286000" algn="l">
              <a:lnSpc>
                <a:spcPct val="100000"/>
              </a:lnSpc>
              <a:spcBef>
                <a:spcPts val="6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7" name="Google Shape;637;p46"/>
          <p:cNvSpPr txBox="1"/>
          <p:nvPr>
            <p:ph idx="13" type="body"/>
          </p:nvPr>
        </p:nvSpPr>
        <p:spPr>
          <a:xfrm>
            <a:off x="1055439" y="1713623"/>
            <a:ext cx="1282371" cy="432048"/>
          </a:xfrm>
          <a:prstGeom prst="rect">
            <a:avLst/>
          </a:prstGeom>
          <a:noFill/>
          <a:ln>
            <a:noFill/>
          </a:ln>
        </p:spPr>
        <p:txBody>
          <a:bodyPr anchorCtr="0" anchor="ctr" bIns="0" lIns="0" spcFirstLastPara="1" rIns="0" wrap="square" tIns="0">
            <a:noAutofit/>
          </a:bodyPr>
          <a:lstStyle>
            <a:lvl1pPr indent="-228600" lvl="0" marL="457200" algn="l">
              <a:lnSpc>
                <a:spcPct val="116666"/>
              </a:lnSpc>
              <a:spcBef>
                <a:spcPts val="600"/>
              </a:spcBef>
              <a:spcAft>
                <a:spcPts val="0"/>
              </a:spcAft>
              <a:buClr>
                <a:schemeClr val="dk1"/>
              </a:buClr>
              <a:buSzPts val="1200"/>
              <a:buNone/>
              <a:defRPr b="1" sz="1200"/>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17500" lvl="4" marL="2286000" algn="l">
              <a:lnSpc>
                <a:spcPct val="100000"/>
              </a:lnSpc>
              <a:spcBef>
                <a:spcPts val="6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8" name="Google Shape;638;p46"/>
          <p:cNvSpPr/>
          <p:nvPr/>
        </p:nvSpPr>
        <p:spPr>
          <a:xfrm>
            <a:off x="11547793" y="188640"/>
            <a:ext cx="424356" cy="459624"/>
          </a:xfrm>
          <a:prstGeom prst="rect">
            <a:avLst/>
          </a:prstGeom>
          <a:noFill/>
          <a:ln>
            <a:noFill/>
          </a:ln>
        </p:spPr>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Table">
  <p:cSld name="Big Table">
    <p:spTree>
      <p:nvGrpSpPr>
        <p:cNvPr id="639" name="Shape 639"/>
        <p:cNvGrpSpPr/>
        <p:nvPr/>
      </p:nvGrpSpPr>
      <p:grpSpPr>
        <a:xfrm>
          <a:off x="0" y="0"/>
          <a:ext cx="0" cy="0"/>
          <a:chOff x="0" y="0"/>
          <a:chExt cx="0" cy="0"/>
        </a:xfrm>
      </p:grpSpPr>
      <p:sp>
        <p:nvSpPr>
          <p:cNvPr id="640" name="Google Shape;640;p47"/>
          <p:cNvSpPr/>
          <p:nvPr>
            <p:ph idx="2" type="tbl"/>
          </p:nvPr>
        </p:nvSpPr>
        <p:spPr>
          <a:xfrm>
            <a:off x="407987" y="1412876"/>
            <a:ext cx="11376025" cy="5025502"/>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800" u="none" cap="none" strike="noStrike">
                <a:solidFill>
                  <a:schemeClr val="dk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641" name="Google Shape;641;p47"/>
          <p:cNvSpPr txBox="1"/>
          <p:nvPr>
            <p:ph idx="1" type="body"/>
          </p:nvPr>
        </p:nvSpPr>
        <p:spPr>
          <a:xfrm>
            <a:off x="10165024" y="935008"/>
            <a:ext cx="539488" cy="216024"/>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dk1"/>
              </a:buClr>
              <a:buSzPts val="800"/>
              <a:buNone/>
              <a:defRPr sz="800"/>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17500" lvl="4" marL="2286000" algn="l">
              <a:lnSpc>
                <a:spcPct val="100000"/>
              </a:lnSpc>
              <a:spcBef>
                <a:spcPts val="6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2" name="Google Shape;642;p47"/>
          <p:cNvSpPr txBox="1"/>
          <p:nvPr>
            <p:ph idx="3" type="body"/>
          </p:nvPr>
        </p:nvSpPr>
        <p:spPr>
          <a:xfrm>
            <a:off x="10813096" y="935008"/>
            <a:ext cx="539488" cy="216024"/>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dk1"/>
              </a:buClr>
              <a:buSzPts val="800"/>
              <a:buNone/>
              <a:defRPr sz="800"/>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17500" lvl="4" marL="2286000" algn="l">
              <a:lnSpc>
                <a:spcPct val="100000"/>
              </a:lnSpc>
              <a:spcBef>
                <a:spcPts val="6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3" name="Google Shape;643;p47"/>
          <p:cNvSpPr/>
          <p:nvPr/>
        </p:nvSpPr>
        <p:spPr>
          <a:xfrm>
            <a:off x="11784013" y="6555758"/>
            <a:ext cx="242375"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rgbClr val="7F7F7F"/>
                </a:solidFill>
                <a:latin typeface="Verdana"/>
                <a:ea typeface="Verdana"/>
                <a:cs typeface="Verdana"/>
                <a:sym typeface="Verdana"/>
              </a:rPr>
              <a:t>‹#›</a:t>
            </a:fld>
            <a:endParaRPr sz="800">
              <a:solidFill>
                <a:srgbClr val="7F7F7F"/>
              </a:solidFill>
              <a:latin typeface="Verdana"/>
              <a:ea typeface="Verdana"/>
              <a:cs typeface="Verdana"/>
              <a:sym typeface="Verdana"/>
            </a:endParaRPr>
          </a:p>
        </p:txBody>
      </p:sp>
      <p:cxnSp>
        <p:nvCxnSpPr>
          <p:cNvPr id="644" name="Google Shape;644;p47"/>
          <p:cNvCxnSpPr/>
          <p:nvPr/>
        </p:nvCxnSpPr>
        <p:spPr>
          <a:xfrm rot="10800000">
            <a:off x="3283674" y="6587911"/>
            <a:ext cx="0" cy="155576"/>
          </a:xfrm>
          <a:prstGeom prst="straightConnector1">
            <a:avLst/>
          </a:prstGeom>
          <a:solidFill>
            <a:schemeClr val="dk1"/>
          </a:solidFill>
          <a:ln cap="rnd" cmpd="sng" w="12700">
            <a:solidFill>
              <a:schemeClr val="accent2"/>
            </a:solidFill>
            <a:prstDash val="solid"/>
            <a:round/>
            <a:headEnd len="sm" w="sm" type="none"/>
            <a:tailEnd len="sm" w="sm" type="none"/>
          </a:ln>
        </p:spPr>
      </p:cxnSp>
      <p:sp>
        <p:nvSpPr>
          <p:cNvPr id="645" name="Google Shape;645;p47">
            <a:hlinkClick r:id="rId2"/>
          </p:cNvPr>
          <p:cNvSpPr/>
          <p:nvPr/>
        </p:nvSpPr>
        <p:spPr>
          <a:xfrm>
            <a:off x="407988" y="6555971"/>
            <a:ext cx="2829007" cy="219456"/>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lang="en-US" sz="800">
                <a:solidFill>
                  <a:srgbClr val="00458D"/>
                </a:solidFill>
                <a:latin typeface="Verdana"/>
                <a:ea typeface="Verdana"/>
                <a:cs typeface="Verdana"/>
                <a:sym typeface="Verdana"/>
              </a:rPr>
              <a:t>Presentation Title | Author | Date</a:t>
            </a:r>
            <a:endParaRPr/>
          </a:p>
        </p:txBody>
      </p:sp>
      <p:sp>
        <p:nvSpPr>
          <p:cNvPr id="646" name="Google Shape;646;p47"/>
          <p:cNvSpPr/>
          <p:nvPr/>
        </p:nvSpPr>
        <p:spPr>
          <a:xfrm>
            <a:off x="3411379" y="6555758"/>
            <a:ext cx="222368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800">
                <a:solidFill>
                  <a:srgbClr val="767676"/>
                </a:solidFill>
                <a:latin typeface="Verdana"/>
                <a:ea typeface="Verdana"/>
                <a:cs typeface="Verdana"/>
                <a:sym typeface="Verdana"/>
              </a:rPr>
              <a:t>© 2017 Capgemini. All rights reserved.</a:t>
            </a:r>
            <a:endParaRPr/>
          </a:p>
        </p:txBody>
      </p:sp>
      <p:sp>
        <p:nvSpPr>
          <p:cNvPr id="647" name="Google Shape;647;p47"/>
          <p:cNvSpPr txBox="1"/>
          <p:nvPr>
            <p:ph type="title"/>
          </p:nvPr>
        </p:nvSpPr>
        <p:spPr>
          <a:xfrm>
            <a:off x="407988" y="404813"/>
            <a:ext cx="10944596" cy="863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2"/>
              </a:buClr>
              <a:buSzPts val="2600"/>
              <a:buFont typeface="Verdana"/>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8" name="Google Shape;648;p47"/>
          <p:cNvSpPr/>
          <p:nvPr/>
        </p:nvSpPr>
        <p:spPr>
          <a:xfrm>
            <a:off x="11547793" y="188640"/>
            <a:ext cx="424356" cy="459624"/>
          </a:xfrm>
          <a:prstGeom prst="rect">
            <a:avLst/>
          </a:prstGeom>
          <a:noFill/>
          <a:ln>
            <a:no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White">
  <p:cSld name="Blank-White">
    <p:spTree>
      <p:nvGrpSpPr>
        <p:cNvPr id="675" name="Shape 675"/>
        <p:cNvGrpSpPr/>
        <p:nvPr/>
      </p:nvGrpSpPr>
      <p:grpSpPr>
        <a:xfrm>
          <a:off x="0" y="0"/>
          <a:ext cx="0" cy="0"/>
          <a:chOff x="0" y="0"/>
          <a:chExt cx="0" cy="0"/>
        </a:xfrm>
      </p:grpSpPr>
      <p:sp>
        <p:nvSpPr>
          <p:cNvPr id="676" name="Google Shape;676;p49"/>
          <p:cNvSpPr/>
          <p:nvPr/>
        </p:nvSpPr>
        <p:spPr>
          <a:xfrm>
            <a:off x="11784013" y="6555758"/>
            <a:ext cx="242375"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rgbClr val="7F7F7F"/>
                </a:solidFill>
                <a:latin typeface="Verdana"/>
                <a:ea typeface="Verdana"/>
                <a:cs typeface="Verdana"/>
                <a:sym typeface="Verdana"/>
              </a:rPr>
              <a:t>‹#›</a:t>
            </a:fld>
            <a:endParaRPr sz="800">
              <a:solidFill>
                <a:srgbClr val="7F7F7F"/>
              </a:solidFill>
              <a:latin typeface="Verdana"/>
              <a:ea typeface="Verdana"/>
              <a:cs typeface="Verdana"/>
              <a:sym typeface="Verdana"/>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with Shapes - Layout1">
  <p:cSld name="Text with Shapes - Layout1">
    <p:bg>
      <p:bgPr>
        <a:solidFill>
          <a:schemeClr val="lt1"/>
        </a:solidFill>
      </p:bgPr>
    </p:bg>
    <p:spTree>
      <p:nvGrpSpPr>
        <p:cNvPr id="677" name="Shape 677"/>
        <p:cNvGrpSpPr/>
        <p:nvPr/>
      </p:nvGrpSpPr>
      <p:grpSpPr>
        <a:xfrm>
          <a:off x="0" y="0"/>
          <a:ext cx="0" cy="0"/>
          <a:chOff x="0" y="0"/>
          <a:chExt cx="0" cy="0"/>
        </a:xfrm>
      </p:grpSpPr>
      <p:sp>
        <p:nvSpPr>
          <p:cNvPr id="678" name="Google Shape;678;p50"/>
          <p:cNvSpPr/>
          <p:nvPr/>
        </p:nvSpPr>
        <p:spPr>
          <a:xfrm rot="-5400000">
            <a:off x="5413032" y="79029"/>
            <a:ext cx="6857997" cy="6699938"/>
          </a:xfrm>
          <a:prstGeom prst="rect">
            <a:avLst/>
          </a:prstGeom>
          <a:noFill/>
          <a:ln>
            <a:noFill/>
          </a:ln>
        </p:spPr>
      </p:sp>
      <p:sp>
        <p:nvSpPr>
          <p:cNvPr id="679" name="Google Shape;679;p50"/>
          <p:cNvSpPr txBox="1"/>
          <p:nvPr>
            <p:ph idx="1" type="body"/>
          </p:nvPr>
        </p:nvSpPr>
        <p:spPr>
          <a:xfrm>
            <a:off x="1847528" y="2708920"/>
            <a:ext cx="3312368" cy="720080"/>
          </a:xfrm>
          <a:prstGeom prst="rect">
            <a:avLst/>
          </a:prstGeom>
          <a:noFill/>
          <a:ln>
            <a:noFill/>
          </a:ln>
        </p:spPr>
        <p:txBody>
          <a:bodyPr anchorCtr="0" anchor="ctr" bIns="0" lIns="0" spcFirstLastPara="1" rIns="0" wrap="square" tIns="0">
            <a:noAutofit/>
          </a:bodyPr>
          <a:lstStyle>
            <a:lvl1pPr indent="-228600" lvl="0" marL="457200" marR="0" algn="l">
              <a:lnSpc>
                <a:spcPct val="100000"/>
              </a:lnSpc>
              <a:spcBef>
                <a:spcPts val="1000"/>
              </a:spcBef>
              <a:spcAft>
                <a:spcPts val="0"/>
              </a:spcAft>
              <a:buClr>
                <a:schemeClr val="dk1"/>
              </a:buClr>
              <a:buSzPts val="1600"/>
              <a:buFont typeface="Arial"/>
              <a:buNone/>
              <a:defRPr sz="1600"/>
            </a:lvl1pPr>
            <a:lvl2pPr indent="-317500" lvl="1" marL="914400" algn="l">
              <a:lnSpc>
                <a:spcPct val="100000"/>
              </a:lnSpc>
              <a:spcBef>
                <a:spcPts val="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0" name="Google Shape;680;p50"/>
          <p:cNvSpPr txBox="1"/>
          <p:nvPr>
            <p:ph idx="2" type="body"/>
          </p:nvPr>
        </p:nvSpPr>
        <p:spPr>
          <a:xfrm>
            <a:off x="1847528" y="3645024"/>
            <a:ext cx="3312368" cy="720080"/>
          </a:xfrm>
          <a:prstGeom prst="rect">
            <a:avLst/>
          </a:prstGeom>
          <a:noFill/>
          <a:ln>
            <a:noFill/>
          </a:ln>
        </p:spPr>
        <p:txBody>
          <a:bodyPr anchorCtr="0" anchor="ctr" bIns="0" lIns="0" spcFirstLastPara="1" rIns="0" wrap="square" tIns="0">
            <a:noAutofit/>
          </a:bodyPr>
          <a:lstStyle>
            <a:lvl1pPr indent="-228600" lvl="0" marL="457200" marR="0" algn="l">
              <a:lnSpc>
                <a:spcPct val="100000"/>
              </a:lnSpc>
              <a:spcBef>
                <a:spcPts val="1000"/>
              </a:spcBef>
              <a:spcAft>
                <a:spcPts val="0"/>
              </a:spcAft>
              <a:buClr>
                <a:schemeClr val="dk1"/>
              </a:buClr>
              <a:buSzPts val="1600"/>
              <a:buFont typeface="Arial"/>
              <a:buNone/>
              <a:defRPr sz="1600"/>
            </a:lvl1pPr>
            <a:lvl2pPr indent="-317500" lvl="1" marL="914400" algn="l">
              <a:lnSpc>
                <a:spcPct val="100000"/>
              </a:lnSpc>
              <a:spcBef>
                <a:spcPts val="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1" name="Google Shape;681;p50"/>
          <p:cNvSpPr/>
          <p:nvPr>
            <p:ph idx="3" type="pic"/>
          </p:nvPr>
        </p:nvSpPr>
        <p:spPr>
          <a:xfrm>
            <a:off x="6553200" y="2060575"/>
            <a:ext cx="4910138" cy="2722563"/>
          </a:xfrm>
          <a:prstGeom prst="rect">
            <a:avLst/>
          </a:prstGeom>
          <a:noFill/>
          <a:ln>
            <a:noFill/>
          </a:ln>
        </p:spPr>
      </p:sp>
      <p:sp>
        <p:nvSpPr>
          <p:cNvPr id="682" name="Google Shape;682;p50"/>
          <p:cNvSpPr txBox="1"/>
          <p:nvPr>
            <p:ph idx="4" type="body"/>
          </p:nvPr>
        </p:nvSpPr>
        <p:spPr>
          <a:xfrm>
            <a:off x="1847528" y="4630276"/>
            <a:ext cx="3312368" cy="720080"/>
          </a:xfrm>
          <a:prstGeom prst="rect">
            <a:avLst/>
          </a:prstGeom>
          <a:noFill/>
          <a:ln>
            <a:noFill/>
          </a:ln>
        </p:spPr>
        <p:txBody>
          <a:bodyPr anchorCtr="0" anchor="ctr" bIns="0" lIns="0" spcFirstLastPara="1" rIns="0" wrap="square" tIns="0">
            <a:noAutofit/>
          </a:bodyPr>
          <a:lstStyle>
            <a:lvl1pPr indent="-228600" lvl="0" marL="457200" marR="0" algn="l">
              <a:lnSpc>
                <a:spcPct val="100000"/>
              </a:lnSpc>
              <a:spcBef>
                <a:spcPts val="1000"/>
              </a:spcBef>
              <a:spcAft>
                <a:spcPts val="0"/>
              </a:spcAft>
              <a:buClr>
                <a:schemeClr val="dk1"/>
              </a:buClr>
              <a:buSzPts val="1600"/>
              <a:buFont typeface="Arial"/>
              <a:buNone/>
              <a:defRPr sz="1600"/>
            </a:lvl1pPr>
            <a:lvl2pPr indent="-317500" lvl="1" marL="914400" algn="l">
              <a:lnSpc>
                <a:spcPct val="100000"/>
              </a:lnSpc>
              <a:spcBef>
                <a:spcPts val="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3" name="Google Shape;683;p50"/>
          <p:cNvSpPr txBox="1"/>
          <p:nvPr>
            <p:ph type="title"/>
          </p:nvPr>
        </p:nvSpPr>
        <p:spPr>
          <a:xfrm>
            <a:off x="407988" y="404813"/>
            <a:ext cx="9864476" cy="863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2"/>
              </a:buClr>
              <a:buSzPts val="2600"/>
              <a:buFont typeface="Verdana"/>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4" name="Google Shape;684;p50"/>
          <p:cNvSpPr/>
          <p:nvPr/>
        </p:nvSpPr>
        <p:spPr>
          <a:xfrm>
            <a:off x="11491419" y="164829"/>
            <a:ext cx="424356" cy="459624"/>
          </a:xfrm>
          <a:prstGeom prst="rect">
            <a:avLst/>
          </a:prstGeom>
          <a:noFill/>
          <a:ln>
            <a:noFill/>
          </a:ln>
        </p:spPr>
      </p:sp>
      <p:cxnSp>
        <p:nvCxnSpPr>
          <p:cNvPr id="685" name="Google Shape;685;p50"/>
          <p:cNvCxnSpPr/>
          <p:nvPr/>
        </p:nvCxnSpPr>
        <p:spPr>
          <a:xfrm rot="10800000">
            <a:off x="3283674" y="6587911"/>
            <a:ext cx="0" cy="155576"/>
          </a:xfrm>
          <a:prstGeom prst="straightConnector1">
            <a:avLst/>
          </a:prstGeom>
          <a:solidFill>
            <a:schemeClr val="dk1"/>
          </a:solidFill>
          <a:ln cap="rnd" cmpd="sng" w="12700">
            <a:solidFill>
              <a:schemeClr val="accent2"/>
            </a:solidFill>
            <a:prstDash val="solid"/>
            <a:round/>
            <a:headEnd len="sm" w="sm" type="none"/>
            <a:tailEnd len="sm" w="sm" type="none"/>
          </a:ln>
        </p:spPr>
      </p:cxnSp>
      <p:sp>
        <p:nvSpPr>
          <p:cNvPr id="686" name="Google Shape;686;p50">
            <a:hlinkClick r:id="rId2"/>
          </p:cNvPr>
          <p:cNvSpPr/>
          <p:nvPr/>
        </p:nvSpPr>
        <p:spPr>
          <a:xfrm>
            <a:off x="407988" y="6555971"/>
            <a:ext cx="2829007" cy="219456"/>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lang="en-US" sz="800">
                <a:solidFill>
                  <a:srgbClr val="00458D"/>
                </a:solidFill>
                <a:latin typeface="Verdana"/>
                <a:ea typeface="Verdana"/>
                <a:cs typeface="Verdana"/>
                <a:sym typeface="Verdana"/>
              </a:rPr>
              <a:t>Presentation Title | Author | Date</a:t>
            </a:r>
            <a:endParaRPr/>
          </a:p>
        </p:txBody>
      </p:sp>
      <p:sp>
        <p:nvSpPr>
          <p:cNvPr id="687" name="Google Shape;687;p50"/>
          <p:cNvSpPr/>
          <p:nvPr/>
        </p:nvSpPr>
        <p:spPr>
          <a:xfrm>
            <a:off x="11665391" y="6555758"/>
            <a:ext cx="360997"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chemeClr val="lt1"/>
                </a:solidFill>
                <a:latin typeface="Verdana"/>
                <a:ea typeface="Verdana"/>
                <a:cs typeface="Verdana"/>
                <a:sym typeface="Verdana"/>
              </a:rPr>
              <a:t>‹#›</a:t>
            </a:fld>
            <a:endParaRPr sz="800">
              <a:solidFill>
                <a:schemeClr val="lt1"/>
              </a:solidFill>
              <a:latin typeface="Verdana"/>
              <a:ea typeface="Verdana"/>
              <a:cs typeface="Verdana"/>
              <a:sym typeface="Verdana"/>
            </a:endParaRPr>
          </a:p>
        </p:txBody>
      </p:sp>
      <p:sp>
        <p:nvSpPr>
          <p:cNvPr id="688" name="Google Shape;688;p50"/>
          <p:cNvSpPr/>
          <p:nvPr/>
        </p:nvSpPr>
        <p:spPr>
          <a:xfrm>
            <a:off x="3411379" y="6555758"/>
            <a:ext cx="222368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800">
                <a:solidFill>
                  <a:srgbClr val="767676"/>
                </a:solidFill>
                <a:latin typeface="Verdana"/>
                <a:ea typeface="Verdana"/>
                <a:cs typeface="Verdana"/>
                <a:sym typeface="Verdana"/>
              </a:rPr>
              <a:t>© 2017 Capgemini. All rights reserved.</a:t>
            </a:r>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with Shapes - Layout2">
  <p:cSld name="Text with Shapes - Layout2">
    <p:bg>
      <p:bgPr>
        <a:solidFill>
          <a:srgbClr val="E6E7E7"/>
        </a:solidFill>
      </p:bgPr>
    </p:bg>
    <p:spTree>
      <p:nvGrpSpPr>
        <p:cNvPr id="689" name="Shape 689"/>
        <p:cNvGrpSpPr/>
        <p:nvPr/>
      </p:nvGrpSpPr>
      <p:grpSpPr>
        <a:xfrm>
          <a:off x="0" y="0"/>
          <a:ext cx="0" cy="0"/>
          <a:chOff x="0" y="0"/>
          <a:chExt cx="0" cy="0"/>
        </a:xfrm>
      </p:grpSpPr>
      <p:sp>
        <p:nvSpPr>
          <p:cNvPr id="690" name="Google Shape;690;p51"/>
          <p:cNvSpPr txBox="1"/>
          <p:nvPr>
            <p:ph idx="1" type="body"/>
          </p:nvPr>
        </p:nvSpPr>
        <p:spPr>
          <a:xfrm>
            <a:off x="407988" y="2204864"/>
            <a:ext cx="3618859" cy="2924629"/>
          </a:xfrm>
          <a:prstGeom prst="rect">
            <a:avLst/>
          </a:prstGeom>
          <a:noFill/>
          <a:ln>
            <a:noFill/>
          </a:ln>
        </p:spPr>
        <p:txBody>
          <a:bodyPr anchorCtr="0" anchor="b" bIns="0" lIns="0" spcFirstLastPara="1" rIns="0" wrap="square" tIns="0">
            <a:normAutofit/>
          </a:bodyPr>
          <a:lstStyle>
            <a:lvl1pPr indent="-228600" lvl="0" marL="457200" algn="l">
              <a:lnSpc>
                <a:spcPct val="114814"/>
              </a:lnSpc>
              <a:spcBef>
                <a:spcPts val="0"/>
              </a:spcBef>
              <a:spcAft>
                <a:spcPts val="0"/>
              </a:spcAft>
              <a:buClr>
                <a:srgbClr val="2C004B"/>
              </a:buClr>
              <a:buSzPts val="5400"/>
              <a:buNone/>
              <a:defRPr sz="5400">
                <a:solidFill>
                  <a:srgbClr val="2C004B"/>
                </a:solidFill>
              </a:defRPr>
            </a:lvl1pPr>
            <a:lvl2pPr indent="-228600" lvl="1" marL="914400" algn="l">
              <a:lnSpc>
                <a:spcPct val="114814"/>
              </a:lnSpc>
              <a:spcBef>
                <a:spcPts val="600"/>
              </a:spcBef>
              <a:spcAft>
                <a:spcPts val="0"/>
              </a:spcAft>
              <a:buSzPts val="5400"/>
              <a:buNone/>
              <a:defRPr sz="5400">
                <a:solidFill>
                  <a:srgbClr val="2C004B"/>
                </a:solidFill>
              </a:defRPr>
            </a:lvl2pPr>
            <a:lvl3pPr indent="-342900" lvl="2" marL="1371600" algn="l">
              <a:lnSpc>
                <a:spcPct val="88888"/>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1" name="Google Shape;691;p51"/>
          <p:cNvSpPr txBox="1"/>
          <p:nvPr>
            <p:ph idx="2" type="body"/>
          </p:nvPr>
        </p:nvSpPr>
        <p:spPr>
          <a:xfrm>
            <a:off x="407988" y="5273460"/>
            <a:ext cx="3618859" cy="675820"/>
          </a:xfrm>
          <a:prstGeom prst="rect">
            <a:avLst/>
          </a:prstGeom>
          <a:noFill/>
          <a:ln>
            <a:noFill/>
          </a:ln>
        </p:spPr>
        <p:txBody>
          <a:bodyPr anchorCtr="0" anchor="t" bIns="0" lIns="0" spcFirstLastPara="1" rIns="0" wrap="square" tIns="0">
            <a:normAutofit/>
          </a:bodyPr>
          <a:lstStyle>
            <a:lvl1pPr indent="-228600" lvl="0" marL="457200" algn="l">
              <a:lnSpc>
                <a:spcPct val="112500"/>
              </a:lnSpc>
              <a:spcBef>
                <a:spcPts val="0"/>
              </a:spcBef>
              <a:spcAft>
                <a:spcPts val="0"/>
              </a:spcAft>
              <a:buClr>
                <a:srgbClr val="2C004B"/>
              </a:buClr>
              <a:buSzPts val="1600"/>
              <a:buNone/>
              <a:defRPr sz="1600">
                <a:solidFill>
                  <a:srgbClr val="2C004B"/>
                </a:solidFill>
              </a:defRPr>
            </a:lvl1pPr>
            <a:lvl2pPr indent="-228600" lvl="1" marL="914400" algn="l">
              <a:lnSpc>
                <a:spcPct val="111111"/>
              </a:lnSpc>
              <a:spcBef>
                <a:spcPts val="600"/>
              </a:spcBef>
              <a:spcAft>
                <a:spcPts val="0"/>
              </a:spcAft>
              <a:buSzPts val="1800"/>
              <a:buNone/>
              <a:defRPr sz="1800">
                <a:solidFill>
                  <a:srgbClr val="2C004B"/>
                </a:solidFill>
              </a:defRPr>
            </a:lvl2pPr>
            <a:lvl3pPr indent="-342900" lvl="2" marL="1371600" algn="l">
              <a:lnSpc>
                <a:spcPct val="88888"/>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692" name="Google Shape;692;p51"/>
          <p:cNvGrpSpPr/>
          <p:nvPr/>
        </p:nvGrpSpPr>
        <p:grpSpPr>
          <a:xfrm>
            <a:off x="3461852" y="0"/>
            <a:ext cx="8730148" cy="6858000"/>
            <a:chOff x="3461852" y="0"/>
            <a:chExt cx="8730148" cy="6858000"/>
          </a:xfrm>
        </p:grpSpPr>
        <p:sp>
          <p:nvSpPr>
            <p:cNvPr id="693" name="Google Shape;693;p51"/>
            <p:cNvSpPr/>
            <p:nvPr/>
          </p:nvSpPr>
          <p:spPr>
            <a:xfrm>
              <a:off x="3461852" y="0"/>
              <a:ext cx="8730148" cy="6858000"/>
            </a:xfrm>
            <a:custGeom>
              <a:rect b="b" l="l" r="r" t="t"/>
              <a:pathLst>
                <a:path extrusionOk="0" h="6858000" w="8730148">
                  <a:moveTo>
                    <a:pt x="0" y="0"/>
                  </a:moveTo>
                  <a:lnTo>
                    <a:pt x="8730148" y="0"/>
                  </a:lnTo>
                  <a:lnTo>
                    <a:pt x="8730148" y="23679"/>
                  </a:lnTo>
                  <a:lnTo>
                    <a:pt x="8730148" y="495863"/>
                  </a:lnTo>
                  <a:lnTo>
                    <a:pt x="8730148" y="952308"/>
                  </a:lnTo>
                  <a:lnTo>
                    <a:pt x="8730148" y="1393283"/>
                  </a:lnTo>
                  <a:lnTo>
                    <a:pt x="8730148" y="1819052"/>
                  </a:lnTo>
                  <a:lnTo>
                    <a:pt x="8730148" y="2229885"/>
                  </a:lnTo>
                  <a:lnTo>
                    <a:pt x="8730148" y="2626046"/>
                  </a:lnTo>
                  <a:lnTo>
                    <a:pt x="8730148" y="3007803"/>
                  </a:lnTo>
                  <a:lnTo>
                    <a:pt x="8730148" y="3375422"/>
                  </a:lnTo>
                  <a:lnTo>
                    <a:pt x="8730148" y="3729171"/>
                  </a:lnTo>
                  <a:lnTo>
                    <a:pt x="8730148" y="4069315"/>
                  </a:lnTo>
                  <a:lnTo>
                    <a:pt x="8730148" y="4396123"/>
                  </a:lnTo>
                  <a:lnTo>
                    <a:pt x="8730148" y="4709860"/>
                  </a:lnTo>
                  <a:lnTo>
                    <a:pt x="8730148" y="5010793"/>
                  </a:lnTo>
                  <a:lnTo>
                    <a:pt x="8730148" y="5299189"/>
                  </a:lnTo>
                  <a:lnTo>
                    <a:pt x="8730148" y="5575315"/>
                  </a:lnTo>
                  <a:lnTo>
                    <a:pt x="8730148" y="5839437"/>
                  </a:lnTo>
                  <a:lnTo>
                    <a:pt x="8730148" y="6091822"/>
                  </a:lnTo>
                  <a:lnTo>
                    <a:pt x="8730148" y="6332738"/>
                  </a:lnTo>
                  <a:lnTo>
                    <a:pt x="8730148" y="6562450"/>
                  </a:lnTo>
                  <a:lnTo>
                    <a:pt x="8730148" y="6781226"/>
                  </a:lnTo>
                  <a:lnTo>
                    <a:pt x="8730148" y="6858000"/>
                  </a:lnTo>
                  <a:lnTo>
                    <a:pt x="1680266" y="6858000"/>
                  </a:lnTo>
                  <a:lnTo>
                    <a:pt x="1725275" y="6819058"/>
                  </a:lnTo>
                  <a:cubicBezTo>
                    <a:pt x="4662995" y="4201443"/>
                    <a:pt x="4141233" y="1217168"/>
                    <a:pt x="3705962" y="2012619"/>
                  </a:cubicBezTo>
                  <a:cubicBezTo>
                    <a:pt x="3516434" y="3033940"/>
                    <a:pt x="1425698" y="2929072"/>
                    <a:pt x="116582" y="253235"/>
                  </a:cubicBezTo>
                  <a:close/>
                </a:path>
              </a:pathLst>
            </a:custGeom>
            <a:solidFill>
              <a:srgbClr val="2C00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694" name="Google Shape;694;p51"/>
            <p:cNvSpPr/>
            <p:nvPr/>
          </p:nvSpPr>
          <p:spPr>
            <a:xfrm>
              <a:off x="6813803" y="2034666"/>
              <a:ext cx="669225" cy="544797"/>
            </a:xfrm>
            <a:custGeom>
              <a:rect b="b" l="l" r="r" t="t"/>
              <a:pathLst>
                <a:path extrusionOk="0" h="121" w="149">
                  <a:moveTo>
                    <a:pt x="98" y="84"/>
                  </a:moveTo>
                  <a:cubicBezTo>
                    <a:pt x="127" y="84"/>
                    <a:pt x="149" y="61"/>
                    <a:pt x="149" y="34"/>
                  </a:cubicBezTo>
                  <a:cubicBezTo>
                    <a:pt x="147" y="22"/>
                    <a:pt x="143" y="0"/>
                    <a:pt x="112" y="0"/>
                  </a:cubicBezTo>
                  <a:cubicBezTo>
                    <a:pt x="78" y="0"/>
                    <a:pt x="67" y="47"/>
                    <a:pt x="39" y="78"/>
                  </a:cubicBezTo>
                  <a:cubicBezTo>
                    <a:pt x="37" y="95"/>
                    <a:pt x="20" y="111"/>
                    <a:pt x="0" y="113"/>
                  </a:cubicBezTo>
                  <a:cubicBezTo>
                    <a:pt x="5" y="118"/>
                    <a:pt x="16" y="121"/>
                    <a:pt x="29" y="121"/>
                  </a:cubicBezTo>
                  <a:cubicBezTo>
                    <a:pt x="54" y="121"/>
                    <a:pt x="83" y="114"/>
                    <a:pt x="99" y="99"/>
                  </a:cubicBezTo>
                  <a:cubicBezTo>
                    <a:pt x="78" y="99"/>
                    <a:pt x="65" y="86"/>
                    <a:pt x="64" y="67"/>
                  </a:cubicBezTo>
                  <a:cubicBezTo>
                    <a:pt x="74" y="79"/>
                    <a:pt x="85" y="84"/>
                    <a:pt x="98" y="84"/>
                  </a:cubicBezTo>
                </a:path>
              </a:pathLst>
            </a:custGeom>
            <a:solidFill>
              <a:srgbClr val="00B9E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sp>
          <p:nvSpPr>
            <p:cNvPr id="695" name="Google Shape;695;p51"/>
            <p:cNvSpPr/>
            <p:nvPr/>
          </p:nvSpPr>
          <p:spPr>
            <a:xfrm>
              <a:off x="6464057" y="1641201"/>
              <a:ext cx="1018971" cy="860913"/>
            </a:xfrm>
            <a:custGeom>
              <a:rect b="b" l="l" r="r" t="t"/>
              <a:pathLst>
                <a:path extrusionOk="0" h="192" w="227">
                  <a:moveTo>
                    <a:pt x="227" y="120"/>
                  </a:moveTo>
                  <a:cubicBezTo>
                    <a:pt x="226" y="88"/>
                    <a:pt x="211" y="61"/>
                    <a:pt x="188" y="40"/>
                  </a:cubicBezTo>
                  <a:cubicBezTo>
                    <a:pt x="170" y="23"/>
                    <a:pt x="149" y="11"/>
                    <a:pt x="127" y="2"/>
                  </a:cubicBezTo>
                  <a:cubicBezTo>
                    <a:pt x="125" y="1"/>
                    <a:pt x="123" y="0"/>
                    <a:pt x="122" y="0"/>
                  </a:cubicBezTo>
                  <a:cubicBezTo>
                    <a:pt x="122" y="0"/>
                    <a:pt x="122" y="0"/>
                    <a:pt x="121" y="0"/>
                  </a:cubicBezTo>
                  <a:cubicBezTo>
                    <a:pt x="94" y="32"/>
                    <a:pt x="0" y="57"/>
                    <a:pt x="0" y="125"/>
                  </a:cubicBezTo>
                  <a:cubicBezTo>
                    <a:pt x="0" y="152"/>
                    <a:pt x="17" y="176"/>
                    <a:pt x="42" y="187"/>
                  </a:cubicBezTo>
                  <a:cubicBezTo>
                    <a:pt x="56" y="192"/>
                    <a:pt x="70" y="192"/>
                    <a:pt x="85" y="187"/>
                  </a:cubicBezTo>
                  <a:cubicBezTo>
                    <a:pt x="98" y="183"/>
                    <a:pt x="108" y="175"/>
                    <a:pt x="117" y="166"/>
                  </a:cubicBezTo>
                  <a:cubicBezTo>
                    <a:pt x="145" y="135"/>
                    <a:pt x="156" y="88"/>
                    <a:pt x="190" y="88"/>
                  </a:cubicBezTo>
                  <a:cubicBezTo>
                    <a:pt x="221" y="88"/>
                    <a:pt x="225" y="110"/>
                    <a:pt x="227" y="122"/>
                  </a:cubicBezTo>
                  <a:cubicBezTo>
                    <a:pt x="227" y="122"/>
                    <a:pt x="227" y="121"/>
                    <a:pt x="227" y="120"/>
                  </a:cubicBezTo>
                </a:path>
              </a:pathLst>
            </a:custGeom>
            <a:solidFill>
              <a:srgbClr val="007DB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grpSp>
      <p:sp>
        <p:nvSpPr>
          <p:cNvPr id="696" name="Google Shape;696;p51"/>
          <p:cNvSpPr/>
          <p:nvPr/>
        </p:nvSpPr>
        <p:spPr>
          <a:xfrm>
            <a:off x="9496659" y="6555758"/>
            <a:ext cx="222368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800">
                <a:solidFill>
                  <a:schemeClr val="lt1"/>
                </a:solidFill>
                <a:latin typeface="Verdana"/>
                <a:ea typeface="Verdana"/>
                <a:cs typeface="Verdana"/>
                <a:sym typeface="Verdana"/>
              </a:rPr>
              <a:t>© 2017 Capgemini. All rights reserved.</a:t>
            </a:r>
            <a:endParaRPr/>
          </a:p>
        </p:txBody>
      </p:sp>
      <p:sp>
        <p:nvSpPr>
          <p:cNvPr id="697" name="Google Shape;697;p51"/>
          <p:cNvSpPr/>
          <p:nvPr/>
        </p:nvSpPr>
        <p:spPr>
          <a:xfrm>
            <a:off x="11665391" y="6555758"/>
            <a:ext cx="360997"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chemeClr val="lt1"/>
                </a:solidFill>
                <a:latin typeface="Verdana"/>
                <a:ea typeface="Verdana"/>
                <a:cs typeface="Verdana"/>
                <a:sym typeface="Verdana"/>
              </a:rPr>
              <a:t>‹#›</a:t>
            </a:fld>
            <a:endParaRPr sz="800">
              <a:solidFill>
                <a:schemeClr val="lt1"/>
              </a:solidFill>
              <a:latin typeface="Verdana"/>
              <a:ea typeface="Verdana"/>
              <a:cs typeface="Verdana"/>
              <a:sym typeface="Verdana"/>
            </a:endParaRPr>
          </a:p>
        </p:txBody>
      </p:sp>
      <p:sp>
        <p:nvSpPr>
          <p:cNvPr id="698" name="Google Shape;698;p51">
            <a:hlinkClick r:id="rId2"/>
          </p:cNvPr>
          <p:cNvSpPr/>
          <p:nvPr/>
        </p:nvSpPr>
        <p:spPr>
          <a:xfrm>
            <a:off x="407988" y="6555971"/>
            <a:ext cx="2829007" cy="219456"/>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lang="en-US" sz="800">
                <a:solidFill>
                  <a:srgbClr val="00458D"/>
                </a:solidFill>
                <a:latin typeface="Verdana"/>
                <a:ea typeface="Verdana"/>
                <a:cs typeface="Verdana"/>
                <a:sym typeface="Verdana"/>
              </a:rPr>
              <a:t>Presentation Title | Author | Date</a:t>
            </a:r>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Grey">
  <p:cSld name="Blank-Grey">
    <p:spTree>
      <p:nvGrpSpPr>
        <p:cNvPr id="699" name="Shape 699"/>
        <p:cNvGrpSpPr/>
        <p:nvPr/>
      </p:nvGrpSpPr>
      <p:grpSpPr>
        <a:xfrm>
          <a:off x="0" y="0"/>
          <a:ext cx="0" cy="0"/>
          <a:chOff x="0" y="0"/>
          <a:chExt cx="0" cy="0"/>
        </a:xfrm>
      </p:grpSpPr>
      <p:sp>
        <p:nvSpPr>
          <p:cNvPr id="700" name="Google Shape;700;p52"/>
          <p:cNvSpPr/>
          <p:nvPr/>
        </p:nvSpPr>
        <p:spPr>
          <a:xfrm>
            <a:off x="0"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701" name="Google Shape;701;p52"/>
          <p:cNvSpPr/>
          <p:nvPr/>
        </p:nvSpPr>
        <p:spPr>
          <a:xfrm>
            <a:off x="11784013" y="6555758"/>
            <a:ext cx="242375"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rgbClr val="7F7F7F"/>
                </a:solidFill>
                <a:latin typeface="Verdana"/>
                <a:ea typeface="Verdana"/>
                <a:cs typeface="Verdana"/>
                <a:sym typeface="Verdana"/>
              </a:rPr>
              <a:t>‹#›</a:t>
            </a:fld>
            <a:endParaRPr sz="800">
              <a:solidFill>
                <a:srgbClr val="7F7F7F"/>
              </a:solidFill>
              <a:latin typeface="Verdana"/>
              <a:ea typeface="Verdana"/>
              <a:cs typeface="Verdana"/>
              <a:sym typeface="Verdana"/>
            </a:endParaRPr>
          </a:p>
        </p:txBody>
      </p:sp>
      <p:cxnSp>
        <p:nvCxnSpPr>
          <p:cNvPr id="702" name="Google Shape;702;p52"/>
          <p:cNvCxnSpPr/>
          <p:nvPr/>
        </p:nvCxnSpPr>
        <p:spPr>
          <a:xfrm rot="10800000">
            <a:off x="3283674" y="6587911"/>
            <a:ext cx="0" cy="155576"/>
          </a:xfrm>
          <a:prstGeom prst="straightConnector1">
            <a:avLst/>
          </a:prstGeom>
          <a:solidFill>
            <a:schemeClr val="dk1"/>
          </a:solidFill>
          <a:ln cap="rnd" cmpd="sng" w="12700">
            <a:solidFill>
              <a:schemeClr val="accent2"/>
            </a:solidFill>
            <a:prstDash val="solid"/>
            <a:round/>
            <a:headEnd len="sm" w="sm" type="none"/>
            <a:tailEnd len="sm" w="sm" type="none"/>
          </a:ln>
        </p:spPr>
      </p:cxnSp>
      <p:sp>
        <p:nvSpPr>
          <p:cNvPr id="703" name="Google Shape;703;p52">
            <a:hlinkClick r:id="rId2"/>
          </p:cNvPr>
          <p:cNvSpPr/>
          <p:nvPr/>
        </p:nvSpPr>
        <p:spPr>
          <a:xfrm>
            <a:off x="407988" y="6555971"/>
            <a:ext cx="2829007" cy="219456"/>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lang="en-US" sz="800">
                <a:solidFill>
                  <a:srgbClr val="00458D"/>
                </a:solidFill>
                <a:latin typeface="Verdana"/>
                <a:ea typeface="Verdana"/>
                <a:cs typeface="Verdana"/>
                <a:sym typeface="Verdana"/>
              </a:rPr>
              <a:t>Presentation Title | Author | Date</a:t>
            </a:r>
            <a:endParaRPr/>
          </a:p>
        </p:txBody>
      </p:sp>
      <p:sp>
        <p:nvSpPr>
          <p:cNvPr id="704" name="Google Shape;704;p52"/>
          <p:cNvSpPr/>
          <p:nvPr/>
        </p:nvSpPr>
        <p:spPr>
          <a:xfrm>
            <a:off x="3411379" y="6555758"/>
            <a:ext cx="222368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800">
                <a:solidFill>
                  <a:srgbClr val="767676"/>
                </a:solidFill>
                <a:latin typeface="Verdana"/>
                <a:ea typeface="Verdana"/>
                <a:cs typeface="Verdana"/>
                <a:sym typeface="Verdana"/>
              </a:rPr>
              <a:t>© 2017 Capgemini. All rights reserved.</a:t>
            </a:r>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Charts">
  <p:cSld name="4 Charts">
    <p:bg>
      <p:bgPr>
        <a:solidFill>
          <a:schemeClr val="lt1"/>
        </a:solidFill>
      </p:bgPr>
    </p:bg>
    <p:spTree>
      <p:nvGrpSpPr>
        <p:cNvPr id="705" name="Shape 705"/>
        <p:cNvGrpSpPr/>
        <p:nvPr/>
      </p:nvGrpSpPr>
      <p:grpSpPr>
        <a:xfrm>
          <a:off x="0" y="0"/>
          <a:ext cx="0" cy="0"/>
          <a:chOff x="0" y="0"/>
          <a:chExt cx="0" cy="0"/>
        </a:xfrm>
      </p:grpSpPr>
      <p:sp>
        <p:nvSpPr>
          <p:cNvPr id="706" name="Google Shape;706;p53"/>
          <p:cNvSpPr txBox="1"/>
          <p:nvPr>
            <p:ph idx="1" type="body"/>
          </p:nvPr>
        </p:nvSpPr>
        <p:spPr>
          <a:xfrm>
            <a:off x="407988" y="1428075"/>
            <a:ext cx="5543550" cy="412363"/>
          </a:xfrm>
          <a:prstGeom prst="rect">
            <a:avLst/>
          </a:prstGeom>
          <a:noFill/>
          <a:ln>
            <a:noFill/>
          </a:ln>
        </p:spPr>
        <p:txBody>
          <a:bodyPr anchorCtr="0" anchor="b" bIns="0" lIns="0" spcFirstLastPara="1" rIns="0" wrap="square" tIns="0">
            <a:noAutofit/>
          </a:bodyPr>
          <a:lstStyle>
            <a:lvl1pPr indent="-228600" lvl="0" marL="457200" algn="l">
              <a:lnSpc>
                <a:spcPct val="112500"/>
              </a:lnSpc>
              <a:spcBef>
                <a:spcPts val="0"/>
              </a:spcBef>
              <a:spcAft>
                <a:spcPts val="0"/>
              </a:spcAft>
              <a:buClr>
                <a:schemeClr val="accent2"/>
              </a:buClr>
              <a:buSzPts val="1600"/>
              <a:buNone/>
              <a:defRPr b="0" sz="1600">
                <a:solidFill>
                  <a:schemeClr val="accent2"/>
                </a:solidFill>
              </a:defRPr>
            </a:lvl1pPr>
            <a:lvl2pPr indent="-317500" lvl="1" marL="914400" algn="l">
              <a:lnSpc>
                <a:spcPct val="142857"/>
              </a:lnSpc>
              <a:spcBef>
                <a:spcPts val="600"/>
              </a:spcBef>
              <a:spcAft>
                <a:spcPts val="0"/>
              </a:spcAft>
              <a:buSzPts val="1400"/>
              <a:buChar char="▪"/>
              <a:defRPr sz="1400"/>
            </a:lvl2pPr>
            <a:lvl3pPr indent="-304800" lvl="2" marL="1371600" algn="l">
              <a:lnSpc>
                <a:spcPct val="133333"/>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600"/>
              </a:spcBef>
              <a:spcAft>
                <a:spcPts val="0"/>
              </a:spcAft>
              <a:buClr>
                <a:schemeClr val="dk1"/>
              </a:buClr>
              <a:buSzPts val="1100"/>
              <a:buChar char="•"/>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07" name="Google Shape;707;p53"/>
          <p:cNvSpPr/>
          <p:nvPr>
            <p:ph idx="2" type="chart"/>
          </p:nvPr>
        </p:nvSpPr>
        <p:spPr>
          <a:xfrm>
            <a:off x="407988" y="1824707"/>
            <a:ext cx="5543550" cy="1963738"/>
          </a:xfrm>
          <a:prstGeom prst="rect">
            <a:avLst/>
          </a:prstGeom>
          <a:noFill/>
          <a:ln>
            <a:noFill/>
          </a:ln>
        </p:spPr>
        <p:txBody>
          <a:bodyPr anchorCtr="0" anchor="ctr" bIns="0" lIns="0" spcFirstLastPara="1" rIns="0" wrap="square" tIns="0">
            <a:noAutofit/>
          </a:bodyPr>
          <a:lstStyle>
            <a:lvl1pPr lvl="0" marR="0" rtl="0" algn="ctr">
              <a:lnSpc>
                <a:spcPct val="122222"/>
              </a:lnSpc>
              <a:spcBef>
                <a:spcPts val="0"/>
              </a:spcBef>
              <a:spcAft>
                <a:spcPts val="0"/>
              </a:spcAft>
              <a:buClr>
                <a:schemeClr val="dk1"/>
              </a:buClr>
              <a:buSzPts val="1800"/>
              <a:buFont typeface="Arial"/>
              <a:buNone/>
              <a:defRPr b="0" i="0" sz="1800" u="none" cap="none" strike="noStrike">
                <a:solidFill>
                  <a:schemeClr val="dk1"/>
                </a:solidFill>
                <a:latin typeface="Verdana"/>
                <a:ea typeface="Verdana"/>
                <a:cs typeface="Verdana"/>
                <a:sym typeface="Verdana"/>
              </a:defRPr>
            </a:lvl1pPr>
            <a:lvl2pPr lvl="1" marR="0" rtl="0" algn="l">
              <a:lnSpc>
                <a:spcPct val="125000"/>
              </a:lnSpc>
              <a:spcBef>
                <a:spcPts val="600"/>
              </a:spcBef>
              <a:spcAft>
                <a:spcPts val="0"/>
              </a:spcAft>
              <a:buClr>
                <a:schemeClr val="accent1"/>
              </a:buClr>
              <a:buSzPts val="1600"/>
              <a:buFont typeface="Noto Sans Symbols"/>
              <a:buChar char="▪"/>
              <a:defRPr b="0" i="0" sz="1600" u="none" cap="none" strike="noStrike">
                <a:solidFill>
                  <a:schemeClr val="dk1"/>
                </a:solidFill>
                <a:latin typeface="Verdana"/>
                <a:ea typeface="Verdana"/>
                <a:cs typeface="Verdana"/>
                <a:sym typeface="Verdana"/>
              </a:defRPr>
            </a:lvl2pPr>
            <a:lvl3pPr lvl="2" marR="0" rtl="0" algn="l">
              <a:lnSpc>
                <a:spcPct val="114285"/>
              </a:lnSpc>
              <a:spcBef>
                <a:spcPts val="600"/>
              </a:spcBef>
              <a:spcAft>
                <a:spcPts val="0"/>
              </a:spcAft>
              <a:buClr>
                <a:schemeClr val="accent1"/>
              </a:buClr>
              <a:buSzPts val="1400"/>
              <a:buFont typeface="Arial"/>
              <a:buChar char="•"/>
              <a:defRPr b="0" i="0" sz="1400" u="none" cap="none" strike="noStrike">
                <a:solidFill>
                  <a:schemeClr val="dk1"/>
                </a:solidFill>
                <a:latin typeface="Verdana"/>
                <a:ea typeface="Verdana"/>
                <a:cs typeface="Verdana"/>
                <a:sym typeface="Verdana"/>
              </a:defRPr>
            </a:lvl3pPr>
            <a:lvl4pPr lvl="3" marR="0" rtl="0" algn="l">
              <a:lnSpc>
                <a:spcPct val="90000"/>
              </a:lnSpc>
              <a:spcBef>
                <a:spcPts val="600"/>
              </a:spcBef>
              <a:spcAft>
                <a:spcPts val="0"/>
              </a:spcAft>
              <a:buClr>
                <a:schemeClr val="accent1"/>
              </a:buClr>
              <a:buSzPts val="1200"/>
              <a:buFont typeface="Arial"/>
              <a:buChar char="‒"/>
              <a:defRPr b="0" i="0" sz="1200" u="none" cap="none" strike="noStrike">
                <a:solidFill>
                  <a:schemeClr val="dk1"/>
                </a:solidFill>
                <a:latin typeface="Verdana"/>
                <a:ea typeface="Verdana"/>
                <a:cs typeface="Verdana"/>
                <a:sym typeface="Verdana"/>
              </a:defRPr>
            </a:lvl4pPr>
            <a:lvl5pPr lvl="4"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Verdana"/>
                <a:ea typeface="Verdana"/>
                <a:cs typeface="Verdana"/>
                <a:sym typeface="Verdana"/>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9pPr>
          </a:lstStyle>
          <a:p/>
        </p:txBody>
      </p:sp>
      <p:sp>
        <p:nvSpPr>
          <p:cNvPr id="708" name="Google Shape;708;p53"/>
          <p:cNvSpPr/>
          <p:nvPr>
            <p:ph idx="3" type="chart"/>
          </p:nvPr>
        </p:nvSpPr>
        <p:spPr>
          <a:xfrm>
            <a:off x="6240463" y="1824707"/>
            <a:ext cx="5543550" cy="1963738"/>
          </a:xfrm>
          <a:prstGeom prst="rect">
            <a:avLst/>
          </a:prstGeom>
          <a:noFill/>
          <a:ln>
            <a:noFill/>
          </a:ln>
        </p:spPr>
        <p:txBody>
          <a:bodyPr anchorCtr="0" anchor="ctr" bIns="0" lIns="0" spcFirstLastPara="1" rIns="0" wrap="square" tIns="0">
            <a:noAutofit/>
          </a:bodyPr>
          <a:lstStyle>
            <a:lvl1pPr lvl="0" marR="0" rtl="0" algn="ctr">
              <a:lnSpc>
                <a:spcPct val="122222"/>
              </a:lnSpc>
              <a:spcBef>
                <a:spcPts val="0"/>
              </a:spcBef>
              <a:spcAft>
                <a:spcPts val="0"/>
              </a:spcAft>
              <a:buClr>
                <a:schemeClr val="dk1"/>
              </a:buClr>
              <a:buSzPts val="1800"/>
              <a:buFont typeface="Arial"/>
              <a:buNone/>
              <a:defRPr b="0" i="0" sz="1800" u="none" cap="none" strike="noStrike">
                <a:solidFill>
                  <a:schemeClr val="dk1"/>
                </a:solidFill>
                <a:latin typeface="Verdana"/>
                <a:ea typeface="Verdana"/>
                <a:cs typeface="Verdana"/>
                <a:sym typeface="Verdana"/>
              </a:defRPr>
            </a:lvl1pPr>
            <a:lvl2pPr lvl="1" marR="0" rtl="0" algn="l">
              <a:lnSpc>
                <a:spcPct val="125000"/>
              </a:lnSpc>
              <a:spcBef>
                <a:spcPts val="600"/>
              </a:spcBef>
              <a:spcAft>
                <a:spcPts val="0"/>
              </a:spcAft>
              <a:buClr>
                <a:schemeClr val="accent1"/>
              </a:buClr>
              <a:buSzPts val="1600"/>
              <a:buFont typeface="Noto Sans Symbols"/>
              <a:buChar char="▪"/>
              <a:defRPr b="0" i="0" sz="1600" u="none" cap="none" strike="noStrike">
                <a:solidFill>
                  <a:schemeClr val="dk1"/>
                </a:solidFill>
                <a:latin typeface="Verdana"/>
                <a:ea typeface="Verdana"/>
                <a:cs typeface="Verdana"/>
                <a:sym typeface="Verdana"/>
              </a:defRPr>
            </a:lvl2pPr>
            <a:lvl3pPr lvl="2" marR="0" rtl="0" algn="l">
              <a:lnSpc>
                <a:spcPct val="114285"/>
              </a:lnSpc>
              <a:spcBef>
                <a:spcPts val="600"/>
              </a:spcBef>
              <a:spcAft>
                <a:spcPts val="0"/>
              </a:spcAft>
              <a:buClr>
                <a:schemeClr val="accent1"/>
              </a:buClr>
              <a:buSzPts val="1400"/>
              <a:buFont typeface="Arial"/>
              <a:buChar char="•"/>
              <a:defRPr b="0" i="0" sz="1400" u="none" cap="none" strike="noStrike">
                <a:solidFill>
                  <a:schemeClr val="dk1"/>
                </a:solidFill>
                <a:latin typeface="Verdana"/>
                <a:ea typeface="Verdana"/>
                <a:cs typeface="Verdana"/>
                <a:sym typeface="Verdana"/>
              </a:defRPr>
            </a:lvl3pPr>
            <a:lvl4pPr lvl="3" marR="0" rtl="0" algn="l">
              <a:lnSpc>
                <a:spcPct val="90000"/>
              </a:lnSpc>
              <a:spcBef>
                <a:spcPts val="600"/>
              </a:spcBef>
              <a:spcAft>
                <a:spcPts val="0"/>
              </a:spcAft>
              <a:buClr>
                <a:schemeClr val="accent1"/>
              </a:buClr>
              <a:buSzPts val="1200"/>
              <a:buFont typeface="Arial"/>
              <a:buChar char="‒"/>
              <a:defRPr b="0" i="0" sz="1200" u="none" cap="none" strike="noStrike">
                <a:solidFill>
                  <a:schemeClr val="dk1"/>
                </a:solidFill>
                <a:latin typeface="Verdana"/>
                <a:ea typeface="Verdana"/>
                <a:cs typeface="Verdana"/>
                <a:sym typeface="Verdana"/>
              </a:defRPr>
            </a:lvl4pPr>
            <a:lvl5pPr lvl="4"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Verdana"/>
                <a:ea typeface="Verdana"/>
                <a:cs typeface="Verdana"/>
                <a:sym typeface="Verdana"/>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9pPr>
          </a:lstStyle>
          <a:p/>
        </p:txBody>
      </p:sp>
      <p:sp>
        <p:nvSpPr>
          <p:cNvPr id="709" name="Google Shape;709;p53"/>
          <p:cNvSpPr txBox="1"/>
          <p:nvPr>
            <p:ph idx="4" type="body"/>
          </p:nvPr>
        </p:nvSpPr>
        <p:spPr>
          <a:xfrm>
            <a:off x="6240463" y="1412875"/>
            <a:ext cx="5543550" cy="412363"/>
          </a:xfrm>
          <a:prstGeom prst="rect">
            <a:avLst/>
          </a:prstGeom>
          <a:noFill/>
          <a:ln>
            <a:noFill/>
          </a:ln>
        </p:spPr>
        <p:txBody>
          <a:bodyPr anchorCtr="0" anchor="b" bIns="0" lIns="0" spcFirstLastPara="1" rIns="0" wrap="square" tIns="0">
            <a:noAutofit/>
          </a:bodyPr>
          <a:lstStyle>
            <a:lvl1pPr indent="-228600" lvl="0" marL="457200" algn="l">
              <a:lnSpc>
                <a:spcPct val="112500"/>
              </a:lnSpc>
              <a:spcBef>
                <a:spcPts val="0"/>
              </a:spcBef>
              <a:spcAft>
                <a:spcPts val="0"/>
              </a:spcAft>
              <a:buClr>
                <a:schemeClr val="accent2"/>
              </a:buClr>
              <a:buSzPts val="1600"/>
              <a:buNone/>
              <a:defRPr b="0" sz="1600">
                <a:solidFill>
                  <a:schemeClr val="accent2"/>
                </a:solidFill>
              </a:defRPr>
            </a:lvl1pPr>
            <a:lvl2pPr indent="-317500" lvl="1" marL="914400" algn="l">
              <a:lnSpc>
                <a:spcPct val="142857"/>
              </a:lnSpc>
              <a:spcBef>
                <a:spcPts val="600"/>
              </a:spcBef>
              <a:spcAft>
                <a:spcPts val="0"/>
              </a:spcAft>
              <a:buSzPts val="1400"/>
              <a:buChar char="▪"/>
              <a:defRPr sz="1400"/>
            </a:lvl2pPr>
            <a:lvl3pPr indent="-304800" lvl="2" marL="1371600" algn="l">
              <a:lnSpc>
                <a:spcPct val="133333"/>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600"/>
              </a:spcBef>
              <a:spcAft>
                <a:spcPts val="0"/>
              </a:spcAft>
              <a:buClr>
                <a:schemeClr val="dk1"/>
              </a:buClr>
              <a:buSzPts val="1100"/>
              <a:buChar char="•"/>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0" name="Google Shape;710;p53"/>
          <p:cNvSpPr/>
          <p:nvPr/>
        </p:nvSpPr>
        <p:spPr>
          <a:xfrm>
            <a:off x="11784013" y="6555758"/>
            <a:ext cx="242375"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rgbClr val="7F7F7F"/>
                </a:solidFill>
                <a:latin typeface="Verdana"/>
                <a:ea typeface="Verdana"/>
                <a:cs typeface="Verdana"/>
                <a:sym typeface="Verdana"/>
              </a:rPr>
              <a:t>‹#›</a:t>
            </a:fld>
            <a:endParaRPr sz="800">
              <a:solidFill>
                <a:srgbClr val="7F7F7F"/>
              </a:solidFill>
              <a:latin typeface="Verdana"/>
              <a:ea typeface="Verdana"/>
              <a:cs typeface="Verdana"/>
              <a:sym typeface="Verdana"/>
            </a:endParaRPr>
          </a:p>
        </p:txBody>
      </p:sp>
      <p:cxnSp>
        <p:nvCxnSpPr>
          <p:cNvPr id="711" name="Google Shape;711;p53"/>
          <p:cNvCxnSpPr/>
          <p:nvPr/>
        </p:nvCxnSpPr>
        <p:spPr>
          <a:xfrm rot="10800000">
            <a:off x="3283674" y="6587911"/>
            <a:ext cx="0" cy="155576"/>
          </a:xfrm>
          <a:prstGeom prst="straightConnector1">
            <a:avLst/>
          </a:prstGeom>
          <a:solidFill>
            <a:schemeClr val="dk1"/>
          </a:solidFill>
          <a:ln cap="rnd" cmpd="sng" w="12700">
            <a:solidFill>
              <a:schemeClr val="accent2"/>
            </a:solidFill>
            <a:prstDash val="solid"/>
            <a:round/>
            <a:headEnd len="sm" w="sm" type="none"/>
            <a:tailEnd len="sm" w="sm" type="none"/>
          </a:ln>
        </p:spPr>
      </p:cxnSp>
      <p:sp>
        <p:nvSpPr>
          <p:cNvPr id="712" name="Google Shape;712;p53">
            <a:hlinkClick r:id="rId2"/>
          </p:cNvPr>
          <p:cNvSpPr/>
          <p:nvPr/>
        </p:nvSpPr>
        <p:spPr>
          <a:xfrm>
            <a:off x="407988" y="6555971"/>
            <a:ext cx="2829007" cy="219456"/>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lang="en-US" sz="800">
                <a:solidFill>
                  <a:srgbClr val="00458D"/>
                </a:solidFill>
                <a:latin typeface="Verdana"/>
                <a:ea typeface="Verdana"/>
                <a:cs typeface="Verdana"/>
                <a:sym typeface="Verdana"/>
              </a:rPr>
              <a:t>Presentation Title | Author | Date</a:t>
            </a:r>
            <a:endParaRPr/>
          </a:p>
        </p:txBody>
      </p:sp>
      <p:sp>
        <p:nvSpPr>
          <p:cNvPr id="713" name="Google Shape;713;p53"/>
          <p:cNvSpPr txBox="1"/>
          <p:nvPr>
            <p:ph type="title"/>
          </p:nvPr>
        </p:nvSpPr>
        <p:spPr>
          <a:xfrm>
            <a:off x="407988" y="404813"/>
            <a:ext cx="11016604" cy="863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2"/>
              </a:buClr>
              <a:buSzPts val="2600"/>
              <a:buFont typeface="Verdana"/>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4" name="Google Shape;714;p53"/>
          <p:cNvSpPr txBox="1"/>
          <p:nvPr>
            <p:ph idx="5" type="body"/>
          </p:nvPr>
        </p:nvSpPr>
        <p:spPr>
          <a:xfrm>
            <a:off x="407988" y="4081447"/>
            <a:ext cx="5543550" cy="412363"/>
          </a:xfrm>
          <a:prstGeom prst="rect">
            <a:avLst/>
          </a:prstGeom>
          <a:noFill/>
          <a:ln>
            <a:noFill/>
          </a:ln>
        </p:spPr>
        <p:txBody>
          <a:bodyPr anchorCtr="0" anchor="b" bIns="0" lIns="0" spcFirstLastPara="1" rIns="0" wrap="square" tIns="0">
            <a:noAutofit/>
          </a:bodyPr>
          <a:lstStyle>
            <a:lvl1pPr indent="-228600" lvl="0" marL="457200" algn="l">
              <a:lnSpc>
                <a:spcPct val="112500"/>
              </a:lnSpc>
              <a:spcBef>
                <a:spcPts val="0"/>
              </a:spcBef>
              <a:spcAft>
                <a:spcPts val="0"/>
              </a:spcAft>
              <a:buClr>
                <a:schemeClr val="accent2"/>
              </a:buClr>
              <a:buSzPts val="1600"/>
              <a:buNone/>
              <a:defRPr b="0" sz="1600">
                <a:solidFill>
                  <a:schemeClr val="accent2"/>
                </a:solidFill>
              </a:defRPr>
            </a:lvl1pPr>
            <a:lvl2pPr indent="-317500" lvl="1" marL="914400" algn="l">
              <a:lnSpc>
                <a:spcPct val="142857"/>
              </a:lnSpc>
              <a:spcBef>
                <a:spcPts val="600"/>
              </a:spcBef>
              <a:spcAft>
                <a:spcPts val="0"/>
              </a:spcAft>
              <a:buSzPts val="1400"/>
              <a:buChar char="▪"/>
              <a:defRPr sz="1400"/>
            </a:lvl2pPr>
            <a:lvl3pPr indent="-304800" lvl="2" marL="1371600" algn="l">
              <a:lnSpc>
                <a:spcPct val="133333"/>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600"/>
              </a:spcBef>
              <a:spcAft>
                <a:spcPts val="0"/>
              </a:spcAft>
              <a:buClr>
                <a:schemeClr val="dk1"/>
              </a:buClr>
              <a:buSzPts val="1100"/>
              <a:buChar char="•"/>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5" name="Google Shape;715;p53"/>
          <p:cNvSpPr/>
          <p:nvPr>
            <p:ph idx="6" type="chart"/>
          </p:nvPr>
        </p:nvSpPr>
        <p:spPr>
          <a:xfrm>
            <a:off x="407988" y="4478079"/>
            <a:ext cx="5543550" cy="1963738"/>
          </a:xfrm>
          <a:prstGeom prst="rect">
            <a:avLst/>
          </a:prstGeom>
          <a:noFill/>
          <a:ln>
            <a:noFill/>
          </a:ln>
        </p:spPr>
        <p:txBody>
          <a:bodyPr anchorCtr="0" anchor="ctr" bIns="0" lIns="0" spcFirstLastPara="1" rIns="0" wrap="square" tIns="0">
            <a:noAutofit/>
          </a:bodyPr>
          <a:lstStyle>
            <a:lvl1pPr lvl="0" marR="0" rtl="0" algn="ctr">
              <a:lnSpc>
                <a:spcPct val="122222"/>
              </a:lnSpc>
              <a:spcBef>
                <a:spcPts val="0"/>
              </a:spcBef>
              <a:spcAft>
                <a:spcPts val="0"/>
              </a:spcAft>
              <a:buClr>
                <a:schemeClr val="dk1"/>
              </a:buClr>
              <a:buSzPts val="1800"/>
              <a:buFont typeface="Arial"/>
              <a:buNone/>
              <a:defRPr b="0" i="0" sz="1800" u="none" cap="none" strike="noStrike">
                <a:solidFill>
                  <a:schemeClr val="dk1"/>
                </a:solidFill>
                <a:latin typeface="Verdana"/>
                <a:ea typeface="Verdana"/>
                <a:cs typeface="Verdana"/>
                <a:sym typeface="Verdana"/>
              </a:defRPr>
            </a:lvl1pPr>
            <a:lvl2pPr lvl="1" marR="0" rtl="0" algn="l">
              <a:lnSpc>
                <a:spcPct val="125000"/>
              </a:lnSpc>
              <a:spcBef>
                <a:spcPts val="600"/>
              </a:spcBef>
              <a:spcAft>
                <a:spcPts val="0"/>
              </a:spcAft>
              <a:buClr>
                <a:schemeClr val="accent1"/>
              </a:buClr>
              <a:buSzPts val="1600"/>
              <a:buFont typeface="Noto Sans Symbols"/>
              <a:buChar char="▪"/>
              <a:defRPr b="0" i="0" sz="1600" u="none" cap="none" strike="noStrike">
                <a:solidFill>
                  <a:schemeClr val="dk1"/>
                </a:solidFill>
                <a:latin typeface="Verdana"/>
                <a:ea typeface="Verdana"/>
                <a:cs typeface="Verdana"/>
                <a:sym typeface="Verdana"/>
              </a:defRPr>
            </a:lvl2pPr>
            <a:lvl3pPr lvl="2" marR="0" rtl="0" algn="l">
              <a:lnSpc>
                <a:spcPct val="114285"/>
              </a:lnSpc>
              <a:spcBef>
                <a:spcPts val="600"/>
              </a:spcBef>
              <a:spcAft>
                <a:spcPts val="0"/>
              </a:spcAft>
              <a:buClr>
                <a:schemeClr val="accent1"/>
              </a:buClr>
              <a:buSzPts val="1400"/>
              <a:buFont typeface="Arial"/>
              <a:buChar char="•"/>
              <a:defRPr b="0" i="0" sz="1400" u="none" cap="none" strike="noStrike">
                <a:solidFill>
                  <a:schemeClr val="dk1"/>
                </a:solidFill>
                <a:latin typeface="Verdana"/>
                <a:ea typeface="Verdana"/>
                <a:cs typeface="Verdana"/>
                <a:sym typeface="Verdana"/>
              </a:defRPr>
            </a:lvl3pPr>
            <a:lvl4pPr lvl="3" marR="0" rtl="0" algn="l">
              <a:lnSpc>
                <a:spcPct val="90000"/>
              </a:lnSpc>
              <a:spcBef>
                <a:spcPts val="600"/>
              </a:spcBef>
              <a:spcAft>
                <a:spcPts val="0"/>
              </a:spcAft>
              <a:buClr>
                <a:schemeClr val="accent1"/>
              </a:buClr>
              <a:buSzPts val="1200"/>
              <a:buFont typeface="Arial"/>
              <a:buChar char="‒"/>
              <a:defRPr b="0" i="0" sz="1200" u="none" cap="none" strike="noStrike">
                <a:solidFill>
                  <a:schemeClr val="dk1"/>
                </a:solidFill>
                <a:latin typeface="Verdana"/>
                <a:ea typeface="Verdana"/>
                <a:cs typeface="Verdana"/>
                <a:sym typeface="Verdana"/>
              </a:defRPr>
            </a:lvl4pPr>
            <a:lvl5pPr lvl="4"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Verdana"/>
                <a:ea typeface="Verdana"/>
                <a:cs typeface="Verdana"/>
                <a:sym typeface="Verdana"/>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9pPr>
          </a:lstStyle>
          <a:p/>
        </p:txBody>
      </p:sp>
      <p:sp>
        <p:nvSpPr>
          <p:cNvPr id="716" name="Google Shape;716;p53"/>
          <p:cNvSpPr/>
          <p:nvPr>
            <p:ph idx="7" type="chart"/>
          </p:nvPr>
        </p:nvSpPr>
        <p:spPr>
          <a:xfrm>
            <a:off x="6240463" y="4478079"/>
            <a:ext cx="5543550" cy="1963738"/>
          </a:xfrm>
          <a:prstGeom prst="rect">
            <a:avLst/>
          </a:prstGeom>
          <a:noFill/>
          <a:ln>
            <a:noFill/>
          </a:ln>
        </p:spPr>
        <p:txBody>
          <a:bodyPr anchorCtr="0" anchor="ctr" bIns="0" lIns="0" spcFirstLastPara="1" rIns="0" wrap="square" tIns="0">
            <a:noAutofit/>
          </a:bodyPr>
          <a:lstStyle>
            <a:lvl1pPr lvl="0" marR="0" rtl="0" algn="ctr">
              <a:lnSpc>
                <a:spcPct val="122222"/>
              </a:lnSpc>
              <a:spcBef>
                <a:spcPts val="0"/>
              </a:spcBef>
              <a:spcAft>
                <a:spcPts val="0"/>
              </a:spcAft>
              <a:buClr>
                <a:schemeClr val="dk1"/>
              </a:buClr>
              <a:buSzPts val="1800"/>
              <a:buFont typeface="Arial"/>
              <a:buNone/>
              <a:defRPr b="0" i="0" sz="1800" u="none" cap="none" strike="noStrike">
                <a:solidFill>
                  <a:schemeClr val="dk1"/>
                </a:solidFill>
                <a:latin typeface="Verdana"/>
                <a:ea typeface="Verdana"/>
                <a:cs typeface="Verdana"/>
                <a:sym typeface="Verdana"/>
              </a:defRPr>
            </a:lvl1pPr>
            <a:lvl2pPr lvl="1" marR="0" rtl="0" algn="l">
              <a:lnSpc>
                <a:spcPct val="125000"/>
              </a:lnSpc>
              <a:spcBef>
                <a:spcPts val="600"/>
              </a:spcBef>
              <a:spcAft>
                <a:spcPts val="0"/>
              </a:spcAft>
              <a:buClr>
                <a:schemeClr val="accent1"/>
              </a:buClr>
              <a:buSzPts val="1600"/>
              <a:buFont typeface="Noto Sans Symbols"/>
              <a:buChar char="▪"/>
              <a:defRPr b="0" i="0" sz="1600" u="none" cap="none" strike="noStrike">
                <a:solidFill>
                  <a:schemeClr val="dk1"/>
                </a:solidFill>
                <a:latin typeface="Verdana"/>
                <a:ea typeface="Verdana"/>
                <a:cs typeface="Verdana"/>
                <a:sym typeface="Verdana"/>
              </a:defRPr>
            </a:lvl2pPr>
            <a:lvl3pPr lvl="2" marR="0" rtl="0" algn="l">
              <a:lnSpc>
                <a:spcPct val="114285"/>
              </a:lnSpc>
              <a:spcBef>
                <a:spcPts val="600"/>
              </a:spcBef>
              <a:spcAft>
                <a:spcPts val="0"/>
              </a:spcAft>
              <a:buClr>
                <a:schemeClr val="accent1"/>
              </a:buClr>
              <a:buSzPts val="1400"/>
              <a:buFont typeface="Arial"/>
              <a:buChar char="•"/>
              <a:defRPr b="0" i="0" sz="1400" u="none" cap="none" strike="noStrike">
                <a:solidFill>
                  <a:schemeClr val="dk1"/>
                </a:solidFill>
                <a:latin typeface="Verdana"/>
                <a:ea typeface="Verdana"/>
                <a:cs typeface="Verdana"/>
                <a:sym typeface="Verdana"/>
              </a:defRPr>
            </a:lvl3pPr>
            <a:lvl4pPr lvl="3" marR="0" rtl="0" algn="l">
              <a:lnSpc>
                <a:spcPct val="90000"/>
              </a:lnSpc>
              <a:spcBef>
                <a:spcPts val="600"/>
              </a:spcBef>
              <a:spcAft>
                <a:spcPts val="0"/>
              </a:spcAft>
              <a:buClr>
                <a:schemeClr val="accent1"/>
              </a:buClr>
              <a:buSzPts val="1200"/>
              <a:buFont typeface="Arial"/>
              <a:buChar char="‒"/>
              <a:defRPr b="0" i="0" sz="1200" u="none" cap="none" strike="noStrike">
                <a:solidFill>
                  <a:schemeClr val="dk1"/>
                </a:solidFill>
                <a:latin typeface="Verdana"/>
                <a:ea typeface="Verdana"/>
                <a:cs typeface="Verdana"/>
                <a:sym typeface="Verdana"/>
              </a:defRPr>
            </a:lvl4pPr>
            <a:lvl5pPr lvl="4"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Verdana"/>
                <a:ea typeface="Verdana"/>
                <a:cs typeface="Verdana"/>
                <a:sym typeface="Verdana"/>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9pPr>
          </a:lstStyle>
          <a:p/>
        </p:txBody>
      </p:sp>
      <p:sp>
        <p:nvSpPr>
          <p:cNvPr id="717" name="Google Shape;717;p53"/>
          <p:cNvSpPr txBox="1"/>
          <p:nvPr>
            <p:ph idx="8" type="body"/>
          </p:nvPr>
        </p:nvSpPr>
        <p:spPr>
          <a:xfrm>
            <a:off x="6240463" y="4066247"/>
            <a:ext cx="5543550" cy="412363"/>
          </a:xfrm>
          <a:prstGeom prst="rect">
            <a:avLst/>
          </a:prstGeom>
          <a:noFill/>
          <a:ln>
            <a:noFill/>
          </a:ln>
        </p:spPr>
        <p:txBody>
          <a:bodyPr anchorCtr="0" anchor="b" bIns="0" lIns="0" spcFirstLastPara="1" rIns="0" wrap="square" tIns="0">
            <a:noAutofit/>
          </a:bodyPr>
          <a:lstStyle>
            <a:lvl1pPr indent="-228600" lvl="0" marL="457200" algn="l">
              <a:lnSpc>
                <a:spcPct val="112500"/>
              </a:lnSpc>
              <a:spcBef>
                <a:spcPts val="0"/>
              </a:spcBef>
              <a:spcAft>
                <a:spcPts val="0"/>
              </a:spcAft>
              <a:buClr>
                <a:schemeClr val="accent2"/>
              </a:buClr>
              <a:buSzPts val="1600"/>
              <a:buNone/>
              <a:defRPr b="0" sz="1600">
                <a:solidFill>
                  <a:schemeClr val="accent2"/>
                </a:solidFill>
              </a:defRPr>
            </a:lvl1pPr>
            <a:lvl2pPr indent="-317500" lvl="1" marL="914400" algn="l">
              <a:lnSpc>
                <a:spcPct val="142857"/>
              </a:lnSpc>
              <a:spcBef>
                <a:spcPts val="600"/>
              </a:spcBef>
              <a:spcAft>
                <a:spcPts val="0"/>
              </a:spcAft>
              <a:buSzPts val="1400"/>
              <a:buChar char="▪"/>
              <a:defRPr sz="1400"/>
            </a:lvl2pPr>
            <a:lvl3pPr indent="-304800" lvl="2" marL="1371600" algn="l">
              <a:lnSpc>
                <a:spcPct val="133333"/>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600"/>
              </a:spcBef>
              <a:spcAft>
                <a:spcPts val="0"/>
              </a:spcAft>
              <a:buClr>
                <a:schemeClr val="dk1"/>
              </a:buClr>
              <a:buSzPts val="1100"/>
              <a:buChar char="•"/>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8" name="Google Shape;718;p53"/>
          <p:cNvSpPr/>
          <p:nvPr/>
        </p:nvSpPr>
        <p:spPr>
          <a:xfrm>
            <a:off x="3411379" y="6555758"/>
            <a:ext cx="222368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800">
                <a:solidFill>
                  <a:srgbClr val="767676"/>
                </a:solidFill>
                <a:latin typeface="Verdana"/>
                <a:ea typeface="Verdana"/>
                <a:cs typeface="Verdana"/>
                <a:sym typeface="Verdana"/>
              </a:rPr>
              <a:t>© 2017 Capgemini. All rights reserved.</a:t>
            </a:r>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with Bullets">
  <p:cSld name="Agenda with Bullets">
    <p:spTree>
      <p:nvGrpSpPr>
        <p:cNvPr id="719" name="Shape 719"/>
        <p:cNvGrpSpPr/>
        <p:nvPr/>
      </p:nvGrpSpPr>
      <p:grpSpPr>
        <a:xfrm>
          <a:off x="0" y="0"/>
          <a:ext cx="0" cy="0"/>
          <a:chOff x="0" y="0"/>
          <a:chExt cx="0" cy="0"/>
        </a:xfrm>
      </p:grpSpPr>
      <p:sp>
        <p:nvSpPr>
          <p:cNvPr id="720" name="Google Shape;720;p54"/>
          <p:cNvSpPr/>
          <p:nvPr/>
        </p:nvSpPr>
        <p:spPr>
          <a:xfrm>
            <a:off x="0" y="1485900"/>
            <a:ext cx="6423098" cy="5372100"/>
          </a:xfrm>
          <a:custGeom>
            <a:rect b="b" l="l" r="r" t="t"/>
            <a:pathLst>
              <a:path extrusionOk="0" h="5143500" w="6149773">
                <a:moveTo>
                  <a:pt x="0" y="0"/>
                </a:moveTo>
                <a:lnTo>
                  <a:pt x="6149773" y="0"/>
                </a:lnTo>
                <a:lnTo>
                  <a:pt x="6149773" y="5143500"/>
                </a:lnTo>
                <a:lnTo>
                  <a:pt x="0" y="5143500"/>
                </a:lnTo>
                <a:close/>
              </a:path>
            </a:pathLst>
          </a:custGeom>
          <a:noFill/>
          <a:ln>
            <a:noFill/>
          </a:ln>
        </p:spPr>
      </p:sp>
      <p:sp>
        <p:nvSpPr>
          <p:cNvPr id="721" name="Google Shape;721;p54"/>
          <p:cNvSpPr txBox="1"/>
          <p:nvPr>
            <p:ph idx="1" type="body"/>
          </p:nvPr>
        </p:nvSpPr>
        <p:spPr>
          <a:xfrm>
            <a:off x="8075612" y="1268413"/>
            <a:ext cx="3708401" cy="555448"/>
          </a:xfrm>
          <a:prstGeom prst="rect">
            <a:avLst/>
          </a:prstGeom>
          <a:noFill/>
          <a:ln>
            <a:noFill/>
          </a:ln>
        </p:spPr>
        <p:txBody>
          <a:bodyPr anchorCtr="0" anchor="ctr"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17500" lvl="4" marL="2286000" algn="l">
              <a:lnSpc>
                <a:spcPct val="100000"/>
              </a:lnSpc>
              <a:spcBef>
                <a:spcPts val="6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2" name="Google Shape;722;p54"/>
          <p:cNvSpPr txBox="1"/>
          <p:nvPr>
            <p:ph idx="2" type="body"/>
          </p:nvPr>
        </p:nvSpPr>
        <p:spPr>
          <a:xfrm>
            <a:off x="8075612" y="1927538"/>
            <a:ext cx="3708401" cy="555448"/>
          </a:xfrm>
          <a:prstGeom prst="rect">
            <a:avLst/>
          </a:prstGeom>
          <a:noFill/>
          <a:ln>
            <a:noFill/>
          </a:ln>
        </p:spPr>
        <p:txBody>
          <a:bodyPr anchorCtr="0" anchor="ctr" bIns="0" lIns="0" spcFirstLastPara="1" rIns="0" wrap="square" tIns="0">
            <a:noAutofit/>
          </a:bodyPr>
          <a:lstStyle>
            <a:lvl1pPr indent="-228600" lvl="0" marL="457200" marR="0" algn="l">
              <a:lnSpc>
                <a:spcPct val="114285"/>
              </a:lnSpc>
              <a:spcBef>
                <a:spcPts val="0"/>
              </a:spcBef>
              <a:spcAft>
                <a:spcPts val="0"/>
              </a:spcAft>
              <a:buClr>
                <a:schemeClr val="dk1"/>
              </a:buClr>
              <a:buSzPts val="1400"/>
              <a:buFont typeface="Arial"/>
              <a:buNone/>
              <a:defRPr sz="1400">
                <a:solidFill>
                  <a:schemeClr val="dk1"/>
                </a:solidFill>
              </a:defRPr>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17500" lvl="4" marL="2286000" algn="l">
              <a:lnSpc>
                <a:spcPct val="100000"/>
              </a:lnSpc>
              <a:spcBef>
                <a:spcPts val="6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3" name="Google Shape;723;p54"/>
          <p:cNvSpPr txBox="1"/>
          <p:nvPr>
            <p:ph idx="3" type="body"/>
          </p:nvPr>
        </p:nvSpPr>
        <p:spPr>
          <a:xfrm>
            <a:off x="8075612" y="2586663"/>
            <a:ext cx="3708401" cy="555448"/>
          </a:xfrm>
          <a:prstGeom prst="rect">
            <a:avLst/>
          </a:prstGeom>
          <a:noFill/>
          <a:ln>
            <a:noFill/>
          </a:ln>
        </p:spPr>
        <p:txBody>
          <a:bodyPr anchorCtr="0" anchor="ctr"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17500" lvl="4" marL="2286000" algn="l">
              <a:lnSpc>
                <a:spcPct val="100000"/>
              </a:lnSpc>
              <a:spcBef>
                <a:spcPts val="6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4" name="Google Shape;724;p54"/>
          <p:cNvSpPr txBox="1"/>
          <p:nvPr>
            <p:ph idx="4" type="body"/>
          </p:nvPr>
        </p:nvSpPr>
        <p:spPr>
          <a:xfrm>
            <a:off x="8075612" y="3245788"/>
            <a:ext cx="3708401" cy="555448"/>
          </a:xfrm>
          <a:prstGeom prst="rect">
            <a:avLst/>
          </a:prstGeom>
          <a:noFill/>
          <a:ln>
            <a:noFill/>
          </a:ln>
        </p:spPr>
        <p:txBody>
          <a:bodyPr anchorCtr="0" anchor="ctr"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17500" lvl="4" marL="2286000" algn="l">
              <a:lnSpc>
                <a:spcPct val="100000"/>
              </a:lnSpc>
              <a:spcBef>
                <a:spcPts val="6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5" name="Google Shape;725;p54"/>
          <p:cNvSpPr txBox="1"/>
          <p:nvPr>
            <p:ph idx="5" type="body"/>
          </p:nvPr>
        </p:nvSpPr>
        <p:spPr>
          <a:xfrm>
            <a:off x="8075612" y="3904913"/>
            <a:ext cx="3708401" cy="555448"/>
          </a:xfrm>
          <a:prstGeom prst="rect">
            <a:avLst/>
          </a:prstGeom>
          <a:noFill/>
          <a:ln>
            <a:noFill/>
          </a:ln>
        </p:spPr>
        <p:txBody>
          <a:bodyPr anchorCtr="0" anchor="ctr"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17500" lvl="4" marL="2286000" algn="l">
              <a:lnSpc>
                <a:spcPct val="100000"/>
              </a:lnSpc>
              <a:spcBef>
                <a:spcPts val="6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6" name="Google Shape;726;p54"/>
          <p:cNvSpPr txBox="1"/>
          <p:nvPr>
            <p:ph idx="6" type="body"/>
          </p:nvPr>
        </p:nvSpPr>
        <p:spPr>
          <a:xfrm>
            <a:off x="8075612" y="4564038"/>
            <a:ext cx="3708401" cy="555448"/>
          </a:xfrm>
          <a:prstGeom prst="rect">
            <a:avLst/>
          </a:prstGeom>
          <a:noFill/>
          <a:ln>
            <a:noFill/>
          </a:ln>
        </p:spPr>
        <p:txBody>
          <a:bodyPr anchorCtr="0" anchor="ctr"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17500" lvl="4" marL="2286000" algn="l">
              <a:lnSpc>
                <a:spcPct val="100000"/>
              </a:lnSpc>
              <a:spcBef>
                <a:spcPts val="6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7" name="Google Shape;727;p54"/>
          <p:cNvSpPr txBox="1"/>
          <p:nvPr>
            <p:ph idx="7" type="body"/>
          </p:nvPr>
        </p:nvSpPr>
        <p:spPr>
          <a:xfrm>
            <a:off x="8075612" y="5223163"/>
            <a:ext cx="3708401" cy="555448"/>
          </a:xfrm>
          <a:prstGeom prst="rect">
            <a:avLst/>
          </a:prstGeom>
          <a:noFill/>
          <a:ln>
            <a:noFill/>
          </a:ln>
        </p:spPr>
        <p:txBody>
          <a:bodyPr anchorCtr="0" anchor="ctr"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17500" lvl="4" marL="2286000" algn="l">
              <a:lnSpc>
                <a:spcPct val="100000"/>
              </a:lnSpc>
              <a:spcBef>
                <a:spcPts val="6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8" name="Google Shape;728;p54"/>
          <p:cNvSpPr txBox="1"/>
          <p:nvPr>
            <p:ph idx="8" type="body"/>
          </p:nvPr>
        </p:nvSpPr>
        <p:spPr>
          <a:xfrm>
            <a:off x="8075612" y="5882286"/>
            <a:ext cx="3708401" cy="555448"/>
          </a:xfrm>
          <a:prstGeom prst="rect">
            <a:avLst/>
          </a:prstGeom>
          <a:noFill/>
          <a:ln>
            <a:noFill/>
          </a:ln>
        </p:spPr>
        <p:txBody>
          <a:bodyPr anchorCtr="0" anchor="ctr"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17500" lvl="4" marL="2286000" algn="l">
              <a:lnSpc>
                <a:spcPct val="100000"/>
              </a:lnSpc>
              <a:spcBef>
                <a:spcPts val="6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9" name="Google Shape;729;p54"/>
          <p:cNvSpPr/>
          <p:nvPr>
            <p:ph idx="9" type="pic"/>
          </p:nvPr>
        </p:nvSpPr>
        <p:spPr>
          <a:xfrm>
            <a:off x="0" y="1381125"/>
            <a:ext cx="7494588" cy="5476875"/>
          </a:xfrm>
          <a:prstGeom prst="rect">
            <a:avLst/>
          </a:prstGeom>
          <a:noFill/>
          <a:ln>
            <a:noFill/>
          </a:ln>
        </p:spPr>
      </p:sp>
      <p:sp>
        <p:nvSpPr>
          <p:cNvPr id="730" name="Google Shape;730;p54"/>
          <p:cNvSpPr txBox="1"/>
          <p:nvPr>
            <p:ph type="title"/>
          </p:nvPr>
        </p:nvSpPr>
        <p:spPr>
          <a:xfrm>
            <a:off x="407988" y="404813"/>
            <a:ext cx="11016604" cy="863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accent3"/>
              </a:buClr>
              <a:buSzPts val="2600"/>
              <a:buFont typeface="Verdana"/>
              <a:buNone/>
              <a:defRPr>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1" name="Google Shape;731;p54"/>
          <p:cNvSpPr/>
          <p:nvPr/>
        </p:nvSpPr>
        <p:spPr>
          <a:xfrm>
            <a:off x="11784013" y="6555758"/>
            <a:ext cx="242375"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rgbClr val="7F7F7F"/>
                </a:solidFill>
                <a:latin typeface="Verdana"/>
                <a:ea typeface="Verdana"/>
                <a:cs typeface="Verdana"/>
                <a:sym typeface="Verdana"/>
              </a:rPr>
              <a:t>‹#›</a:t>
            </a:fld>
            <a:endParaRPr sz="800">
              <a:solidFill>
                <a:srgbClr val="7F7F7F"/>
              </a:solidFill>
              <a:latin typeface="Verdana"/>
              <a:ea typeface="Verdana"/>
              <a:cs typeface="Verdana"/>
              <a:sym typeface="Verdana"/>
            </a:endParaRPr>
          </a:p>
        </p:txBody>
      </p:sp>
      <p:cxnSp>
        <p:nvCxnSpPr>
          <p:cNvPr id="732" name="Google Shape;732;p54"/>
          <p:cNvCxnSpPr/>
          <p:nvPr/>
        </p:nvCxnSpPr>
        <p:spPr>
          <a:xfrm rot="10800000">
            <a:off x="3283674" y="6587911"/>
            <a:ext cx="0" cy="155576"/>
          </a:xfrm>
          <a:prstGeom prst="straightConnector1">
            <a:avLst/>
          </a:prstGeom>
          <a:solidFill>
            <a:schemeClr val="dk1"/>
          </a:solidFill>
          <a:ln cap="rnd" cmpd="sng" w="12700">
            <a:solidFill>
              <a:srgbClr val="F2F2F2"/>
            </a:solidFill>
            <a:prstDash val="solid"/>
            <a:round/>
            <a:headEnd len="sm" w="sm" type="none"/>
            <a:tailEnd len="sm" w="sm" type="none"/>
          </a:ln>
        </p:spPr>
      </p:cxnSp>
      <p:sp>
        <p:nvSpPr>
          <p:cNvPr id="733" name="Google Shape;733;p54">
            <a:hlinkClick r:id="rId2"/>
          </p:cNvPr>
          <p:cNvSpPr/>
          <p:nvPr/>
        </p:nvSpPr>
        <p:spPr>
          <a:xfrm>
            <a:off x="407988" y="6555971"/>
            <a:ext cx="2829007" cy="219456"/>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lang="en-US" sz="800">
                <a:solidFill>
                  <a:srgbClr val="00458D"/>
                </a:solidFill>
                <a:latin typeface="Verdana"/>
                <a:ea typeface="Verdana"/>
                <a:cs typeface="Verdana"/>
                <a:sym typeface="Verdana"/>
              </a:rPr>
              <a:t>Presentation Title | Author | Date</a:t>
            </a:r>
            <a:endParaRPr/>
          </a:p>
        </p:txBody>
      </p:sp>
      <p:sp>
        <p:nvSpPr>
          <p:cNvPr id="734" name="Google Shape;734;p54"/>
          <p:cNvSpPr/>
          <p:nvPr/>
        </p:nvSpPr>
        <p:spPr>
          <a:xfrm>
            <a:off x="3411379" y="6555758"/>
            <a:ext cx="222368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800">
                <a:solidFill>
                  <a:schemeClr val="lt1"/>
                </a:solidFill>
                <a:latin typeface="Verdana"/>
                <a:ea typeface="Verdana"/>
                <a:cs typeface="Verdana"/>
                <a:sym typeface="Verdana"/>
              </a:rPr>
              <a:t>© 2017 Capgemini. All rights reserved.</a:t>
            </a:r>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with Shapes - Layout3">
  <p:cSld name="Text with Shapes - Layout3">
    <p:spTree>
      <p:nvGrpSpPr>
        <p:cNvPr id="735" name="Shape 735"/>
        <p:cNvGrpSpPr/>
        <p:nvPr/>
      </p:nvGrpSpPr>
      <p:grpSpPr>
        <a:xfrm>
          <a:off x="0" y="0"/>
          <a:ext cx="0" cy="0"/>
          <a:chOff x="0" y="0"/>
          <a:chExt cx="0" cy="0"/>
        </a:xfrm>
      </p:grpSpPr>
      <p:sp>
        <p:nvSpPr>
          <p:cNvPr id="736" name="Google Shape;736;p55"/>
          <p:cNvSpPr/>
          <p:nvPr/>
        </p:nvSpPr>
        <p:spPr>
          <a:xfrm>
            <a:off x="5550122" y="732974"/>
            <a:ext cx="6641878" cy="6125027"/>
          </a:xfrm>
          <a:custGeom>
            <a:rect b="b" l="l" r="r" t="t"/>
            <a:pathLst>
              <a:path extrusionOk="0" h="6125027" w="6641878">
                <a:moveTo>
                  <a:pt x="4389354" y="775"/>
                </a:moveTo>
                <a:cubicBezTo>
                  <a:pt x="5042595" y="7500"/>
                  <a:pt x="5686424" y="58155"/>
                  <a:pt x="6309188" y="158122"/>
                </a:cubicBezTo>
                <a:lnTo>
                  <a:pt x="6641878" y="218708"/>
                </a:lnTo>
                <a:lnTo>
                  <a:pt x="6641878" y="6125027"/>
                </a:lnTo>
                <a:lnTo>
                  <a:pt x="0" y="6125027"/>
                </a:lnTo>
                <a:lnTo>
                  <a:pt x="90624" y="5875088"/>
                </a:lnTo>
                <a:cubicBezTo>
                  <a:pt x="963229" y="3633055"/>
                  <a:pt x="2980348" y="1576261"/>
                  <a:pt x="3403890" y="22965"/>
                </a:cubicBezTo>
                <a:cubicBezTo>
                  <a:pt x="3733760" y="5034"/>
                  <a:pt x="4062734" y="-2587"/>
                  <a:pt x="4389354" y="775"/>
                </a:cubicBezTo>
                <a:close/>
              </a:path>
            </a:pathLst>
          </a:custGeom>
          <a:solidFill>
            <a:srgbClr val="FF304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737" name="Google Shape;737;p55"/>
          <p:cNvSpPr txBox="1"/>
          <p:nvPr>
            <p:ph idx="1" type="body"/>
          </p:nvPr>
        </p:nvSpPr>
        <p:spPr>
          <a:xfrm>
            <a:off x="2044699" y="3913792"/>
            <a:ext cx="2994439" cy="894840"/>
          </a:xfrm>
          <a:prstGeom prst="rect">
            <a:avLst/>
          </a:prstGeom>
          <a:noFill/>
          <a:ln>
            <a:noFill/>
          </a:ln>
        </p:spPr>
        <p:txBody>
          <a:bodyPr anchorCtr="0" anchor="ctr"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17500" lvl="4" marL="2286000" algn="l">
              <a:lnSpc>
                <a:spcPct val="100000"/>
              </a:lnSpc>
              <a:spcBef>
                <a:spcPts val="6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8" name="Google Shape;738;p55"/>
          <p:cNvSpPr txBox="1"/>
          <p:nvPr>
            <p:ph idx="2" type="body"/>
          </p:nvPr>
        </p:nvSpPr>
        <p:spPr>
          <a:xfrm>
            <a:off x="2044699" y="5111406"/>
            <a:ext cx="2994439" cy="894840"/>
          </a:xfrm>
          <a:prstGeom prst="rect">
            <a:avLst/>
          </a:prstGeom>
          <a:noFill/>
          <a:ln>
            <a:noFill/>
          </a:ln>
        </p:spPr>
        <p:txBody>
          <a:bodyPr anchorCtr="0" anchor="ctr"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17500" lvl="4" marL="2286000" algn="l">
              <a:lnSpc>
                <a:spcPct val="100000"/>
              </a:lnSpc>
              <a:spcBef>
                <a:spcPts val="6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9" name="Google Shape;739;p55"/>
          <p:cNvSpPr txBox="1"/>
          <p:nvPr>
            <p:ph idx="3" type="body"/>
          </p:nvPr>
        </p:nvSpPr>
        <p:spPr>
          <a:xfrm>
            <a:off x="407988" y="1413990"/>
            <a:ext cx="6297894" cy="894840"/>
          </a:xfrm>
          <a:prstGeom prst="rect">
            <a:avLst/>
          </a:prstGeom>
          <a:noFill/>
          <a:ln>
            <a:noFill/>
          </a:ln>
        </p:spPr>
        <p:txBody>
          <a:bodyPr anchorCtr="0" anchor="t" bIns="0" lIns="0" spcFirstLastPara="1" rIns="0" wrap="square" tIns="0">
            <a:noAutofit/>
          </a:bodyPr>
          <a:lstStyle>
            <a:lvl1pPr indent="-228600" lvl="0" marL="457200" algn="l">
              <a:lnSpc>
                <a:spcPct val="122222"/>
              </a:lnSpc>
              <a:spcBef>
                <a:spcPts val="0"/>
              </a:spcBef>
              <a:spcAft>
                <a:spcPts val="0"/>
              </a:spcAft>
              <a:buClr>
                <a:schemeClr val="dk1"/>
              </a:buClr>
              <a:buSzPts val="1800"/>
              <a:buNone/>
              <a:defRPr sz="1800"/>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17500" lvl="4" marL="2286000" algn="l">
              <a:lnSpc>
                <a:spcPct val="100000"/>
              </a:lnSpc>
              <a:spcBef>
                <a:spcPts val="6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0" name="Google Shape;740;p55"/>
          <p:cNvSpPr txBox="1"/>
          <p:nvPr>
            <p:ph idx="4" type="body"/>
          </p:nvPr>
        </p:nvSpPr>
        <p:spPr>
          <a:xfrm>
            <a:off x="2044699" y="2611604"/>
            <a:ext cx="2994439" cy="894840"/>
          </a:xfrm>
          <a:prstGeom prst="rect">
            <a:avLst/>
          </a:prstGeom>
          <a:noFill/>
          <a:ln>
            <a:noFill/>
          </a:ln>
        </p:spPr>
        <p:txBody>
          <a:bodyPr anchorCtr="0" anchor="ctr"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17500" lvl="4" marL="2286000" algn="l">
              <a:lnSpc>
                <a:spcPct val="100000"/>
              </a:lnSpc>
              <a:spcBef>
                <a:spcPts val="6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1" name="Google Shape;741;p55"/>
          <p:cNvSpPr txBox="1"/>
          <p:nvPr>
            <p:ph idx="5" type="body"/>
          </p:nvPr>
        </p:nvSpPr>
        <p:spPr>
          <a:xfrm>
            <a:off x="7392144" y="5276721"/>
            <a:ext cx="4391869" cy="729525"/>
          </a:xfrm>
          <a:prstGeom prst="rect">
            <a:avLst/>
          </a:prstGeom>
          <a:noFill/>
          <a:ln>
            <a:noFill/>
          </a:ln>
        </p:spPr>
        <p:txBody>
          <a:bodyPr anchorCtr="0" anchor="t" bIns="0" lIns="0" spcFirstLastPara="1" rIns="0" wrap="square" tIns="0">
            <a:noAutofit/>
          </a:bodyPr>
          <a:lstStyle>
            <a:lvl1pPr indent="-228600" lvl="0" marL="457200" algn="r">
              <a:lnSpc>
                <a:spcPct val="112500"/>
              </a:lnSpc>
              <a:spcBef>
                <a:spcPts val="0"/>
              </a:spcBef>
              <a:spcAft>
                <a:spcPts val="0"/>
              </a:spcAft>
              <a:buClr>
                <a:schemeClr val="lt1"/>
              </a:buClr>
              <a:buSzPts val="1600"/>
              <a:buNone/>
              <a:defRPr sz="1600">
                <a:solidFill>
                  <a:schemeClr val="lt1"/>
                </a:solidFill>
              </a:defRPr>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17500" lvl="4" marL="2286000" algn="l">
              <a:lnSpc>
                <a:spcPct val="100000"/>
              </a:lnSpc>
              <a:spcBef>
                <a:spcPts val="6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2" name="Google Shape;742;p55"/>
          <p:cNvSpPr txBox="1"/>
          <p:nvPr>
            <p:ph idx="6" type="body"/>
          </p:nvPr>
        </p:nvSpPr>
        <p:spPr>
          <a:xfrm>
            <a:off x="7392144" y="4140764"/>
            <a:ext cx="4391869" cy="974725"/>
          </a:xfrm>
          <a:prstGeom prst="rect">
            <a:avLst/>
          </a:prstGeom>
          <a:noFill/>
          <a:ln>
            <a:noFill/>
          </a:ln>
        </p:spPr>
        <p:txBody>
          <a:bodyPr anchorCtr="0" anchor="b" bIns="0" lIns="0" spcFirstLastPara="1" rIns="0" wrap="square" tIns="0">
            <a:noAutofit/>
          </a:bodyPr>
          <a:lstStyle>
            <a:lvl1pPr indent="-228600" lvl="0" marL="457200" algn="r">
              <a:lnSpc>
                <a:spcPct val="115384"/>
              </a:lnSpc>
              <a:spcBef>
                <a:spcPts val="0"/>
              </a:spcBef>
              <a:spcAft>
                <a:spcPts val="0"/>
              </a:spcAft>
              <a:buClr>
                <a:schemeClr val="lt1"/>
              </a:buClr>
              <a:buSzPts val="2600"/>
              <a:buNone/>
              <a:defRPr sz="2600">
                <a:solidFill>
                  <a:schemeClr val="lt1"/>
                </a:solidFill>
              </a:defRPr>
            </a:lvl1pPr>
            <a:lvl2pPr indent="-342900" lvl="1" marL="914400" algn="l">
              <a:lnSpc>
                <a:spcPct val="111111"/>
              </a:lnSpc>
              <a:spcBef>
                <a:spcPts val="600"/>
              </a:spcBef>
              <a:spcAft>
                <a:spcPts val="0"/>
              </a:spcAft>
              <a:buSzPts val="1800"/>
              <a:buChar char="▪"/>
              <a:defRPr/>
            </a:lvl2pPr>
            <a:lvl3pPr indent="-342900" lvl="2" marL="1371600" algn="l">
              <a:lnSpc>
                <a:spcPct val="88888"/>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3" name="Google Shape;743;p55"/>
          <p:cNvSpPr txBox="1"/>
          <p:nvPr>
            <p:ph type="title"/>
          </p:nvPr>
        </p:nvSpPr>
        <p:spPr>
          <a:xfrm>
            <a:off x="407988" y="404813"/>
            <a:ext cx="11016604" cy="863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accent3"/>
              </a:buClr>
              <a:buSzPts val="2600"/>
              <a:buFont typeface="Verdana"/>
              <a:buNone/>
              <a:defRPr>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4" name="Google Shape;744;p55"/>
          <p:cNvSpPr/>
          <p:nvPr/>
        </p:nvSpPr>
        <p:spPr>
          <a:xfrm>
            <a:off x="11665391" y="6555758"/>
            <a:ext cx="360997"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chemeClr val="lt1"/>
                </a:solidFill>
                <a:latin typeface="Verdana"/>
                <a:ea typeface="Verdana"/>
                <a:cs typeface="Verdana"/>
                <a:sym typeface="Verdana"/>
              </a:rPr>
              <a:t>‹#›</a:t>
            </a:fld>
            <a:endParaRPr sz="800">
              <a:solidFill>
                <a:schemeClr val="lt1"/>
              </a:solidFill>
              <a:latin typeface="Verdana"/>
              <a:ea typeface="Verdana"/>
              <a:cs typeface="Verdana"/>
              <a:sym typeface="Verdana"/>
            </a:endParaRPr>
          </a:p>
        </p:txBody>
      </p:sp>
      <p:cxnSp>
        <p:nvCxnSpPr>
          <p:cNvPr id="745" name="Google Shape;745;p55"/>
          <p:cNvCxnSpPr/>
          <p:nvPr/>
        </p:nvCxnSpPr>
        <p:spPr>
          <a:xfrm rot="10800000">
            <a:off x="3283674" y="6587911"/>
            <a:ext cx="0" cy="155576"/>
          </a:xfrm>
          <a:prstGeom prst="straightConnector1">
            <a:avLst/>
          </a:prstGeom>
          <a:solidFill>
            <a:schemeClr val="dk1"/>
          </a:solidFill>
          <a:ln cap="rnd" cmpd="sng" w="12700">
            <a:solidFill>
              <a:schemeClr val="accent2"/>
            </a:solidFill>
            <a:prstDash val="solid"/>
            <a:round/>
            <a:headEnd len="sm" w="sm" type="none"/>
            <a:tailEnd len="sm" w="sm" type="none"/>
          </a:ln>
        </p:spPr>
      </p:cxnSp>
      <p:sp>
        <p:nvSpPr>
          <p:cNvPr id="746" name="Google Shape;746;p55">
            <a:hlinkClick r:id="rId2"/>
          </p:cNvPr>
          <p:cNvSpPr/>
          <p:nvPr/>
        </p:nvSpPr>
        <p:spPr>
          <a:xfrm>
            <a:off x="407988" y="6555971"/>
            <a:ext cx="2829007" cy="219456"/>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lang="en-US" sz="800">
                <a:solidFill>
                  <a:srgbClr val="00458D"/>
                </a:solidFill>
                <a:latin typeface="Verdana"/>
                <a:ea typeface="Verdana"/>
                <a:cs typeface="Verdana"/>
                <a:sym typeface="Verdana"/>
              </a:rPr>
              <a:t>Presentation Title | Author | Date</a:t>
            </a:r>
            <a:endParaRPr/>
          </a:p>
        </p:txBody>
      </p:sp>
      <p:sp>
        <p:nvSpPr>
          <p:cNvPr id="747" name="Google Shape;747;p55"/>
          <p:cNvSpPr/>
          <p:nvPr/>
        </p:nvSpPr>
        <p:spPr>
          <a:xfrm>
            <a:off x="3411379" y="6555758"/>
            <a:ext cx="222368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800">
                <a:solidFill>
                  <a:srgbClr val="767676"/>
                </a:solidFill>
                <a:latin typeface="Verdana"/>
                <a:ea typeface="Verdana"/>
                <a:cs typeface="Verdana"/>
                <a:sym typeface="Verdana"/>
              </a:rPr>
              <a:t>© 2017 Capgemini. All rights reserved.</a:t>
            </a:r>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ngle Profile">
  <p:cSld name="Single Profile">
    <p:spTree>
      <p:nvGrpSpPr>
        <p:cNvPr id="748" name="Shape 748"/>
        <p:cNvGrpSpPr/>
        <p:nvPr/>
      </p:nvGrpSpPr>
      <p:grpSpPr>
        <a:xfrm>
          <a:off x="0" y="0"/>
          <a:ext cx="0" cy="0"/>
          <a:chOff x="0" y="0"/>
          <a:chExt cx="0" cy="0"/>
        </a:xfrm>
      </p:grpSpPr>
      <p:sp>
        <p:nvSpPr>
          <p:cNvPr id="749" name="Google Shape;749;p56"/>
          <p:cNvSpPr/>
          <p:nvPr/>
        </p:nvSpPr>
        <p:spPr>
          <a:xfrm>
            <a:off x="0" y="2698314"/>
            <a:ext cx="6262141" cy="4159686"/>
          </a:xfrm>
          <a:custGeom>
            <a:rect b="b" l="l" r="r" t="t"/>
            <a:pathLst>
              <a:path extrusionOk="0" h="4159686" w="6262141">
                <a:moveTo>
                  <a:pt x="2836724" y="775"/>
                </a:moveTo>
                <a:cubicBezTo>
                  <a:pt x="3163345" y="-2587"/>
                  <a:pt x="3492318" y="5034"/>
                  <a:pt x="3822188" y="22965"/>
                </a:cubicBezTo>
                <a:cubicBezTo>
                  <a:pt x="4104550" y="1058496"/>
                  <a:pt x="5095168" y="2317803"/>
                  <a:pt x="5982756" y="3706589"/>
                </a:cubicBezTo>
                <a:lnTo>
                  <a:pt x="6262141" y="4159686"/>
                </a:lnTo>
                <a:lnTo>
                  <a:pt x="0" y="4159686"/>
                </a:lnTo>
                <a:lnTo>
                  <a:pt x="0" y="3700458"/>
                </a:lnTo>
                <a:lnTo>
                  <a:pt x="0" y="3329154"/>
                </a:lnTo>
                <a:lnTo>
                  <a:pt x="0" y="2944589"/>
                </a:lnTo>
                <a:lnTo>
                  <a:pt x="0" y="2546533"/>
                </a:lnTo>
                <a:lnTo>
                  <a:pt x="0" y="2134752"/>
                </a:lnTo>
                <a:lnTo>
                  <a:pt x="0" y="1709014"/>
                </a:lnTo>
                <a:lnTo>
                  <a:pt x="0" y="1269085"/>
                </a:lnTo>
                <a:lnTo>
                  <a:pt x="0" y="814735"/>
                </a:lnTo>
                <a:lnTo>
                  <a:pt x="0" y="345728"/>
                </a:lnTo>
                <a:cubicBezTo>
                  <a:pt x="898178" y="119794"/>
                  <a:pt x="1856863" y="10862"/>
                  <a:pt x="2836724" y="775"/>
                </a:cubicBezTo>
                <a:close/>
              </a:path>
            </a:pathLst>
          </a:custGeom>
          <a:solidFill>
            <a:srgbClr val="12AB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750" name="Google Shape;750;p56"/>
          <p:cNvSpPr txBox="1"/>
          <p:nvPr>
            <p:ph idx="1" type="body"/>
          </p:nvPr>
        </p:nvSpPr>
        <p:spPr>
          <a:xfrm>
            <a:off x="8766493" y="1370345"/>
            <a:ext cx="3017520" cy="4684811"/>
          </a:xfrm>
          <a:prstGeom prst="rect">
            <a:avLst/>
          </a:prstGeom>
          <a:noFill/>
          <a:ln>
            <a:noFill/>
          </a:ln>
        </p:spPr>
        <p:txBody>
          <a:bodyPr anchorCtr="0" anchor="t" bIns="0" lIns="0" spcFirstLastPara="1" rIns="0" wrap="square" tIns="0">
            <a:noAutofit/>
          </a:bodyPr>
          <a:lstStyle>
            <a:lvl1pPr indent="-317500" lvl="0" marL="457200" marR="0" algn="l">
              <a:lnSpc>
                <a:spcPct val="90000"/>
              </a:lnSpc>
              <a:spcBef>
                <a:spcPts val="1000"/>
              </a:spcBef>
              <a:spcAft>
                <a:spcPts val="0"/>
              </a:spcAft>
              <a:buClr>
                <a:schemeClr val="accent5"/>
              </a:buClr>
              <a:buSzPts val="1400"/>
              <a:buFont typeface="Noto Sans Symbols"/>
              <a:buChar char="▪"/>
              <a:defRPr sz="1400"/>
            </a:lvl1pPr>
            <a:lvl2pPr indent="-342900" lvl="1" marL="914400" algn="l">
              <a:lnSpc>
                <a:spcPct val="111111"/>
              </a:lnSpc>
              <a:spcBef>
                <a:spcPts val="0"/>
              </a:spcBef>
              <a:spcAft>
                <a:spcPts val="0"/>
              </a:spcAft>
              <a:buSzPts val="1800"/>
              <a:buChar char="▪"/>
              <a:defRPr/>
            </a:lvl2pPr>
            <a:lvl3pPr indent="-342900" lvl="2" marL="1371600" algn="l">
              <a:lnSpc>
                <a:spcPct val="88888"/>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1" name="Google Shape;751;p56"/>
          <p:cNvSpPr txBox="1"/>
          <p:nvPr>
            <p:ph idx="2" type="body"/>
          </p:nvPr>
        </p:nvSpPr>
        <p:spPr>
          <a:xfrm>
            <a:off x="8766493" y="948199"/>
            <a:ext cx="3017520" cy="412363"/>
          </a:xfrm>
          <a:prstGeom prst="rect">
            <a:avLst/>
          </a:prstGeom>
          <a:noFill/>
          <a:ln>
            <a:noFill/>
          </a:ln>
        </p:spPr>
        <p:txBody>
          <a:bodyPr anchorCtr="0" anchor="ctr" bIns="0" lIns="0" spcFirstLastPara="1" rIns="0" wrap="square" tIns="0">
            <a:normAutofit/>
          </a:bodyPr>
          <a:lstStyle>
            <a:lvl1pPr indent="-228600" lvl="0" marL="457200" algn="l">
              <a:lnSpc>
                <a:spcPct val="137500"/>
              </a:lnSpc>
              <a:spcBef>
                <a:spcPts val="0"/>
              </a:spcBef>
              <a:spcAft>
                <a:spcPts val="0"/>
              </a:spcAft>
              <a:buClr>
                <a:srgbClr val="12ABDB"/>
              </a:buClr>
              <a:buSzPts val="1600"/>
              <a:buNone/>
              <a:defRPr b="1" sz="1600">
                <a:solidFill>
                  <a:srgbClr val="12ABDB"/>
                </a:solidFill>
              </a:defRPr>
            </a:lvl1pPr>
            <a:lvl2pPr indent="-317500" lvl="1" marL="914400" algn="l">
              <a:lnSpc>
                <a:spcPct val="142857"/>
              </a:lnSpc>
              <a:spcBef>
                <a:spcPts val="600"/>
              </a:spcBef>
              <a:spcAft>
                <a:spcPts val="0"/>
              </a:spcAft>
              <a:buSzPts val="1400"/>
              <a:buChar char="▪"/>
              <a:defRPr sz="1400"/>
            </a:lvl2pPr>
            <a:lvl3pPr indent="-304800" lvl="2" marL="1371600" algn="l">
              <a:lnSpc>
                <a:spcPct val="133333"/>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600"/>
              </a:spcBef>
              <a:spcAft>
                <a:spcPts val="0"/>
              </a:spcAft>
              <a:buClr>
                <a:schemeClr val="dk1"/>
              </a:buClr>
              <a:buSzPts val="1100"/>
              <a:buChar char="•"/>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2" name="Google Shape;752;p56"/>
          <p:cNvSpPr txBox="1"/>
          <p:nvPr>
            <p:ph idx="3" type="body"/>
          </p:nvPr>
        </p:nvSpPr>
        <p:spPr>
          <a:xfrm>
            <a:off x="5395898" y="948199"/>
            <a:ext cx="3017520" cy="412363"/>
          </a:xfrm>
          <a:prstGeom prst="rect">
            <a:avLst/>
          </a:prstGeom>
          <a:noFill/>
          <a:ln>
            <a:noFill/>
          </a:ln>
        </p:spPr>
        <p:txBody>
          <a:bodyPr anchorCtr="0" anchor="ctr" bIns="0" lIns="0" spcFirstLastPara="1" rIns="0" wrap="square" tIns="0">
            <a:normAutofit/>
          </a:bodyPr>
          <a:lstStyle>
            <a:lvl1pPr indent="-228600" lvl="0" marL="457200" algn="l">
              <a:lnSpc>
                <a:spcPct val="137500"/>
              </a:lnSpc>
              <a:spcBef>
                <a:spcPts val="0"/>
              </a:spcBef>
              <a:spcAft>
                <a:spcPts val="0"/>
              </a:spcAft>
              <a:buClr>
                <a:srgbClr val="12ABDB"/>
              </a:buClr>
              <a:buSzPts val="1600"/>
              <a:buNone/>
              <a:defRPr b="1" sz="1600">
                <a:solidFill>
                  <a:srgbClr val="12ABDB"/>
                </a:solidFill>
              </a:defRPr>
            </a:lvl1pPr>
            <a:lvl2pPr indent="-317500" lvl="1" marL="914400" algn="l">
              <a:lnSpc>
                <a:spcPct val="142857"/>
              </a:lnSpc>
              <a:spcBef>
                <a:spcPts val="600"/>
              </a:spcBef>
              <a:spcAft>
                <a:spcPts val="0"/>
              </a:spcAft>
              <a:buSzPts val="1400"/>
              <a:buChar char="▪"/>
              <a:defRPr sz="1400"/>
            </a:lvl2pPr>
            <a:lvl3pPr indent="-304800" lvl="2" marL="1371600" algn="l">
              <a:lnSpc>
                <a:spcPct val="133333"/>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600"/>
              </a:spcBef>
              <a:spcAft>
                <a:spcPts val="0"/>
              </a:spcAft>
              <a:buClr>
                <a:schemeClr val="dk1"/>
              </a:buClr>
              <a:buSzPts val="1100"/>
              <a:buChar char="•"/>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3" name="Google Shape;753;p56"/>
          <p:cNvSpPr txBox="1"/>
          <p:nvPr>
            <p:ph idx="4" type="body"/>
          </p:nvPr>
        </p:nvSpPr>
        <p:spPr>
          <a:xfrm>
            <a:off x="783129" y="4963915"/>
            <a:ext cx="3296647" cy="331986"/>
          </a:xfrm>
          <a:prstGeom prst="rect">
            <a:avLst/>
          </a:prstGeom>
          <a:noFill/>
          <a:ln>
            <a:noFill/>
          </a:ln>
        </p:spPr>
        <p:txBody>
          <a:bodyPr anchorCtr="0" anchor="ctr" bIns="0" lIns="0" spcFirstLastPara="1" rIns="0" wrap="square" tIns="0">
            <a:noAutofit/>
          </a:bodyPr>
          <a:lstStyle>
            <a:lvl1pPr indent="-228600" lvl="0" marL="457200" algn="l">
              <a:lnSpc>
                <a:spcPct val="137500"/>
              </a:lnSpc>
              <a:spcBef>
                <a:spcPts val="0"/>
              </a:spcBef>
              <a:spcAft>
                <a:spcPts val="0"/>
              </a:spcAft>
              <a:buClr>
                <a:schemeClr val="lt1"/>
              </a:buClr>
              <a:buSzPts val="1600"/>
              <a:buNone/>
              <a:defRPr b="1" sz="1600">
                <a:solidFill>
                  <a:schemeClr val="lt1"/>
                </a:solidFill>
              </a:defRPr>
            </a:lvl1pPr>
            <a:lvl2pPr indent="-317500" lvl="1" marL="914400" algn="l">
              <a:lnSpc>
                <a:spcPct val="142857"/>
              </a:lnSpc>
              <a:spcBef>
                <a:spcPts val="600"/>
              </a:spcBef>
              <a:spcAft>
                <a:spcPts val="0"/>
              </a:spcAft>
              <a:buSzPts val="1400"/>
              <a:buChar char="▪"/>
              <a:defRPr sz="1400"/>
            </a:lvl2pPr>
            <a:lvl3pPr indent="-304800" lvl="2" marL="1371600" algn="l">
              <a:lnSpc>
                <a:spcPct val="133333"/>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600"/>
              </a:spcBef>
              <a:spcAft>
                <a:spcPts val="0"/>
              </a:spcAft>
              <a:buClr>
                <a:schemeClr val="dk1"/>
              </a:buClr>
              <a:buSzPts val="1100"/>
              <a:buChar char="•"/>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4" name="Google Shape;754;p56"/>
          <p:cNvSpPr txBox="1"/>
          <p:nvPr>
            <p:ph idx="5" type="body"/>
          </p:nvPr>
        </p:nvSpPr>
        <p:spPr>
          <a:xfrm>
            <a:off x="783129" y="3601839"/>
            <a:ext cx="3296647" cy="412363"/>
          </a:xfrm>
          <a:prstGeom prst="rect">
            <a:avLst/>
          </a:prstGeom>
          <a:noFill/>
          <a:ln>
            <a:noFill/>
          </a:ln>
        </p:spPr>
        <p:txBody>
          <a:bodyPr anchorCtr="0" anchor="ctr" bIns="0" lIns="0" spcFirstLastPara="1" rIns="0" wrap="square" tIns="0">
            <a:noAutofit/>
          </a:bodyPr>
          <a:lstStyle>
            <a:lvl1pPr indent="-228600" lvl="0" marL="457200" algn="l">
              <a:lnSpc>
                <a:spcPct val="122222"/>
              </a:lnSpc>
              <a:spcBef>
                <a:spcPts val="0"/>
              </a:spcBef>
              <a:spcAft>
                <a:spcPts val="0"/>
              </a:spcAft>
              <a:buClr>
                <a:schemeClr val="lt1"/>
              </a:buClr>
              <a:buSzPts val="1800"/>
              <a:buNone/>
              <a:defRPr b="1" sz="1800">
                <a:solidFill>
                  <a:schemeClr val="lt1"/>
                </a:solidFill>
              </a:defRPr>
            </a:lvl1pPr>
            <a:lvl2pPr indent="-317500" lvl="1" marL="914400" algn="l">
              <a:lnSpc>
                <a:spcPct val="142857"/>
              </a:lnSpc>
              <a:spcBef>
                <a:spcPts val="0"/>
              </a:spcBef>
              <a:spcAft>
                <a:spcPts val="0"/>
              </a:spcAft>
              <a:buSzPts val="1400"/>
              <a:buChar char="▪"/>
              <a:defRPr sz="1400"/>
            </a:lvl2pPr>
            <a:lvl3pPr indent="-304800" lvl="2" marL="1371600" algn="l">
              <a:lnSpc>
                <a:spcPct val="133333"/>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600"/>
              </a:spcBef>
              <a:spcAft>
                <a:spcPts val="0"/>
              </a:spcAft>
              <a:buClr>
                <a:schemeClr val="dk1"/>
              </a:buClr>
              <a:buSzPts val="1100"/>
              <a:buChar char="•"/>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5" name="Google Shape;755;p56"/>
          <p:cNvSpPr txBox="1"/>
          <p:nvPr>
            <p:ph idx="6" type="body"/>
          </p:nvPr>
        </p:nvSpPr>
        <p:spPr>
          <a:xfrm>
            <a:off x="782081" y="4029586"/>
            <a:ext cx="3304144" cy="89484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lt1"/>
              </a:buClr>
              <a:buSzPts val="1400"/>
              <a:buNone/>
              <a:defRPr sz="1400">
                <a:solidFill>
                  <a:schemeClr val="lt1"/>
                </a:solidFill>
              </a:defRPr>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17500" lvl="4" marL="2286000" algn="l">
              <a:lnSpc>
                <a:spcPct val="100000"/>
              </a:lnSpc>
              <a:spcBef>
                <a:spcPts val="6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6" name="Google Shape;756;p56"/>
          <p:cNvSpPr txBox="1"/>
          <p:nvPr>
            <p:ph idx="7" type="body"/>
          </p:nvPr>
        </p:nvSpPr>
        <p:spPr>
          <a:xfrm>
            <a:off x="782081" y="5286886"/>
            <a:ext cx="3297695" cy="713864"/>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lt1"/>
              </a:buClr>
              <a:buSzPts val="1400"/>
              <a:buNone/>
              <a:defRPr sz="1400">
                <a:solidFill>
                  <a:schemeClr val="lt1"/>
                </a:solidFill>
              </a:defRPr>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17500" lvl="4" marL="2286000" algn="l">
              <a:lnSpc>
                <a:spcPct val="100000"/>
              </a:lnSpc>
              <a:spcBef>
                <a:spcPts val="6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7" name="Google Shape;757;p56"/>
          <p:cNvSpPr txBox="1"/>
          <p:nvPr>
            <p:ph idx="8" type="body"/>
          </p:nvPr>
        </p:nvSpPr>
        <p:spPr>
          <a:xfrm>
            <a:off x="5393774" y="1370346"/>
            <a:ext cx="3017520" cy="1951038"/>
          </a:xfrm>
          <a:prstGeom prst="rect">
            <a:avLst/>
          </a:prstGeom>
          <a:noFill/>
          <a:ln>
            <a:noFill/>
          </a:ln>
        </p:spPr>
        <p:txBody>
          <a:bodyPr anchorCtr="0" anchor="t" bIns="0" lIns="0" spcFirstLastPara="1" rIns="0" wrap="square" tIns="0">
            <a:noAutofit/>
          </a:bodyPr>
          <a:lstStyle>
            <a:lvl1pPr indent="-317500" lvl="0" marL="457200" marR="0" algn="l">
              <a:lnSpc>
                <a:spcPct val="90000"/>
              </a:lnSpc>
              <a:spcBef>
                <a:spcPts val="1000"/>
              </a:spcBef>
              <a:spcAft>
                <a:spcPts val="0"/>
              </a:spcAft>
              <a:buClr>
                <a:schemeClr val="accent5"/>
              </a:buClr>
              <a:buSzPts val="1400"/>
              <a:buFont typeface="Noto Sans Symbols"/>
              <a:buChar char="▪"/>
              <a:defRPr sz="1400"/>
            </a:lvl1pPr>
            <a:lvl2pPr indent="-342900" lvl="1" marL="914400" algn="l">
              <a:lnSpc>
                <a:spcPct val="111111"/>
              </a:lnSpc>
              <a:spcBef>
                <a:spcPts val="0"/>
              </a:spcBef>
              <a:spcAft>
                <a:spcPts val="0"/>
              </a:spcAft>
              <a:buSzPts val="1800"/>
              <a:buChar char="▪"/>
              <a:defRPr/>
            </a:lvl2pPr>
            <a:lvl3pPr indent="-342900" lvl="2" marL="1371600" algn="l">
              <a:lnSpc>
                <a:spcPct val="88888"/>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8" name="Google Shape;758;p56"/>
          <p:cNvSpPr txBox="1"/>
          <p:nvPr>
            <p:ph idx="9" type="body"/>
          </p:nvPr>
        </p:nvSpPr>
        <p:spPr>
          <a:xfrm>
            <a:off x="5406896" y="3683544"/>
            <a:ext cx="3017520" cy="412363"/>
          </a:xfrm>
          <a:prstGeom prst="rect">
            <a:avLst/>
          </a:prstGeom>
          <a:noFill/>
          <a:ln>
            <a:noFill/>
          </a:ln>
        </p:spPr>
        <p:txBody>
          <a:bodyPr anchorCtr="0" anchor="ctr" bIns="0" lIns="0" spcFirstLastPara="1" rIns="0" wrap="square" tIns="0">
            <a:normAutofit/>
          </a:bodyPr>
          <a:lstStyle>
            <a:lvl1pPr indent="-228600" lvl="0" marL="457200" algn="l">
              <a:lnSpc>
                <a:spcPct val="137500"/>
              </a:lnSpc>
              <a:spcBef>
                <a:spcPts val="0"/>
              </a:spcBef>
              <a:spcAft>
                <a:spcPts val="0"/>
              </a:spcAft>
              <a:buClr>
                <a:srgbClr val="12ABDB"/>
              </a:buClr>
              <a:buSzPts val="1600"/>
              <a:buNone/>
              <a:defRPr b="1" sz="1600">
                <a:solidFill>
                  <a:srgbClr val="12ABDB"/>
                </a:solidFill>
              </a:defRPr>
            </a:lvl1pPr>
            <a:lvl2pPr indent="-317500" lvl="1" marL="914400" algn="l">
              <a:lnSpc>
                <a:spcPct val="142857"/>
              </a:lnSpc>
              <a:spcBef>
                <a:spcPts val="600"/>
              </a:spcBef>
              <a:spcAft>
                <a:spcPts val="0"/>
              </a:spcAft>
              <a:buSzPts val="1400"/>
              <a:buChar char="▪"/>
              <a:defRPr sz="1400"/>
            </a:lvl2pPr>
            <a:lvl3pPr indent="-304800" lvl="2" marL="1371600" algn="l">
              <a:lnSpc>
                <a:spcPct val="133333"/>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600"/>
              </a:spcBef>
              <a:spcAft>
                <a:spcPts val="0"/>
              </a:spcAft>
              <a:buClr>
                <a:schemeClr val="dk1"/>
              </a:buClr>
              <a:buSzPts val="1100"/>
              <a:buChar char="•"/>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9" name="Google Shape;759;p56"/>
          <p:cNvSpPr txBox="1"/>
          <p:nvPr>
            <p:ph idx="13" type="body"/>
          </p:nvPr>
        </p:nvSpPr>
        <p:spPr>
          <a:xfrm>
            <a:off x="5404772" y="4105691"/>
            <a:ext cx="3017520" cy="1951038"/>
          </a:xfrm>
          <a:prstGeom prst="rect">
            <a:avLst/>
          </a:prstGeom>
          <a:noFill/>
          <a:ln>
            <a:noFill/>
          </a:ln>
        </p:spPr>
        <p:txBody>
          <a:bodyPr anchorCtr="0" anchor="t" bIns="0" lIns="0" spcFirstLastPara="1" rIns="0" wrap="square" tIns="0">
            <a:noAutofit/>
          </a:bodyPr>
          <a:lstStyle>
            <a:lvl1pPr indent="-317500" lvl="0" marL="457200" marR="0" algn="l">
              <a:lnSpc>
                <a:spcPct val="90000"/>
              </a:lnSpc>
              <a:spcBef>
                <a:spcPts val="1000"/>
              </a:spcBef>
              <a:spcAft>
                <a:spcPts val="0"/>
              </a:spcAft>
              <a:buClr>
                <a:schemeClr val="accent5"/>
              </a:buClr>
              <a:buSzPts val="1400"/>
              <a:buFont typeface="Noto Sans Symbols"/>
              <a:buChar char="▪"/>
              <a:defRPr sz="1400"/>
            </a:lvl1pPr>
            <a:lvl2pPr indent="-342900" lvl="1" marL="914400" algn="l">
              <a:lnSpc>
                <a:spcPct val="111111"/>
              </a:lnSpc>
              <a:spcBef>
                <a:spcPts val="0"/>
              </a:spcBef>
              <a:spcAft>
                <a:spcPts val="0"/>
              </a:spcAft>
              <a:buSzPts val="1800"/>
              <a:buChar char="▪"/>
              <a:defRPr/>
            </a:lvl2pPr>
            <a:lvl3pPr indent="-342900" lvl="2" marL="1371600" algn="l">
              <a:lnSpc>
                <a:spcPct val="88888"/>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0" name="Google Shape;760;p56"/>
          <p:cNvSpPr/>
          <p:nvPr/>
        </p:nvSpPr>
        <p:spPr>
          <a:xfrm>
            <a:off x="762628" y="1028252"/>
            <a:ext cx="2609222" cy="2465696"/>
          </a:xfrm>
          <a:custGeom>
            <a:rect b="b" l="l" r="r" t="t"/>
            <a:pathLst>
              <a:path extrusionOk="0" h="3131423" w="3314252">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761" name="Google Shape;761;p56"/>
          <p:cNvSpPr/>
          <p:nvPr/>
        </p:nvSpPr>
        <p:spPr>
          <a:xfrm>
            <a:off x="11784013" y="6555758"/>
            <a:ext cx="242375"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rgbClr val="7F7F7F"/>
                </a:solidFill>
                <a:latin typeface="Verdana"/>
                <a:ea typeface="Verdana"/>
                <a:cs typeface="Verdana"/>
                <a:sym typeface="Verdana"/>
              </a:rPr>
              <a:t>‹#›</a:t>
            </a:fld>
            <a:endParaRPr sz="800">
              <a:solidFill>
                <a:srgbClr val="7F7F7F"/>
              </a:solidFill>
              <a:latin typeface="Verdana"/>
              <a:ea typeface="Verdana"/>
              <a:cs typeface="Verdana"/>
              <a:sym typeface="Verdana"/>
            </a:endParaRPr>
          </a:p>
        </p:txBody>
      </p:sp>
      <p:cxnSp>
        <p:nvCxnSpPr>
          <p:cNvPr id="762" name="Google Shape;762;p56"/>
          <p:cNvCxnSpPr/>
          <p:nvPr/>
        </p:nvCxnSpPr>
        <p:spPr>
          <a:xfrm rot="10800000">
            <a:off x="3283674" y="6587911"/>
            <a:ext cx="0" cy="155576"/>
          </a:xfrm>
          <a:prstGeom prst="straightConnector1">
            <a:avLst/>
          </a:prstGeom>
          <a:solidFill>
            <a:schemeClr val="dk1"/>
          </a:solidFill>
          <a:ln cap="rnd" cmpd="sng" w="12700">
            <a:solidFill>
              <a:schemeClr val="lt1"/>
            </a:solidFill>
            <a:prstDash val="solid"/>
            <a:round/>
            <a:headEnd len="sm" w="sm" type="none"/>
            <a:tailEnd len="sm" w="sm" type="none"/>
          </a:ln>
        </p:spPr>
      </p:cxnSp>
      <p:sp>
        <p:nvSpPr>
          <p:cNvPr id="763" name="Google Shape;763;p56">
            <a:hlinkClick r:id="rId2"/>
          </p:cNvPr>
          <p:cNvSpPr/>
          <p:nvPr/>
        </p:nvSpPr>
        <p:spPr>
          <a:xfrm>
            <a:off x="407988" y="6555971"/>
            <a:ext cx="2829007" cy="219456"/>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lang="en-US" sz="800">
                <a:solidFill>
                  <a:schemeClr val="dk2"/>
                </a:solidFill>
                <a:latin typeface="Verdana"/>
                <a:ea typeface="Verdana"/>
                <a:cs typeface="Verdana"/>
                <a:sym typeface="Verdana"/>
              </a:rPr>
              <a:t>Presentation Title | Author | Date</a:t>
            </a:r>
            <a:endParaRPr/>
          </a:p>
        </p:txBody>
      </p:sp>
      <p:sp>
        <p:nvSpPr>
          <p:cNvPr id="764" name="Google Shape;764;p56"/>
          <p:cNvSpPr/>
          <p:nvPr/>
        </p:nvSpPr>
        <p:spPr>
          <a:xfrm>
            <a:off x="3411379" y="6555758"/>
            <a:ext cx="222368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800">
                <a:solidFill>
                  <a:schemeClr val="lt1"/>
                </a:solidFill>
                <a:latin typeface="Verdana"/>
                <a:ea typeface="Verdana"/>
                <a:cs typeface="Verdana"/>
                <a:sym typeface="Verdana"/>
              </a:rPr>
              <a:t>© 2017 Capgemini. All rights reserved.</a:t>
            </a:r>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with Filled Background">
  <p:cSld name="Text with Filled Background">
    <p:bg>
      <p:bgPr>
        <a:solidFill>
          <a:schemeClr val="lt1"/>
        </a:solidFill>
      </p:bgPr>
    </p:bg>
    <p:spTree>
      <p:nvGrpSpPr>
        <p:cNvPr id="765" name="Shape 765"/>
        <p:cNvGrpSpPr/>
        <p:nvPr/>
      </p:nvGrpSpPr>
      <p:grpSpPr>
        <a:xfrm>
          <a:off x="0" y="0"/>
          <a:ext cx="0" cy="0"/>
          <a:chOff x="0" y="0"/>
          <a:chExt cx="0" cy="0"/>
        </a:xfrm>
      </p:grpSpPr>
      <p:sp>
        <p:nvSpPr>
          <p:cNvPr id="766" name="Google Shape;766;p57"/>
          <p:cNvSpPr/>
          <p:nvPr/>
        </p:nvSpPr>
        <p:spPr>
          <a:xfrm>
            <a:off x="0" y="0"/>
            <a:ext cx="4439816" cy="6858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pic>
        <p:nvPicPr>
          <p:cNvPr id="767" name="Google Shape;767;p57"/>
          <p:cNvPicPr preferRelativeResize="0"/>
          <p:nvPr/>
        </p:nvPicPr>
        <p:blipFill rotWithShape="1">
          <a:blip r:embed="rId2">
            <a:alphaModFix/>
          </a:blip>
          <a:srcRect b="0" l="2839" r="32420" t="0"/>
          <a:stretch/>
        </p:blipFill>
        <p:spPr>
          <a:xfrm>
            <a:off x="4253790" y="-2148"/>
            <a:ext cx="7938210" cy="6898276"/>
          </a:xfrm>
          <a:prstGeom prst="rect">
            <a:avLst/>
          </a:prstGeom>
          <a:noFill/>
          <a:ln>
            <a:noFill/>
          </a:ln>
        </p:spPr>
      </p:pic>
      <p:sp>
        <p:nvSpPr>
          <p:cNvPr id="768" name="Google Shape;768;p57"/>
          <p:cNvSpPr txBox="1"/>
          <p:nvPr>
            <p:ph idx="1" type="body"/>
          </p:nvPr>
        </p:nvSpPr>
        <p:spPr>
          <a:xfrm>
            <a:off x="407988" y="3068960"/>
            <a:ext cx="6696124" cy="3375382"/>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lt1"/>
              </a:buClr>
              <a:buSzPts val="1600"/>
              <a:buNone/>
              <a:defRPr sz="1600">
                <a:solidFill>
                  <a:schemeClr val="lt1"/>
                </a:solidFill>
              </a:defRPr>
            </a:lvl1pPr>
            <a:lvl2pPr indent="-304800" lvl="1" marL="914400" algn="l">
              <a:lnSpc>
                <a:spcPct val="100000"/>
              </a:lnSpc>
              <a:spcBef>
                <a:spcPts val="1800"/>
              </a:spcBef>
              <a:spcAft>
                <a:spcPts val="0"/>
              </a:spcAft>
              <a:buSzPts val="1200"/>
              <a:buChar char="▪"/>
              <a:defRPr sz="1200"/>
            </a:lvl2pPr>
            <a:lvl3pPr indent="-304800" lvl="2" marL="1371600" algn="l">
              <a:lnSpc>
                <a:spcPct val="100000"/>
              </a:lnSpc>
              <a:spcBef>
                <a:spcPts val="600"/>
              </a:spcBef>
              <a:spcAft>
                <a:spcPts val="0"/>
              </a:spcAft>
              <a:buSzPts val="1200"/>
              <a:buChar char="•"/>
              <a:defRPr sz="1200"/>
            </a:lvl3pPr>
            <a:lvl4pPr indent="-304800" lvl="3" marL="1828800" algn="l">
              <a:lnSpc>
                <a:spcPct val="100000"/>
              </a:lnSpc>
              <a:spcBef>
                <a:spcPts val="600"/>
              </a:spcBef>
              <a:spcAft>
                <a:spcPts val="0"/>
              </a:spcAft>
              <a:buSzPts val="1200"/>
              <a:buChar char="‒"/>
              <a:defRPr sz="12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9" name="Google Shape;769;p57"/>
          <p:cNvSpPr txBox="1"/>
          <p:nvPr>
            <p:ph type="title"/>
          </p:nvPr>
        </p:nvSpPr>
        <p:spPr>
          <a:xfrm>
            <a:off x="407988" y="2002973"/>
            <a:ext cx="10044635" cy="859536"/>
          </a:xfrm>
          <a:prstGeom prst="rect">
            <a:avLst/>
          </a:prstGeom>
          <a:noFill/>
          <a:ln>
            <a:noFill/>
          </a:ln>
        </p:spPr>
        <p:txBody>
          <a:bodyPr anchorCtr="0" anchor="b" bIns="0" lIns="0" spcFirstLastPara="1" rIns="0" wrap="square" tIns="0">
            <a:normAutofit/>
          </a:bodyPr>
          <a:lstStyle>
            <a:lvl1pPr lvl="0" algn="l">
              <a:lnSpc>
                <a:spcPct val="90000"/>
              </a:lnSpc>
              <a:spcBef>
                <a:spcPts val="0"/>
              </a:spcBef>
              <a:spcAft>
                <a:spcPts val="0"/>
              </a:spcAft>
              <a:buClr>
                <a:schemeClr val="lt1"/>
              </a:buClr>
              <a:buSzPts val="2600"/>
              <a:buFont typeface="Verdana"/>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0" name="Google Shape;770;p57"/>
          <p:cNvSpPr/>
          <p:nvPr/>
        </p:nvSpPr>
        <p:spPr>
          <a:xfrm>
            <a:off x="11665391" y="6555758"/>
            <a:ext cx="360997"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chemeClr val="lt1"/>
                </a:solidFill>
                <a:latin typeface="Verdana"/>
                <a:ea typeface="Verdana"/>
                <a:cs typeface="Verdana"/>
                <a:sym typeface="Verdana"/>
              </a:rPr>
              <a:t>‹#›</a:t>
            </a:fld>
            <a:endParaRPr sz="800">
              <a:solidFill>
                <a:schemeClr val="lt1"/>
              </a:solidFill>
              <a:latin typeface="Verdana"/>
              <a:ea typeface="Verdana"/>
              <a:cs typeface="Verdana"/>
              <a:sym typeface="Verdana"/>
            </a:endParaRPr>
          </a:p>
        </p:txBody>
      </p:sp>
      <p:sp>
        <p:nvSpPr>
          <p:cNvPr id="771" name="Google Shape;771;p57"/>
          <p:cNvSpPr/>
          <p:nvPr/>
        </p:nvSpPr>
        <p:spPr>
          <a:xfrm>
            <a:off x="3411379" y="6555758"/>
            <a:ext cx="222368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800">
                <a:solidFill>
                  <a:schemeClr val="lt1"/>
                </a:solidFill>
                <a:latin typeface="Verdana"/>
                <a:ea typeface="Verdana"/>
                <a:cs typeface="Verdana"/>
                <a:sym typeface="Verdana"/>
              </a:rPr>
              <a:t>© 2017 Capgemini. All rights reserved.</a:t>
            </a:r>
            <a:endParaRPr/>
          </a:p>
        </p:txBody>
      </p:sp>
      <p:cxnSp>
        <p:nvCxnSpPr>
          <p:cNvPr id="772" name="Google Shape;772;p57"/>
          <p:cNvCxnSpPr/>
          <p:nvPr/>
        </p:nvCxnSpPr>
        <p:spPr>
          <a:xfrm rot="10800000">
            <a:off x="3283674" y="6587911"/>
            <a:ext cx="0" cy="155576"/>
          </a:xfrm>
          <a:prstGeom prst="straightConnector1">
            <a:avLst/>
          </a:prstGeom>
          <a:solidFill>
            <a:schemeClr val="dk1"/>
          </a:solidFill>
          <a:ln cap="rnd" cmpd="sng" w="12700">
            <a:solidFill>
              <a:schemeClr val="lt1"/>
            </a:solidFill>
            <a:prstDash val="solid"/>
            <a:round/>
            <a:headEnd len="sm" w="sm" type="none"/>
            <a:tailEnd len="sm" w="sm" type="none"/>
          </a:ln>
        </p:spPr>
      </p:cxnSp>
      <p:sp>
        <p:nvSpPr>
          <p:cNvPr id="773" name="Google Shape;773;p57">
            <a:hlinkClick r:id="rId3"/>
          </p:cNvPr>
          <p:cNvSpPr/>
          <p:nvPr/>
        </p:nvSpPr>
        <p:spPr>
          <a:xfrm>
            <a:off x="407988" y="6555971"/>
            <a:ext cx="2829007" cy="219456"/>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lang="en-US" sz="800">
                <a:solidFill>
                  <a:schemeClr val="lt1"/>
                </a:solidFill>
                <a:latin typeface="Verdana"/>
                <a:ea typeface="Verdana"/>
                <a:cs typeface="Verdana"/>
                <a:sym typeface="Verdana"/>
              </a:rPr>
              <a:t>Presentation Title | Author | Date</a:t>
            </a:r>
            <a:endParaRPr/>
          </a:p>
        </p:txBody>
      </p:sp>
    </p:spTree>
  </p:cSld>
  <p:clrMapOvr>
    <a:masterClrMapping/>
  </p:clrMapOvr>
  <p:extLst>
    <p:ext uri="{DCECCB84-F9BA-43D5-87BE-67443E8EF086}">
      <p15:sldGuideLst>
        <p15:guide id="1" orient="horz" pos="255">
          <p15:clr>
            <a:srgbClr val="FBAE40"/>
          </p15:clr>
        </p15:guide>
        <p15:guide id="2" pos="257">
          <p15:clr>
            <a:srgbClr val="FBAE40"/>
          </p15:clr>
        </p15:guide>
        <p15:guide id="3" pos="6879">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p:cSld name="Two columns">
    <p:spTree>
      <p:nvGrpSpPr>
        <p:cNvPr id="774" name="Shape 774"/>
        <p:cNvGrpSpPr/>
        <p:nvPr/>
      </p:nvGrpSpPr>
      <p:grpSpPr>
        <a:xfrm>
          <a:off x="0" y="0"/>
          <a:ext cx="0" cy="0"/>
          <a:chOff x="0" y="0"/>
          <a:chExt cx="0" cy="0"/>
        </a:xfrm>
      </p:grpSpPr>
      <p:sp>
        <p:nvSpPr>
          <p:cNvPr id="775" name="Google Shape;775;p58"/>
          <p:cNvSpPr txBox="1"/>
          <p:nvPr>
            <p:ph idx="1" type="body"/>
          </p:nvPr>
        </p:nvSpPr>
        <p:spPr>
          <a:xfrm>
            <a:off x="407987" y="2010606"/>
            <a:ext cx="5543551" cy="4442581"/>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400"/>
              <a:buNone/>
              <a:defRPr sz="1400">
                <a:solidFill>
                  <a:schemeClr val="dk1"/>
                </a:solidFill>
              </a:defRPr>
            </a:lvl1pPr>
            <a:lvl2pPr indent="-304800" lvl="1" marL="914400" algn="l">
              <a:lnSpc>
                <a:spcPct val="100000"/>
              </a:lnSpc>
              <a:spcBef>
                <a:spcPts val="600"/>
              </a:spcBef>
              <a:spcAft>
                <a:spcPts val="0"/>
              </a:spcAft>
              <a:buSzPts val="1200"/>
              <a:buChar char="▪"/>
              <a:defRPr sz="1200"/>
            </a:lvl2pPr>
            <a:lvl3pPr indent="-304800" lvl="2" marL="1371600" algn="l">
              <a:lnSpc>
                <a:spcPct val="100000"/>
              </a:lnSpc>
              <a:spcBef>
                <a:spcPts val="600"/>
              </a:spcBef>
              <a:spcAft>
                <a:spcPts val="0"/>
              </a:spcAft>
              <a:buSzPts val="1200"/>
              <a:buChar char="•"/>
              <a:defRPr sz="1200"/>
            </a:lvl3pPr>
            <a:lvl4pPr indent="-304800" lvl="3" marL="1828800" algn="l">
              <a:lnSpc>
                <a:spcPct val="100000"/>
              </a:lnSpc>
              <a:spcBef>
                <a:spcPts val="600"/>
              </a:spcBef>
              <a:spcAft>
                <a:spcPts val="0"/>
              </a:spcAft>
              <a:buSzPts val="1200"/>
              <a:buChar char="‒"/>
              <a:defRPr sz="12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6" name="Google Shape;776;p58"/>
          <p:cNvSpPr txBox="1"/>
          <p:nvPr>
            <p:ph idx="2" type="body"/>
          </p:nvPr>
        </p:nvSpPr>
        <p:spPr>
          <a:xfrm>
            <a:off x="6240465" y="2010606"/>
            <a:ext cx="5516444" cy="4441372"/>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400"/>
              <a:buNone/>
              <a:defRPr sz="1400">
                <a:solidFill>
                  <a:schemeClr val="dk1"/>
                </a:solidFill>
              </a:defRPr>
            </a:lvl1pPr>
            <a:lvl2pPr indent="-304800" lvl="1" marL="914400" algn="l">
              <a:lnSpc>
                <a:spcPct val="100000"/>
              </a:lnSpc>
              <a:spcBef>
                <a:spcPts val="600"/>
              </a:spcBef>
              <a:spcAft>
                <a:spcPts val="0"/>
              </a:spcAft>
              <a:buSzPts val="1200"/>
              <a:buChar char="▪"/>
              <a:defRPr sz="1200"/>
            </a:lvl2pPr>
            <a:lvl3pPr indent="-304800" lvl="2" marL="1371600" algn="l">
              <a:lnSpc>
                <a:spcPct val="100000"/>
              </a:lnSpc>
              <a:spcBef>
                <a:spcPts val="600"/>
              </a:spcBef>
              <a:spcAft>
                <a:spcPts val="0"/>
              </a:spcAft>
              <a:buSzPts val="1200"/>
              <a:buChar char="•"/>
              <a:defRPr sz="1200"/>
            </a:lvl3pPr>
            <a:lvl4pPr indent="-304800" lvl="3" marL="1828800" algn="l">
              <a:lnSpc>
                <a:spcPct val="100000"/>
              </a:lnSpc>
              <a:spcBef>
                <a:spcPts val="600"/>
              </a:spcBef>
              <a:spcAft>
                <a:spcPts val="0"/>
              </a:spcAft>
              <a:buSzPts val="1200"/>
              <a:buChar char="‒"/>
              <a:defRPr sz="12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7" name="Google Shape;777;p58"/>
          <p:cNvSpPr txBox="1"/>
          <p:nvPr>
            <p:ph idx="3" type="body"/>
          </p:nvPr>
        </p:nvSpPr>
        <p:spPr>
          <a:xfrm>
            <a:off x="407987" y="1420990"/>
            <a:ext cx="5543551" cy="438494"/>
          </a:xfrm>
          <a:prstGeom prst="rect">
            <a:avLst/>
          </a:prstGeom>
          <a:noFill/>
          <a:ln>
            <a:noFill/>
          </a:ln>
        </p:spPr>
        <p:txBody>
          <a:bodyPr anchorCtr="0" anchor="t" bIns="0" lIns="0" spcFirstLastPara="1" rIns="0" wrap="square" tIns="0">
            <a:noAutofit/>
          </a:bodyPr>
          <a:lstStyle>
            <a:lvl1pPr indent="-228600" lvl="0" marL="457200" algn="l">
              <a:lnSpc>
                <a:spcPct val="122222"/>
              </a:lnSpc>
              <a:spcBef>
                <a:spcPts val="0"/>
              </a:spcBef>
              <a:spcAft>
                <a:spcPts val="0"/>
              </a:spcAft>
              <a:buClr>
                <a:srgbClr val="12ABDB"/>
              </a:buClr>
              <a:buSzPts val="1800"/>
              <a:buNone/>
              <a:defRPr b="0" sz="1800">
                <a:solidFill>
                  <a:srgbClr val="12ABDB"/>
                </a:solidFill>
              </a:defRPr>
            </a:lvl1pPr>
            <a:lvl2pPr indent="-304800" lvl="1" marL="914400" algn="l">
              <a:lnSpc>
                <a:spcPct val="100000"/>
              </a:lnSpc>
              <a:spcBef>
                <a:spcPts val="600"/>
              </a:spcBef>
              <a:spcAft>
                <a:spcPts val="0"/>
              </a:spcAft>
              <a:buSzPts val="1200"/>
              <a:buChar char="▪"/>
              <a:defRPr sz="1200"/>
            </a:lvl2pPr>
            <a:lvl3pPr indent="-304800" lvl="2" marL="1371600" algn="l">
              <a:lnSpc>
                <a:spcPct val="100000"/>
              </a:lnSpc>
              <a:spcBef>
                <a:spcPts val="600"/>
              </a:spcBef>
              <a:spcAft>
                <a:spcPts val="0"/>
              </a:spcAft>
              <a:buSzPts val="1200"/>
              <a:buChar char="•"/>
              <a:defRPr sz="1200"/>
            </a:lvl3pPr>
            <a:lvl4pPr indent="-304800" lvl="3" marL="1828800" algn="l">
              <a:lnSpc>
                <a:spcPct val="100000"/>
              </a:lnSpc>
              <a:spcBef>
                <a:spcPts val="600"/>
              </a:spcBef>
              <a:spcAft>
                <a:spcPts val="0"/>
              </a:spcAft>
              <a:buSzPts val="1200"/>
              <a:buChar char="‒"/>
              <a:defRPr sz="12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8" name="Google Shape;778;p58"/>
          <p:cNvSpPr txBox="1"/>
          <p:nvPr>
            <p:ph idx="4" type="body"/>
          </p:nvPr>
        </p:nvSpPr>
        <p:spPr>
          <a:xfrm>
            <a:off x="6240465" y="1420990"/>
            <a:ext cx="5516444" cy="438494"/>
          </a:xfrm>
          <a:prstGeom prst="rect">
            <a:avLst/>
          </a:prstGeom>
          <a:noFill/>
          <a:ln>
            <a:noFill/>
          </a:ln>
        </p:spPr>
        <p:txBody>
          <a:bodyPr anchorCtr="0" anchor="t" bIns="0" lIns="0" spcFirstLastPara="1" rIns="0" wrap="square" tIns="0">
            <a:noAutofit/>
          </a:bodyPr>
          <a:lstStyle>
            <a:lvl1pPr indent="-228600" lvl="0" marL="457200" algn="l">
              <a:lnSpc>
                <a:spcPct val="122222"/>
              </a:lnSpc>
              <a:spcBef>
                <a:spcPts val="0"/>
              </a:spcBef>
              <a:spcAft>
                <a:spcPts val="0"/>
              </a:spcAft>
              <a:buClr>
                <a:srgbClr val="12ABDB"/>
              </a:buClr>
              <a:buSzPts val="1800"/>
              <a:buNone/>
              <a:defRPr b="0" sz="1800">
                <a:solidFill>
                  <a:srgbClr val="12ABDB"/>
                </a:solidFill>
              </a:defRPr>
            </a:lvl1pPr>
            <a:lvl2pPr indent="-304800" lvl="1" marL="914400" algn="l">
              <a:lnSpc>
                <a:spcPct val="100000"/>
              </a:lnSpc>
              <a:spcBef>
                <a:spcPts val="600"/>
              </a:spcBef>
              <a:spcAft>
                <a:spcPts val="0"/>
              </a:spcAft>
              <a:buSzPts val="1200"/>
              <a:buChar char="▪"/>
              <a:defRPr sz="1200"/>
            </a:lvl2pPr>
            <a:lvl3pPr indent="-304800" lvl="2" marL="1371600" algn="l">
              <a:lnSpc>
                <a:spcPct val="100000"/>
              </a:lnSpc>
              <a:spcBef>
                <a:spcPts val="600"/>
              </a:spcBef>
              <a:spcAft>
                <a:spcPts val="0"/>
              </a:spcAft>
              <a:buSzPts val="1200"/>
              <a:buChar char="•"/>
              <a:defRPr sz="1200"/>
            </a:lvl3pPr>
            <a:lvl4pPr indent="-304800" lvl="3" marL="1828800" algn="l">
              <a:lnSpc>
                <a:spcPct val="100000"/>
              </a:lnSpc>
              <a:spcBef>
                <a:spcPts val="600"/>
              </a:spcBef>
              <a:spcAft>
                <a:spcPts val="0"/>
              </a:spcAft>
              <a:buSzPts val="1200"/>
              <a:buChar char="‒"/>
              <a:defRPr sz="12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9" name="Google Shape;779;p58"/>
          <p:cNvSpPr txBox="1"/>
          <p:nvPr>
            <p:ph type="title"/>
          </p:nvPr>
        </p:nvSpPr>
        <p:spPr>
          <a:xfrm>
            <a:off x="407988" y="404813"/>
            <a:ext cx="10944596" cy="865054"/>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2"/>
              </a:buClr>
              <a:buSzPts val="2600"/>
              <a:buFont typeface="Verdana"/>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0" name="Google Shape;780;p58"/>
          <p:cNvSpPr/>
          <p:nvPr/>
        </p:nvSpPr>
        <p:spPr>
          <a:xfrm>
            <a:off x="11784013" y="6555758"/>
            <a:ext cx="242375"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rgbClr val="7F7F7F"/>
                </a:solidFill>
                <a:latin typeface="Verdana"/>
                <a:ea typeface="Verdana"/>
                <a:cs typeface="Verdana"/>
                <a:sym typeface="Verdana"/>
              </a:rPr>
              <a:t>‹#›</a:t>
            </a:fld>
            <a:endParaRPr sz="800">
              <a:solidFill>
                <a:srgbClr val="7F7F7F"/>
              </a:solidFill>
              <a:latin typeface="Verdana"/>
              <a:ea typeface="Verdana"/>
              <a:cs typeface="Verdana"/>
              <a:sym typeface="Verdana"/>
            </a:endParaRPr>
          </a:p>
        </p:txBody>
      </p:sp>
      <p:cxnSp>
        <p:nvCxnSpPr>
          <p:cNvPr id="781" name="Google Shape;781;p58"/>
          <p:cNvCxnSpPr/>
          <p:nvPr/>
        </p:nvCxnSpPr>
        <p:spPr>
          <a:xfrm rot="10800000">
            <a:off x="3283674" y="6587911"/>
            <a:ext cx="0" cy="155576"/>
          </a:xfrm>
          <a:prstGeom prst="straightConnector1">
            <a:avLst/>
          </a:prstGeom>
          <a:solidFill>
            <a:schemeClr val="dk1"/>
          </a:solidFill>
          <a:ln cap="rnd" cmpd="sng" w="12700">
            <a:solidFill>
              <a:schemeClr val="accent2"/>
            </a:solidFill>
            <a:prstDash val="solid"/>
            <a:round/>
            <a:headEnd len="sm" w="sm" type="none"/>
            <a:tailEnd len="sm" w="sm" type="none"/>
          </a:ln>
        </p:spPr>
      </p:cxnSp>
      <p:sp>
        <p:nvSpPr>
          <p:cNvPr id="782" name="Google Shape;782;p58">
            <a:hlinkClick r:id="rId2"/>
          </p:cNvPr>
          <p:cNvSpPr/>
          <p:nvPr/>
        </p:nvSpPr>
        <p:spPr>
          <a:xfrm>
            <a:off x="407988" y="6555971"/>
            <a:ext cx="2829007" cy="219456"/>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lang="en-US" sz="800">
                <a:solidFill>
                  <a:srgbClr val="00458D"/>
                </a:solidFill>
                <a:latin typeface="Verdana"/>
                <a:ea typeface="Verdana"/>
                <a:cs typeface="Verdana"/>
                <a:sym typeface="Verdana"/>
              </a:rPr>
              <a:t>Presentation Title | Author | Date</a:t>
            </a:r>
            <a:endParaRPr/>
          </a:p>
        </p:txBody>
      </p:sp>
      <p:sp>
        <p:nvSpPr>
          <p:cNvPr id="783" name="Google Shape;783;p58"/>
          <p:cNvSpPr/>
          <p:nvPr/>
        </p:nvSpPr>
        <p:spPr>
          <a:xfrm>
            <a:off x="3411379" y="6555758"/>
            <a:ext cx="222368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800">
                <a:solidFill>
                  <a:srgbClr val="767676"/>
                </a:solidFill>
                <a:latin typeface="Verdana"/>
                <a:ea typeface="Verdana"/>
                <a:cs typeface="Verdana"/>
                <a:sym typeface="Verdana"/>
              </a:rPr>
              <a:t>© 2017 Capgemini. All rights reserved.</a:t>
            </a:r>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with content">
  <p:cSld name="Three column with content">
    <p:bg>
      <p:bgPr>
        <a:solidFill>
          <a:schemeClr val="lt1"/>
        </a:solidFill>
      </p:bgPr>
    </p:bg>
    <p:spTree>
      <p:nvGrpSpPr>
        <p:cNvPr id="784" name="Shape 784"/>
        <p:cNvGrpSpPr/>
        <p:nvPr/>
      </p:nvGrpSpPr>
      <p:grpSpPr>
        <a:xfrm>
          <a:off x="0" y="0"/>
          <a:ext cx="0" cy="0"/>
          <a:chOff x="0" y="0"/>
          <a:chExt cx="0" cy="0"/>
        </a:xfrm>
      </p:grpSpPr>
      <p:sp>
        <p:nvSpPr>
          <p:cNvPr id="785" name="Google Shape;785;p59"/>
          <p:cNvSpPr/>
          <p:nvPr/>
        </p:nvSpPr>
        <p:spPr>
          <a:xfrm>
            <a:off x="0" y="4077072"/>
            <a:ext cx="12192000" cy="2780928"/>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786" name="Google Shape;786;p59"/>
          <p:cNvSpPr txBox="1"/>
          <p:nvPr>
            <p:ph idx="1" type="body"/>
          </p:nvPr>
        </p:nvSpPr>
        <p:spPr>
          <a:xfrm>
            <a:off x="426488" y="1423337"/>
            <a:ext cx="3566160" cy="412363"/>
          </a:xfrm>
          <a:prstGeom prst="rect">
            <a:avLst/>
          </a:prstGeom>
          <a:noFill/>
          <a:ln>
            <a:noFill/>
          </a:ln>
        </p:spPr>
        <p:txBody>
          <a:bodyPr anchorCtr="0" anchor="ctr" bIns="0" lIns="0" spcFirstLastPara="1" rIns="0" wrap="square" tIns="0">
            <a:noAutofit/>
          </a:bodyPr>
          <a:lstStyle>
            <a:lvl1pPr indent="-228600" lvl="0" marL="457200" algn="l">
              <a:lnSpc>
                <a:spcPct val="122222"/>
              </a:lnSpc>
              <a:spcBef>
                <a:spcPts val="0"/>
              </a:spcBef>
              <a:spcAft>
                <a:spcPts val="0"/>
              </a:spcAft>
              <a:buClr>
                <a:srgbClr val="12ABDB"/>
              </a:buClr>
              <a:buSzPts val="1800"/>
              <a:buNone/>
              <a:defRPr b="0" sz="1800">
                <a:solidFill>
                  <a:srgbClr val="12ABDB"/>
                </a:solidFill>
              </a:defRPr>
            </a:lvl1pPr>
            <a:lvl2pPr indent="-317500" lvl="1" marL="914400" algn="l">
              <a:lnSpc>
                <a:spcPct val="142857"/>
              </a:lnSpc>
              <a:spcBef>
                <a:spcPts val="600"/>
              </a:spcBef>
              <a:spcAft>
                <a:spcPts val="0"/>
              </a:spcAft>
              <a:buSzPts val="1400"/>
              <a:buChar char="▪"/>
              <a:defRPr sz="1400"/>
            </a:lvl2pPr>
            <a:lvl3pPr indent="-304800" lvl="2" marL="1371600" algn="l">
              <a:lnSpc>
                <a:spcPct val="133333"/>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600"/>
              </a:spcBef>
              <a:spcAft>
                <a:spcPts val="0"/>
              </a:spcAft>
              <a:buClr>
                <a:schemeClr val="dk1"/>
              </a:buClr>
              <a:buSzPts val="1100"/>
              <a:buChar char="•"/>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7" name="Google Shape;787;p59"/>
          <p:cNvSpPr txBox="1"/>
          <p:nvPr>
            <p:ph idx="2" type="body"/>
          </p:nvPr>
        </p:nvSpPr>
        <p:spPr>
          <a:xfrm>
            <a:off x="8217853" y="1423337"/>
            <a:ext cx="3566160" cy="412363"/>
          </a:xfrm>
          <a:prstGeom prst="rect">
            <a:avLst/>
          </a:prstGeom>
          <a:noFill/>
          <a:ln>
            <a:noFill/>
          </a:ln>
        </p:spPr>
        <p:txBody>
          <a:bodyPr anchorCtr="0" anchor="ctr" bIns="0" lIns="0" spcFirstLastPara="1" rIns="0" wrap="square" tIns="0">
            <a:noAutofit/>
          </a:bodyPr>
          <a:lstStyle>
            <a:lvl1pPr indent="-228600" lvl="0" marL="457200" algn="l">
              <a:lnSpc>
                <a:spcPct val="122222"/>
              </a:lnSpc>
              <a:spcBef>
                <a:spcPts val="0"/>
              </a:spcBef>
              <a:spcAft>
                <a:spcPts val="0"/>
              </a:spcAft>
              <a:buClr>
                <a:srgbClr val="12ABDB"/>
              </a:buClr>
              <a:buSzPts val="1800"/>
              <a:buNone/>
              <a:defRPr b="0" sz="1800">
                <a:solidFill>
                  <a:srgbClr val="12ABDB"/>
                </a:solidFill>
              </a:defRPr>
            </a:lvl1pPr>
            <a:lvl2pPr indent="-317500" lvl="1" marL="914400" algn="l">
              <a:lnSpc>
                <a:spcPct val="142857"/>
              </a:lnSpc>
              <a:spcBef>
                <a:spcPts val="600"/>
              </a:spcBef>
              <a:spcAft>
                <a:spcPts val="0"/>
              </a:spcAft>
              <a:buSzPts val="1400"/>
              <a:buChar char="▪"/>
              <a:defRPr sz="1400"/>
            </a:lvl2pPr>
            <a:lvl3pPr indent="-304800" lvl="2" marL="1371600" algn="l">
              <a:lnSpc>
                <a:spcPct val="133333"/>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600"/>
              </a:spcBef>
              <a:spcAft>
                <a:spcPts val="0"/>
              </a:spcAft>
              <a:buClr>
                <a:schemeClr val="dk1"/>
              </a:buClr>
              <a:buSzPts val="1100"/>
              <a:buChar char="•"/>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8" name="Google Shape;788;p59"/>
          <p:cNvSpPr txBox="1"/>
          <p:nvPr>
            <p:ph idx="3" type="body"/>
          </p:nvPr>
        </p:nvSpPr>
        <p:spPr>
          <a:xfrm>
            <a:off x="4322171" y="1423337"/>
            <a:ext cx="3566160" cy="412363"/>
          </a:xfrm>
          <a:prstGeom prst="rect">
            <a:avLst/>
          </a:prstGeom>
          <a:noFill/>
          <a:ln>
            <a:noFill/>
          </a:ln>
        </p:spPr>
        <p:txBody>
          <a:bodyPr anchorCtr="0" anchor="ctr" bIns="0" lIns="0" spcFirstLastPara="1" rIns="0" wrap="square" tIns="0">
            <a:noAutofit/>
          </a:bodyPr>
          <a:lstStyle>
            <a:lvl1pPr indent="-228600" lvl="0" marL="457200" algn="l">
              <a:lnSpc>
                <a:spcPct val="122222"/>
              </a:lnSpc>
              <a:spcBef>
                <a:spcPts val="0"/>
              </a:spcBef>
              <a:spcAft>
                <a:spcPts val="0"/>
              </a:spcAft>
              <a:buClr>
                <a:srgbClr val="12ABDB"/>
              </a:buClr>
              <a:buSzPts val="1800"/>
              <a:buNone/>
              <a:defRPr b="0" sz="1800">
                <a:solidFill>
                  <a:srgbClr val="12ABDB"/>
                </a:solidFill>
              </a:defRPr>
            </a:lvl1pPr>
            <a:lvl2pPr indent="-317500" lvl="1" marL="914400" algn="l">
              <a:lnSpc>
                <a:spcPct val="142857"/>
              </a:lnSpc>
              <a:spcBef>
                <a:spcPts val="600"/>
              </a:spcBef>
              <a:spcAft>
                <a:spcPts val="0"/>
              </a:spcAft>
              <a:buSzPts val="1400"/>
              <a:buChar char="▪"/>
              <a:defRPr sz="1400"/>
            </a:lvl2pPr>
            <a:lvl3pPr indent="-304800" lvl="2" marL="1371600" algn="l">
              <a:lnSpc>
                <a:spcPct val="133333"/>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600"/>
              </a:spcBef>
              <a:spcAft>
                <a:spcPts val="0"/>
              </a:spcAft>
              <a:buClr>
                <a:schemeClr val="dk1"/>
              </a:buClr>
              <a:buSzPts val="1100"/>
              <a:buChar char="•"/>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9" name="Google Shape;789;p59"/>
          <p:cNvSpPr txBox="1"/>
          <p:nvPr>
            <p:ph idx="4" type="body"/>
          </p:nvPr>
        </p:nvSpPr>
        <p:spPr>
          <a:xfrm>
            <a:off x="407987" y="4231996"/>
            <a:ext cx="11376025" cy="412363"/>
          </a:xfrm>
          <a:prstGeom prst="rect">
            <a:avLst/>
          </a:prstGeom>
          <a:noFill/>
          <a:ln>
            <a:noFill/>
          </a:ln>
        </p:spPr>
        <p:txBody>
          <a:bodyPr anchorCtr="0" anchor="ctr" bIns="0" lIns="0" spcFirstLastPara="1" rIns="0" wrap="square" tIns="0">
            <a:noAutofit/>
          </a:bodyPr>
          <a:lstStyle>
            <a:lvl1pPr indent="-228600" lvl="0" marL="457200" algn="l">
              <a:lnSpc>
                <a:spcPct val="122222"/>
              </a:lnSpc>
              <a:spcBef>
                <a:spcPts val="0"/>
              </a:spcBef>
              <a:spcAft>
                <a:spcPts val="0"/>
              </a:spcAft>
              <a:buClr>
                <a:schemeClr val="accent4"/>
              </a:buClr>
              <a:buSzPts val="1800"/>
              <a:buNone/>
              <a:defRPr b="0">
                <a:solidFill>
                  <a:schemeClr val="accent4"/>
                </a:solidFill>
              </a:defRPr>
            </a:lvl1pPr>
            <a:lvl2pPr indent="-342900" lvl="1" marL="914400" algn="l">
              <a:lnSpc>
                <a:spcPct val="111111"/>
              </a:lnSpc>
              <a:spcBef>
                <a:spcPts val="600"/>
              </a:spcBef>
              <a:spcAft>
                <a:spcPts val="0"/>
              </a:spcAft>
              <a:buSzPts val="1800"/>
              <a:buChar char="▪"/>
              <a:defRPr/>
            </a:lvl2pPr>
            <a:lvl3pPr indent="-342900" lvl="2" marL="1371600" algn="l">
              <a:lnSpc>
                <a:spcPct val="88888"/>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0" name="Google Shape;790;p59"/>
          <p:cNvSpPr txBox="1"/>
          <p:nvPr>
            <p:ph idx="5" type="body"/>
          </p:nvPr>
        </p:nvSpPr>
        <p:spPr>
          <a:xfrm>
            <a:off x="426488" y="1866555"/>
            <a:ext cx="3566160" cy="1994493"/>
          </a:xfrm>
          <a:prstGeom prst="rect">
            <a:avLst/>
          </a:prstGeom>
          <a:noFill/>
          <a:ln>
            <a:noFill/>
          </a:ln>
        </p:spPr>
        <p:txBody>
          <a:bodyPr anchorCtr="0" anchor="t"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04800" lvl="1" marL="914400" algn="l">
              <a:lnSpc>
                <a:spcPct val="116666"/>
              </a:lnSpc>
              <a:spcBef>
                <a:spcPts val="600"/>
              </a:spcBef>
              <a:spcAft>
                <a:spcPts val="0"/>
              </a:spcAft>
              <a:buSzPts val="1200"/>
              <a:buChar char="▪"/>
              <a:defRPr sz="1200">
                <a:solidFill>
                  <a:schemeClr val="dk1"/>
                </a:solidFill>
              </a:defRPr>
            </a:lvl2pPr>
            <a:lvl3pPr indent="-304800" lvl="2" marL="1371600" algn="l">
              <a:lnSpc>
                <a:spcPct val="116666"/>
              </a:lnSpc>
              <a:spcBef>
                <a:spcPts val="600"/>
              </a:spcBef>
              <a:spcAft>
                <a:spcPts val="0"/>
              </a:spcAft>
              <a:buSzPts val="1200"/>
              <a:buChar char="•"/>
              <a:defRPr sz="1200">
                <a:solidFill>
                  <a:schemeClr val="dk1"/>
                </a:solidFill>
              </a:defRPr>
            </a:lvl3pPr>
            <a:lvl4pPr indent="-298450" lvl="3" marL="1828800" algn="l">
              <a:lnSpc>
                <a:spcPct val="109090"/>
              </a:lnSpc>
              <a:spcBef>
                <a:spcPts val="600"/>
              </a:spcBef>
              <a:spcAft>
                <a:spcPts val="0"/>
              </a:spcAft>
              <a:buSzPts val="1100"/>
              <a:buChar char="‒"/>
              <a:defRPr sz="1100">
                <a:solidFill>
                  <a:schemeClr val="dk1"/>
                </a:solidFill>
              </a:defRPr>
            </a:lvl4pPr>
            <a:lvl5pPr indent="-304800" lvl="4" marL="2286000" algn="l">
              <a:lnSpc>
                <a:spcPct val="100000"/>
              </a:lnSpc>
              <a:spcBef>
                <a:spcPts val="600"/>
              </a:spcBef>
              <a:spcAft>
                <a:spcPts val="0"/>
              </a:spcAft>
              <a:buClr>
                <a:schemeClr val="dk1"/>
              </a:buClr>
              <a:buSzPts val="1200"/>
              <a:buChar char="•"/>
              <a:defRPr sz="12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1" name="Google Shape;791;p59"/>
          <p:cNvSpPr/>
          <p:nvPr/>
        </p:nvSpPr>
        <p:spPr>
          <a:xfrm>
            <a:off x="11784013" y="6555758"/>
            <a:ext cx="242375"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rgbClr val="7F7F7F"/>
                </a:solidFill>
                <a:latin typeface="Verdana"/>
                <a:ea typeface="Verdana"/>
                <a:cs typeface="Verdana"/>
                <a:sym typeface="Verdana"/>
              </a:rPr>
              <a:t>‹#›</a:t>
            </a:fld>
            <a:endParaRPr sz="800">
              <a:solidFill>
                <a:srgbClr val="7F7F7F"/>
              </a:solidFill>
              <a:latin typeface="Verdana"/>
              <a:ea typeface="Verdana"/>
              <a:cs typeface="Verdana"/>
              <a:sym typeface="Verdana"/>
            </a:endParaRPr>
          </a:p>
        </p:txBody>
      </p:sp>
      <p:cxnSp>
        <p:nvCxnSpPr>
          <p:cNvPr id="792" name="Google Shape;792;p59"/>
          <p:cNvCxnSpPr/>
          <p:nvPr/>
        </p:nvCxnSpPr>
        <p:spPr>
          <a:xfrm rot="10800000">
            <a:off x="3283674" y="6587911"/>
            <a:ext cx="0" cy="155576"/>
          </a:xfrm>
          <a:prstGeom prst="straightConnector1">
            <a:avLst/>
          </a:prstGeom>
          <a:solidFill>
            <a:schemeClr val="dk1"/>
          </a:solidFill>
          <a:ln cap="rnd" cmpd="sng" w="12700">
            <a:solidFill>
              <a:schemeClr val="accent2"/>
            </a:solidFill>
            <a:prstDash val="solid"/>
            <a:round/>
            <a:headEnd len="sm" w="sm" type="none"/>
            <a:tailEnd len="sm" w="sm" type="none"/>
          </a:ln>
        </p:spPr>
      </p:cxnSp>
      <p:sp>
        <p:nvSpPr>
          <p:cNvPr id="793" name="Google Shape;793;p59">
            <a:hlinkClick r:id="rId2"/>
          </p:cNvPr>
          <p:cNvSpPr/>
          <p:nvPr/>
        </p:nvSpPr>
        <p:spPr>
          <a:xfrm>
            <a:off x="407988" y="6555971"/>
            <a:ext cx="2829007" cy="219456"/>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lang="en-US" sz="800">
                <a:solidFill>
                  <a:srgbClr val="00458D"/>
                </a:solidFill>
                <a:latin typeface="Verdana"/>
                <a:ea typeface="Verdana"/>
                <a:cs typeface="Verdana"/>
                <a:sym typeface="Verdana"/>
              </a:rPr>
              <a:t>Presentation Title | Author | Date</a:t>
            </a:r>
            <a:endParaRPr/>
          </a:p>
        </p:txBody>
      </p:sp>
      <p:sp>
        <p:nvSpPr>
          <p:cNvPr id="794" name="Google Shape;794;p59"/>
          <p:cNvSpPr/>
          <p:nvPr/>
        </p:nvSpPr>
        <p:spPr>
          <a:xfrm>
            <a:off x="3411379" y="6555758"/>
            <a:ext cx="222368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800">
                <a:solidFill>
                  <a:srgbClr val="767676"/>
                </a:solidFill>
                <a:latin typeface="Verdana"/>
                <a:ea typeface="Verdana"/>
                <a:cs typeface="Verdana"/>
                <a:sym typeface="Verdana"/>
              </a:rPr>
              <a:t>© 2017 Capgemini. All rights reserved.</a:t>
            </a:r>
            <a:endParaRPr/>
          </a:p>
        </p:txBody>
      </p:sp>
      <p:sp>
        <p:nvSpPr>
          <p:cNvPr id="795" name="Google Shape;795;p59"/>
          <p:cNvSpPr txBox="1"/>
          <p:nvPr>
            <p:ph type="title"/>
          </p:nvPr>
        </p:nvSpPr>
        <p:spPr>
          <a:xfrm>
            <a:off x="407988" y="404813"/>
            <a:ext cx="11016604" cy="863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2"/>
              </a:buClr>
              <a:buSzPts val="2600"/>
              <a:buFont typeface="Verdana"/>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6" name="Google Shape;796;p59"/>
          <p:cNvSpPr txBox="1"/>
          <p:nvPr>
            <p:ph idx="6" type="body"/>
          </p:nvPr>
        </p:nvSpPr>
        <p:spPr>
          <a:xfrm>
            <a:off x="4322171" y="1866555"/>
            <a:ext cx="3566160" cy="1994493"/>
          </a:xfrm>
          <a:prstGeom prst="rect">
            <a:avLst/>
          </a:prstGeom>
          <a:noFill/>
          <a:ln>
            <a:noFill/>
          </a:ln>
        </p:spPr>
        <p:txBody>
          <a:bodyPr anchorCtr="0" anchor="t"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04800" lvl="1" marL="914400" algn="l">
              <a:lnSpc>
                <a:spcPct val="116666"/>
              </a:lnSpc>
              <a:spcBef>
                <a:spcPts val="600"/>
              </a:spcBef>
              <a:spcAft>
                <a:spcPts val="0"/>
              </a:spcAft>
              <a:buSzPts val="1200"/>
              <a:buChar char="▪"/>
              <a:defRPr sz="1200">
                <a:solidFill>
                  <a:schemeClr val="dk1"/>
                </a:solidFill>
              </a:defRPr>
            </a:lvl2pPr>
            <a:lvl3pPr indent="-304800" lvl="2" marL="1371600" algn="l">
              <a:lnSpc>
                <a:spcPct val="116666"/>
              </a:lnSpc>
              <a:spcBef>
                <a:spcPts val="600"/>
              </a:spcBef>
              <a:spcAft>
                <a:spcPts val="0"/>
              </a:spcAft>
              <a:buSzPts val="1200"/>
              <a:buChar char="•"/>
              <a:defRPr sz="1200">
                <a:solidFill>
                  <a:schemeClr val="dk1"/>
                </a:solidFill>
              </a:defRPr>
            </a:lvl3pPr>
            <a:lvl4pPr indent="-298450" lvl="3" marL="1828800" algn="l">
              <a:lnSpc>
                <a:spcPct val="109090"/>
              </a:lnSpc>
              <a:spcBef>
                <a:spcPts val="600"/>
              </a:spcBef>
              <a:spcAft>
                <a:spcPts val="0"/>
              </a:spcAft>
              <a:buSzPts val="1100"/>
              <a:buChar char="‒"/>
              <a:defRPr sz="1100">
                <a:solidFill>
                  <a:schemeClr val="dk1"/>
                </a:solidFill>
              </a:defRPr>
            </a:lvl4pPr>
            <a:lvl5pPr indent="-304800" lvl="4" marL="2286000" algn="l">
              <a:lnSpc>
                <a:spcPct val="100000"/>
              </a:lnSpc>
              <a:spcBef>
                <a:spcPts val="600"/>
              </a:spcBef>
              <a:spcAft>
                <a:spcPts val="0"/>
              </a:spcAft>
              <a:buClr>
                <a:schemeClr val="dk1"/>
              </a:buClr>
              <a:buSzPts val="1200"/>
              <a:buChar char="•"/>
              <a:defRPr sz="12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7" name="Google Shape;797;p59"/>
          <p:cNvSpPr txBox="1"/>
          <p:nvPr>
            <p:ph idx="7" type="body"/>
          </p:nvPr>
        </p:nvSpPr>
        <p:spPr>
          <a:xfrm>
            <a:off x="8217853" y="1866555"/>
            <a:ext cx="3566160" cy="1994493"/>
          </a:xfrm>
          <a:prstGeom prst="rect">
            <a:avLst/>
          </a:prstGeom>
          <a:noFill/>
          <a:ln>
            <a:noFill/>
          </a:ln>
        </p:spPr>
        <p:txBody>
          <a:bodyPr anchorCtr="0" anchor="t"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04800" lvl="1" marL="914400" algn="l">
              <a:lnSpc>
                <a:spcPct val="116666"/>
              </a:lnSpc>
              <a:spcBef>
                <a:spcPts val="600"/>
              </a:spcBef>
              <a:spcAft>
                <a:spcPts val="0"/>
              </a:spcAft>
              <a:buSzPts val="1200"/>
              <a:buChar char="▪"/>
              <a:defRPr sz="1200">
                <a:solidFill>
                  <a:schemeClr val="dk1"/>
                </a:solidFill>
              </a:defRPr>
            </a:lvl2pPr>
            <a:lvl3pPr indent="-304800" lvl="2" marL="1371600" algn="l">
              <a:lnSpc>
                <a:spcPct val="116666"/>
              </a:lnSpc>
              <a:spcBef>
                <a:spcPts val="600"/>
              </a:spcBef>
              <a:spcAft>
                <a:spcPts val="0"/>
              </a:spcAft>
              <a:buSzPts val="1200"/>
              <a:buChar char="•"/>
              <a:defRPr sz="1200">
                <a:solidFill>
                  <a:schemeClr val="dk1"/>
                </a:solidFill>
              </a:defRPr>
            </a:lvl3pPr>
            <a:lvl4pPr indent="-298450" lvl="3" marL="1828800" algn="l">
              <a:lnSpc>
                <a:spcPct val="109090"/>
              </a:lnSpc>
              <a:spcBef>
                <a:spcPts val="600"/>
              </a:spcBef>
              <a:spcAft>
                <a:spcPts val="0"/>
              </a:spcAft>
              <a:buSzPts val="1100"/>
              <a:buChar char="‒"/>
              <a:defRPr sz="1100">
                <a:solidFill>
                  <a:schemeClr val="dk1"/>
                </a:solidFill>
              </a:defRPr>
            </a:lvl4pPr>
            <a:lvl5pPr indent="-304800" lvl="4" marL="2286000" algn="l">
              <a:lnSpc>
                <a:spcPct val="100000"/>
              </a:lnSpc>
              <a:spcBef>
                <a:spcPts val="600"/>
              </a:spcBef>
              <a:spcAft>
                <a:spcPts val="0"/>
              </a:spcAft>
              <a:buClr>
                <a:schemeClr val="dk1"/>
              </a:buClr>
              <a:buSzPts val="1200"/>
              <a:buChar char="•"/>
              <a:defRPr sz="12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8" name="Google Shape;798;p59"/>
          <p:cNvSpPr txBox="1"/>
          <p:nvPr>
            <p:ph idx="8" type="body"/>
          </p:nvPr>
        </p:nvSpPr>
        <p:spPr>
          <a:xfrm>
            <a:off x="426487" y="4674187"/>
            <a:ext cx="11357525" cy="1799211"/>
          </a:xfrm>
          <a:prstGeom prst="rect">
            <a:avLst/>
          </a:prstGeom>
          <a:noFill/>
          <a:ln>
            <a:noFill/>
          </a:ln>
        </p:spPr>
        <p:txBody>
          <a:bodyPr anchorCtr="0" anchor="t"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04800" lvl="1" marL="914400" algn="l">
              <a:lnSpc>
                <a:spcPct val="116666"/>
              </a:lnSpc>
              <a:spcBef>
                <a:spcPts val="600"/>
              </a:spcBef>
              <a:spcAft>
                <a:spcPts val="0"/>
              </a:spcAft>
              <a:buSzPts val="1200"/>
              <a:buChar char="▪"/>
              <a:defRPr sz="1200">
                <a:solidFill>
                  <a:schemeClr val="dk1"/>
                </a:solidFill>
              </a:defRPr>
            </a:lvl2pPr>
            <a:lvl3pPr indent="-304800" lvl="2" marL="1371600" algn="l">
              <a:lnSpc>
                <a:spcPct val="116666"/>
              </a:lnSpc>
              <a:spcBef>
                <a:spcPts val="600"/>
              </a:spcBef>
              <a:spcAft>
                <a:spcPts val="0"/>
              </a:spcAft>
              <a:buSzPts val="1200"/>
              <a:buChar char="•"/>
              <a:defRPr sz="1200">
                <a:solidFill>
                  <a:schemeClr val="dk1"/>
                </a:solidFill>
              </a:defRPr>
            </a:lvl3pPr>
            <a:lvl4pPr indent="-298450" lvl="3" marL="1828800" algn="l">
              <a:lnSpc>
                <a:spcPct val="109090"/>
              </a:lnSpc>
              <a:spcBef>
                <a:spcPts val="600"/>
              </a:spcBef>
              <a:spcAft>
                <a:spcPts val="0"/>
              </a:spcAft>
              <a:buSzPts val="1100"/>
              <a:buChar char="‒"/>
              <a:defRPr sz="1100">
                <a:solidFill>
                  <a:schemeClr val="dk1"/>
                </a:solidFill>
              </a:defRPr>
            </a:lvl4pPr>
            <a:lvl5pPr indent="-304800" lvl="4" marL="2286000" algn="l">
              <a:lnSpc>
                <a:spcPct val="100000"/>
              </a:lnSpc>
              <a:spcBef>
                <a:spcPts val="600"/>
              </a:spcBef>
              <a:spcAft>
                <a:spcPts val="0"/>
              </a:spcAft>
              <a:buClr>
                <a:schemeClr val="dk1"/>
              </a:buClr>
              <a:buSzPts val="1200"/>
              <a:buChar char="•"/>
              <a:defRPr sz="12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Topics with icons">
  <p:cSld name="3 Topics with icons">
    <p:bg>
      <p:bgPr>
        <a:solidFill>
          <a:schemeClr val="lt1"/>
        </a:solidFill>
      </p:bgPr>
    </p:bg>
    <p:spTree>
      <p:nvGrpSpPr>
        <p:cNvPr id="799" name="Shape 799"/>
        <p:cNvGrpSpPr/>
        <p:nvPr/>
      </p:nvGrpSpPr>
      <p:grpSpPr>
        <a:xfrm>
          <a:off x="0" y="0"/>
          <a:ext cx="0" cy="0"/>
          <a:chOff x="0" y="0"/>
          <a:chExt cx="0" cy="0"/>
        </a:xfrm>
      </p:grpSpPr>
      <p:sp>
        <p:nvSpPr>
          <p:cNvPr id="800" name="Google Shape;800;p60"/>
          <p:cNvSpPr txBox="1"/>
          <p:nvPr>
            <p:ph type="title"/>
          </p:nvPr>
        </p:nvSpPr>
        <p:spPr>
          <a:xfrm>
            <a:off x="407988" y="404813"/>
            <a:ext cx="11016604" cy="863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2"/>
              </a:buClr>
              <a:buSzPts val="2600"/>
              <a:buFont typeface="Verdana"/>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1" name="Google Shape;801;p60"/>
          <p:cNvSpPr txBox="1"/>
          <p:nvPr>
            <p:ph idx="1" type="body"/>
          </p:nvPr>
        </p:nvSpPr>
        <p:spPr>
          <a:xfrm>
            <a:off x="1992760" y="1556793"/>
            <a:ext cx="9791253" cy="1368152"/>
          </a:xfrm>
          <a:prstGeom prst="rect">
            <a:avLst/>
          </a:prstGeom>
          <a:noFill/>
          <a:ln>
            <a:noFill/>
          </a:ln>
        </p:spPr>
        <p:txBody>
          <a:bodyPr anchorCtr="0" anchor="ctr" bIns="0" lIns="0" spcFirstLastPara="1" rIns="0" wrap="square" tIns="0">
            <a:noAutofit/>
          </a:bodyPr>
          <a:lstStyle>
            <a:lvl1pPr indent="-228600" lvl="0" marL="457200" algn="l">
              <a:lnSpc>
                <a:spcPct val="122222"/>
              </a:lnSpc>
              <a:spcBef>
                <a:spcPts val="0"/>
              </a:spcBef>
              <a:spcAft>
                <a:spcPts val="0"/>
              </a:spcAft>
              <a:buClr>
                <a:schemeClr val="dk1"/>
              </a:buClr>
              <a:buSzPts val="1800"/>
              <a:buNone/>
              <a:defRPr sz="1800">
                <a:solidFill>
                  <a:schemeClr val="dk1"/>
                </a:solidFill>
              </a:defRPr>
            </a:lvl1pPr>
            <a:lvl2pPr indent="-330200" lvl="1" marL="914400" algn="l">
              <a:lnSpc>
                <a:spcPct val="112500"/>
              </a:lnSpc>
              <a:spcBef>
                <a:spcPts val="600"/>
              </a:spcBef>
              <a:spcAft>
                <a:spcPts val="0"/>
              </a:spcAft>
              <a:buSzPts val="1600"/>
              <a:buChar char="▪"/>
              <a:defRPr sz="1600">
                <a:solidFill>
                  <a:schemeClr val="dk1"/>
                </a:solidFill>
              </a:defRPr>
            </a:lvl2pPr>
            <a:lvl3pPr indent="-317500" lvl="2" marL="1371600" algn="l">
              <a:lnSpc>
                <a:spcPct val="114285"/>
              </a:lnSpc>
              <a:spcBef>
                <a:spcPts val="600"/>
              </a:spcBef>
              <a:spcAft>
                <a:spcPts val="0"/>
              </a:spcAft>
              <a:buSzPts val="1400"/>
              <a:buChar char="•"/>
              <a:defRPr sz="1400">
                <a:solidFill>
                  <a:schemeClr val="dk1"/>
                </a:solidFill>
              </a:defRPr>
            </a:lvl3pPr>
            <a:lvl4pPr indent="-304800" lvl="3" marL="1828800" algn="l">
              <a:lnSpc>
                <a:spcPct val="116666"/>
              </a:lnSpc>
              <a:spcBef>
                <a:spcPts val="600"/>
              </a:spcBef>
              <a:spcAft>
                <a:spcPts val="0"/>
              </a:spcAft>
              <a:buSzPts val="1200"/>
              <a:buChar char="‒"/>
              <a:defRPr sz="1200">
                <a:solidFill>
                  <a:schemeClr val="dk1"/>
                </a:solidFill>
              </a:defRPr>
            </a:lvl4pPr>
            <a:lvl5pPr indent="-304800" lvl="4" marL="2286000" algn="l">
              <a:lnSpc>
                <a:spcPct val="100000"/>
              </a:lnSpc>
              <a:spcBef>
                <a:spcPts val="600"/>
              </a:spcBef>
              <a:spcAft>
                <a:spcPts val="0"/>
              </a:spcAft>
              <a:buClr>
                <a:schemeClr val="dk1"/>
              </a:buClr>
              <a:buSzPts val="1200"/>
              <a:buChar char="•"/>
              <a:defRPr sz="12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02" name="Google Shape;802;p60"/>
          <p:cNvSpPr txBox="1"/>
          <p:nvPr>
            <p:ph idx="2" type="body"/>
          </p:nvPr>
        </p:nvSpPr>
        <p:spPr>
          <a:xfrm>
            <a:off x="1992760" y="3320915"/>
            <a:ext cx="9791253" cy="1368152"/>
          </a:xfrm>
          <a:prstGeom prst="rect">
            <a:avLst/>
          </a:prstGeom>
          <a:noFill/>
          <a:ln>
            <a:noFill/>
          </a:ln>
        </p:spPr>
        <p:txBody>
          <a:bodyPr anchorCtr="0" anchor="ctr" bIns="0" lIns="0" spcFirstLastPara="1" rIns="0" wrap="square" tIns="0">
            <a:noAutofit/>
          </a:bodyPr>
          <a:lstStyle>
            <a:lvl1pPr indent="-228600" lvl="0" marL="457200" algn="l">
              <a:lnSpc>
                <a:spcPct val="122222"/>
              </a:lnSpc>
              <a:spcBef>
                <a:spcPts val="0"/>
              </a:spcBef>
              <a:spcAft>
                <a:spcPts val="0"/>
              </a:spcAft>
              <a:buClr>
                <a:schemeClr val="dk1"/>
              </a:buClr>
              <a:buSzPts val="1800"/>
              <a:buNone/>
              <a:defRPr sz="1800">
                <a:solidFill>
                  <a:schemeClr val="dk1"/>
                </a:solidFill>
              </a:defRPr>
            </a:lvl1pPr>
            <a:lvl2pPr indent="-330200" lvl="1" marL="914400" algn="l">
              <a:lnSpc>
                <a:spcPct val="112500"/>
              </a:lnSpc>
              <a:spcBef>
                <a:spcPts val="600"/>
              </a:spcBef>
              <a:spcAft>
                <a:spcPts val="0"/>
              </a:spcAft>
              <a:buSzPts val="1600"/>
              <a:buChar char="▪"/>
              <a:defRPr sz="1600">
                <a:solidFill>
                  <a:schemeClr val="dk1"/>
                </a:solidFill>
              </a:defRPr>
            </a:lvl2pPr>
            <a:lvl3pPr indent="-317500" lvl="2" marL="1371600" algn="l">
              <a:lnSpc>
                <a:spcPct val="114285"/>
              </a:lnSpc>
              <a:spcBef>
                <a:spcPts val="600"/>
              </a:spcBef>
              <a:spcAft>
                <a:spcPts val="0"/>
              </a:spcAft>
              <a:buSzPts val="1400"/>
              <a:buChar char="•"/>
              <a:defRPr sz="1400">
                <a:solidFill>
                  <a:schemeClr val="dk1"/>
                </a:solidFill>
              </a:defRPr>
            </a:lvl3pPr>
            <a:lvl4pPr indent="-304800" lvl="3" marL="1828800" algn="l">
              <a:lnSpc>
                <a:spcPct val="116666"/>
              </a:lnSpc>
              <a:spcBef>
                <a:spcPts val="600"/>
              </a:spcBef>
              <a:spcAft>
                <a:spcPts val="0"/>
              </a:spcAft>
              <a:buSzPts val="1200"/>
              <a:buChar char="‒"/>
              <a:defRPr sz="1200">
                <a:solidFill>
                  <a:schemeClr val="dk1"/>
                </a:solidFill>
              </a:defRPr>
            </a:lvl4pPr>
            <a:lvl5pPr indent="-304800" lvl="4" marL="2286000" algn="l">
              <a:lnSpc>
                <a:spcPct val="100000"/>
              </a:lnSpc>
              <a:spcBef>
                <a:spcPts val="600"/>
              </a:spcBef>
              <a:spcAft>
                <a:spcPts val="0"/>
              </a:spcAft>
              <a:buClr>
                <a:schemeClr val="dk1"/>
              </a:buClr>
              <a:buSzPts val="1200"/>
              <a:buChar char="•"/>
              <a:defRPr sz="12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03" name="Google Shape;803;p60"/>
          <p:cNvSpPr txBox="1"/>
          <p:nvPr>
            <p:ph idx="3" type="body"/>
          </p:nvPr>
        </p:nvSpPr>
        <p:spPr>
          <a:xfrm>
            <a:off x="1992760" y="5085036"/>
            <a:ext cx="9791253" cy="1368152"/>
          </a:xfrm>
          <a:prstGeom prst="rect">
            <a:avLst/>
          </a:prstGeom>
          <a:noFill/>
          <a:ln>
            <a:noFill/>
          </a:ln>
        </p:spPr>
        <p:txBody>
          <a:bodyPr anchorCtr="0" anchor="ctr" bIns="0" lIns="0" spcFirstLastPara="1" rIns="0" wrap="square" tIns="0">
            <a:noAutofit/>
          </a:bodyPr>
          <a:lstStyle>
            <a:lvl1pPr indent="-228600" lvl="0" marL="457200" algn="l">
              <a:lnSpc>
                <a:spcPct val="122222"/>
              </a:lnSpc>
              <a:spcBef>
                <a:spcPts val="0"/>
              </a:spcBef>
              <a:spcAft>
                <a:spcPts val="0"/>
              </a:spcAft>
              <a:buClr>
                <a:schemeClr val="dk1"/>
              </a:buClr>
              <a:buSzPts val="1800"/>
              <a:buNone/>
              <a:defRPr sz="1800">
                <a:solidFill>
                  <a:schemeClr val="dk1"/>
                </a:solidFill>
              </a:defRPr>
            </a:lvl1pPr>
            <a:lvl2pPr indent="-330200" lvl="1" marL="914400" algn="l">
              <a:lnSpc>
                <a:spcPct val="112500"/>
              </a:lnSpc>
              <a:spcBef>
                <a:spcPts val="600"/>
              </a:spcBef>
              <a:spcAft>
                <a:spcPts val="0"/>
              </a:spcAft>
              <a:buSzPts val="1600"/>
              <a:buChar char="▪"/>
              <a:defRPr sz="1600">
                <a:solidFill>
                  <a:schemeClr val="dk1"/>
                </a:solidFill>
              </a:defRPr>
            </a:lvl2pPr>
            <a:lvl3pPr indent="-317500" lvl="2" marL="1371600" algn="l">
              <a:lnSpc>
                <a:spcPct val="114285"/>
              </a:lnSpc>
              <a:spcBef>
                <a:spcPts val="600"/>
              </a:spcBef>
              <a:spcAft>
                <a:spcPts val="0"/>
              </a:spcAft>
              <a:buSzPts val="1400"/>
              <a:buChar char="•"/>
              <a:defRPr sz="1400">
                <a:solidFill>
                  <a:schemeClr val="dk1"/>
                </a:solidFill>
              </a:defRPr>
            </a:lvl3pPr>
            <a:lvl4pPr indent="-304800" lvl="3" marL="1828800" algn="l">
              <a:lnSpc>
                <a:spcPct val="116666"/>
              </a:lnSpc>
              <a:spcBef>
                <a:spcPts val="600"/>
              </a:spcBef>
              <a:spcAft>
                <a:spcPts val="0"/>
              </a:spcAft>
              <a:buSzPts val="1200"/>
              <a:buChar char="‒"/>
              <a:defRPr sz="1200">
                <a:solidFill>
                  <a:schemeClr val="dk1"/>
                </a:solidFill>
              </a:defRPr>
            </a:lvl4pPr>
            <a:lvl5pPr indent="-304800" lvl="4" marL="2286000" algn="l">
              <a:lnSpc>
                <a:spcPct val="100000"/>
              </a:lnSpc>
              <a:spcBef>
                <a:spcPts val="600"/>
              </a:spcBef>
              <a:spcAft>
                <a:spcPts val="0"/>
              </a:spcAft>
              <a:buClr>
                <a:schemeClr val="dk1"/>
              </a:buClr>
              <a:buSzPts val="1200"/>
              <a:buChar char="•"/>
              <a:defRPr sz="12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04" name="Google Shape;804;p60"/>
          <p:cNvSpPr/>
          <p:nvPr/>
        </p:nvSpPr>
        <p:spPr>
          <a:xfrm>
            <a:off x="11784013" y="6555758"/>
            <a:ext cx="242375"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rgbClr val="7F7F7F"/>
                </a:solidFill>
                <a:latin typeface="Verdana"/>
                <a:ea typeface="Verdana"/>
                <a:cs typeface="Verdana"/>
                <a:sym typeface="Verdana"/>
              </a:rPr>
              <a:t>‹#›</a:t>
            </a:fld>
            <a:endParaRPr sz="800">
              <a:solidFill>
                <a:srgbClr val="7F7F7F"/>
              </a:solidFill>
              <a:latin typeface="Verdana"/>
              <a:ea typeface="Verdana"/>
              <a:cs typeface="Verdana"/>
              <a:sym typeface="Verdana"/>
            </a:endParaRPr>
          </a:p>
        </p:txBody>
      </p:sp>
      <p:cxnSp>
        <p:nvCxnSpPr>
          <p:cNvPr id="805" name="Google Shape;805;p60"/>
          <p:cNvCxnSpPr/>
          <p:nvPr/>
        </p:nvCxnSpPr>
        <p:spPr>
          <a:xfrm rot="10800000">
            <a:off x="3283674" y="6587911"/>
            <a:ext cx="0" cy="155576"/>
          </a:xfrm>
          <a:prstGeom prst="straightConnector1">
            <a:avLst/>
          </a:prstGeom>
          <a:solidFill>
            <a:schemeClr val="dk1"/>
          </a:solidFill>
          <a:ln cap="rnd" cmpd="sng" w="12700">
            <a:solidFill>
              <a:schemeClr val="accent2"/>
            </a:solidFill>
            <a:prstDash val="solid"/>
            <a:round/>
            <a:headEnd len="sm" w="sm" type="none"/>
            <a:tailEnd len="sm" w="sm" type="none"/>
          </a:ln>
        </p:spPr>
      </p:cxnSp>
      <p:sp>
        <p:nvSpPr>
          <p:cNvPr id="806" name="Google Shape;806;p60">
            <a:hlinkClick r:id="rId2"/>
          </p:cNvPr>
          <p:cNvSpPr/>
          <p:nvPr/>
        </p:nvSpPr>
        <p:spPr>
          <a:xfrm>
            <a:off x="407988" y="6555971"/>
            <a:ext cx="2829007" cy="219456"/>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lang="en-US" sz="800">
                <a:solidFill>
                  <a:srgbClr val="00458D"/>
                </a:solidFill>
                <a:latin typeface="Verdana"/>
                <a:ea typeface="Verdana"/>
                <a:cs typeface="Verdana"/>
                <a:sym typeface="Verdana"/>
              </a:rPr>
              <a:t>Presentation Title | Author | Date</a:t>
            </a:r>
            <a:endParaRPr/>
          </a:p>
        </p:txBody>
      </p:sp>
      <p:sp>
        <p:nvSpPr>
          <p:cNvPr id="807" name="Google Shape;807;p60"/>
          <p:cNvSpPr/>
          <p:nvPr/>
        </p:nvSpPr>
        <p:spPr>
          <a:xfrm>
            <a:off x="3411379" y="6555758"/>
            <a:ext cx="222368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800">
                <a:solidFill>
                  <a:srgbClr val="767676"/>
                </a:solidFill>
                <a:latin typeface="Verdana"/>
                <a:ea typeface="Verdana"/>
                <a:cs typeface="Verdana"/>
                <a:sym typeface="Verdana"/>
              </a:rPr>
              <a:t>© 2017 Capgemini. All rights reserved.</a:t>
            </a:r>
            <a:endParaRPr/>
          </a:p>
        </p:txBody>
      </p:sp>
      <p:grpSp>
        <p:nvGrpSpPr>
          <p:cNvPr id="808" name="Google Shape;808;p60"/>
          <p:cNvGrpSpPr/>
          <p:nvPr/>
        </p:nvGrpSpPr>
        <p:grpSpPr>
          <a:xfrm>
            <a:off x="376729" y="3487371"/>
            <a:ext cx="1285954" cy="1201696"/>
            <a:chOff x="-163" y="-158"/>
            <a:chExt cx="2854" cy="2667"/>
          </a:xfrm>
        </p:grpSpPr>
        <p:sp>
          <p:nvSpPr>
            <p:cNvPr id="809" name="Google Shape;809;p60"/>
            <p:cNvSpPr/>
            <p:nvPr/>
          </p:nvSpPr>
          <p:spPr>
            <a:xfrm>
              <a:off x="-163" y="-158"/>
              <a:ext cx="2854" cy="2667"/>
            </a:xfrm>
            <a:custGeom>
              <a:rect b="b" l="l" r="r" t="t"/>
              <a:pathLst>
                <a:path extrusionOk="0" h="997" w="1067">
                  <a:moveTo>
                    <a:pt x="153" y="780"/>
                  </a:moveTo>
                  <a:cubicBezTo>
                    <a:pt x="0" y="580"/>
                    <a:pt x="46" y="297"/>
                    <a:pt x="256" y="149"/>
                  </a:cubicBezTo>
                  <a:cubicBezTo>
                    <a:pt x="466" y="0"/>
                    <a:pt x="760" y="42"/>
                    <a:pt x="914" y="241"/>
                  </a:cubicBezTo>
                  <a:cubicBezTo>
                    <a:pt x="1067" y="441"/>
                    <a:pt x="1004" y="700"/>
                    <a:pt x="794" y="848"/>
                  </a:cubicBezTo>
                  <a:cubicBezTo>
                    <a:pt x="584" y="997"/>
                    <a:pt x="307" y="979"/>
                    <a:pt x="153" y="780"/>
                  </a:cubicBezTo>
                </a:path>
              </a:pathLst>
            </a:custGeom>
            <a:solidFill>
              <a:srgbClr val="87086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sp>
          <p:nvSpPr>
            <p:cNvPr id="810" name="Google Shape;810;p60"/>
            <p:cNvSpPr/>
            <p:nvPr/>
          </p:nvSpPr>
          <p:spPr>
            <a:xfrm>
              <a:off x="677" y="535"/>
              <a:ext cx="465" cy="500"/>
            </a:xfrm>
            <a:custGeom>
              <a:rect b="b" l="l" r="r" t="t"/>
              <a:pathLst>
                <a:path extrusionOk="0" h="187" w="174">
                  <a:moveTo>
                    <a:pt x="71" y="178"/>
                  </a:moveTo>
                  <a:cubicBezTo>
                    <a:pt x="26" y="169"/>
                    <a:pt x="0" y="125"/>
                    <a:pt x="8" y="78"/>
                  </a:cubicBezTo>
                  <a:cubicBezTo>
                    <a:pt x="15" y="31"/>
                    <a:pt x="53" y="0"/>
                    <a:pt x="98" y="9"/>
                  </a:cubicBezTo>
                  <a:cubicBezTo>
                    <a:pt x="144" y="18"/>
                    <a:pt x="174" y="63"/>
                    <a:pt x="167" y="110"/>
                  </a:cubicBezTo>
                  <a:cubicBezTo>
                    <a:pt x="159" y="157"/>
                    <a:pt x="116" y="187"/>
                    <a:pt x="71" y="178"/>
                  </a:cubicBezTo>
                </a:path>
              </a:pathLst>
            </a:custGeom>
            <a:solidFill>
              <a:srgbClr val="FF30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sp>
          <p:nvSpPr>
            <p:cNvPr id="811" name="Google Shape;811;p60"/>
            <p:cNvSpPr/>
            <p:nvPr/>
          </p:nvSpPr>
          <p:spPr>
            <a:xfrm>
              <a:off x="500" y="1075"/>
              <a:ext cx="821" cy="543"/>
            </a:xfrm>
            <a:custGeom>
              <a:rect b="b" l="l" r="r" t="t"/>
              <a:pathLst>
                <a:path extrusionOk="0" h="203" w="307">
                  <a:moveTo>
                    <a:pt x="49" y="182"/>
                  </a:moveTo>
                  <a:cubicBezTo>
                    <a:pt x="19" y="177"/>
                    <a:pt x="0" y="148"/>
                    <a:pt x="8" y="118"/>
                  </a:cubicBezTo>
                  <a:cubicBezTo>
                    <a:pt x="24" y="58"/>
                    <a:pt x="85" y="0"/>
                    <a:pt x="192" y="23"/>
                  </a:cubicBezTo>
                  <a:cubicBezTo>
                    <a:pt x="246" y="35"/>
                    <a:pt x="291" y="79"/>
                    <a:pt x="303" y="135"/>
                  </a:cubicBezTo>
                  <a:cubicBezTo>
                    <a:pt x="306" y="148"/>
                    <a:pt x="307" y="160"/>
                    <a:pt x="307" y="172"/>
                  </a:cubicBezTo>
                  <a:cubicBezTo>
                    <a:pt x="236" y="169"/>
                    <a:pt x="168" y="203"/>
                    <a:pt x="49" y="182"/>
                  </a:cubicBezTo>
                </a:path>
              </a:pathLst>
            </a:custGeom>
            <a:solidFill>
              <a:srgbClr val="FF30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sp>
          <p:nvSpPr>
            <p:cNvPr id="812" name="Google Shape;812;p60"/>
            <p:cNvSpPr/>
            <p:nvPr/>
          </p:nvSpPr>
          <p:spPr>
            <a:xfrm>
              <a:off x="1249" y="575"/>
              <a:ext cx="527" cy="570"/>
            </a:xfrm>
            <a:custGeom>
              <a:rect b="b" l="l" r="r" t="t"/>
              <a:pathLst>
                <a:path extrusionOk="0" h="213" w="197">
                  <a:moveTo>
                    <a:pt x="105" y="209"/>
                  </a:moveTo>
                  <a:cubicBezTo>
                    <a:pt x="160" y="205"/>
                    <a:pt x="197" y="156"/>
                    <a:pt x="196" y="100"/>
                  </a:cubicBezTo>
                  <a:cubicBezTo>
                    <a:pt x="194" y="43"/>
                    <a:pt x="154" y="0"/>
                    <a:pt x="99" y="4"/>
                  </a:cubicBezTo>
                  <a:cubicBezTo>
                    <a:pt x="44" y="8"/>
                    <a:pt x="0" y="57"/>
                    <a:pt x="2" y="113"/>
                  </a:cubicBezTo>
                  <a:cubicBezTo>
                    <a:pt x="3" y="170"/>
                    <a:pt x="50" y="213"/>
                    <a:pt x="105" y="209"/>
                  </a:cubicBez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sp>
          <p:nvSpPr>
            <p:cNvPr id="813" name="Google Shape;813;p60"/>
            <p:cNvSpPr/>
            <p:nvPr/>
          </p:nvSpPr>
          <p:spPr>
            <a:xfrm>
              <a:off x="1017" y="1209"/>
              <a:ext cx="986" cy="647"/>
            </a:xfrm>
            <a:custGeom>
              <a:rect b="b" l="l" r="r" t="t"/>
              <a:pathLst>
                <a:path extrusionOk="0" h="242" w="369">
                  <a:moveTo>
                    <a:pt x="1" y="207"/>
                  </a:moveTo>
                  <a:cubicBezTo>
                    <a:pt x="0" y="193"/>
                    <a:pt x="2" y="178"/>
                    <a:pt x="5" y="162"/>
                  </a:cubicBezTo>
                  <a:cubicBezTo>
                    <a:pt x="20" y="95"/>
                    <a:pt x="72" y="42"/>
                    <a:pt x="137" y="28"/>
                  </a:cubicBezTo>
                  <a:cubicBezTo>
                    <a:pt x="260" y="0"/>
                    <a:pt x="333" y="62"/>
                    <a:pt x="356" y="131"/>
                  </a:cubicBezTo>
                  <a:cubicBezTo>
                    <a:pt x="369" y="170"/>
                    <a:pt x="344" y="212"/>
                    <a:pt x="304" y="218"/>
                  </a:cubicBezTo>
                  <a:cubicBezTo>
                    <a:pt x="165" y="242"/>
                    <a:pt x="85" y="203"/>
                    <a:pt x="1" y="207"/>
                  </a:cubicBez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grpSp>
      <p:grpSp>
        <p:nvGrpSpPr>
          <p:cNvPr id="814" name="Google Shape;814;p60"/>
          <p:cNvGrpSpPr/>
          <p:nvPr/>
        </p:nvGrpSpPr>
        <p:grpSpPr>
          <a:xfrm>
            <a:off x="376729" y="1642923"/>
            <a:ext cx="1279250" cy="1195892"/>
            <a:chOff x="-223" y="-210"/>
            <a:chExt cx="3852" cy="3601"/>
          </a:xfrm>
        </p:grpSpPr>
        <p:sp>
          <p:nvSpPr>
            <p:cNvPr id="815" name="Google Shape;815;p60"/>
            <p:cNvSpPr/>
            <p:nvPr/>
          </p:nvSpPr>
          <p:spPr>
            <a:xfrm>
              <a:off x="-223" y="-210"/>
              <a:ext cx="3852" cy="3601"/>
            </a:xfrm>
            <a:custGeom>
              <a:rect b="b" l="l" r="r" t="t"/>
              <a:pathLst>
                <a:path extrusionOk="0" h="1347" w="1442">
                  <a:moveTo>
                    <a:pt x="207" y="1053"/>
                  </a:moveTo>
                  <a:cubicBezTo>
                    <a:pt x="0" y="783"/>
                    <a:pt x="62" y="401"/>
                    <a:pt x="346" y="201"/>
                  </a:cubicBezTo>
                  <a:cubicBezTo>
                    <a:pt x="629" y="0"/>
                    <a:pt x="1028" y="56"/>
                    <a:pt x="1235" y="326"/>
                  </a:cubicBezTo>
                  <a:cubicBezTo>
                    <a:pt x="1442" y="596"/>
                    <a:pt x="1357" y="946"/>
                    <a:pt x="1073" y="1147"/>
                  </a:cubicBezTo>
                  <a:cubicBezTo>
                    <a:pt x="790" y="1347"/>
                    <a:pt x="415" y="1324"/>
                    <a:pt x="207" y="1053"/>
                  </a:cubicBezTo>
                </a:path>
              </a:pathLst>
            </a:custGeom>
            <a:solidFill>
              <a:srgbClr val="0070A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sp>
          <p:nvSpPr>
            <p:cNvPr id="816" name="Google Shape;816;p60"/>
            <p:cNvSpPr/>
            <p:nvPr/>
          </p:nvSpPr>
          <p:spPr>
            <a:xfrm>
              <a:off x="1284" y="672"/>
              <a:ext cx="870" cy="1045"/>
            </a:xfrm>
            <a:custGeom>
              <a:rect b="b" l="l" r="r" t="t"/>
              <a:pathLst>
                <a:path extrusionOk="0" h="391" w="326">
                  <a:moveTo>
                    <a:pt x="71" y="391"/>
                  </a:moveTo>
                  <a:cubicBezTo>
                    <a:pt x="1" y="390"/>
                    <a:pt x="1" y="390"/>
                    <a:pt x="1" y="390"/>
                  </a:cubicBezTo>
                  <a:cubicBezTo>
                    <a:pt x="2" y="324"/>
                    <a:pt x="0" y="174"/>
                    <a:pt x="0" y="172"/>
                  </a:cubicBezTo>
                  <a:cubicBezTo>
                    <a:pt x="0" y="140"/>
                    <a:pt x="0" y="43"/>
                    <a:pt x="95" y="13"/>
                  </a:cubicBezTo>
                  <a:cubicBezTo>
                    <a:pt x="132" y="1"/>
                    <a:pt x="176" y="0"/>
                    <a:pt x="223" y="8"/>
                  </a:cubicBezTo>
                  <a:cubicBezTo>
                    <a:pt x="289" y="20"/>
                    <a:pt x="326" y="77"/>
                    <a:pt x="326" y="164"/>
                  </a:cubicBezTo>
                  <a:cubicBezTo>
                    <a:pt x="326" y="385"/>
                    <a:pt x="326" y="385"/>
                    <a:pt x="326" y="385"/>
                  </a:cubicBezTo>
                  <a:cubicBezTo>
                    <a:pt x="263" y="385"/>
                    <a:pt x="263" y="385"/>
                    <a:pt x="263" y="385"/>
                  </a:cubicBezTo>
                  <a:cubicBezTo>
                    <a:pt x="263" y="164"/>
                    <a:pt x="263" y="164"/>
                    <a:pt x="263" y="164"/>
                  </a:cubicBezTo>
                  <a:cubicBezTo>
                    <a:pt x="263" y="112"/>
                    <a:pt x="240" y="86"/>
                    <a:pt x="210" y="78"/>
                  </a:cubicBezTo>
                  <a:cubicBezTo>
                    <a:pt x="176" y="69"/>
                    <a:pt x="142" y="73"/>
                    <a:pt x="117" y="80"/>
                  </a:cubicBezTo>
                  <a:cubicBezTo>
                    <a:pt x="89" y="89"/>
                    <a:pt x="71" y="108"/>
                    <a:pt x="71" y="172"/>
                  </a:cubicBezTo>
                  <a:cubicBezTo>
                    <a:pt x="71" y="178"/>
                    <a:pt x="73" y="325"/>
                    <a:pt x="71" y="391"/>
                  </a:cubicBezTo>
                </a:path>
              </a:pathLst>
            </a:custGeom>
            <a:solidFill>
              <a:srgbClr val="12AB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sp>
          <p:nvSpPr>
            <p:cNvPr id="817" name="Google Shape;817;p60"/>
            <p:cNvSpPr/>
            <p:nvPr/>
          </p:nvSpPr>
          <p:spPr>
            <a:xfrm>
              <a:off x="992" y="1429"/>
              <a:ext cx="1408" cy="927"/>
            </a:xfrm>
            <a:custGeom>
              <a:rect b="b" l="l" r="r" t="t"/>
              <a:pathLst>
                <a:path extrusionOk="0" h="347" w="527">
                  <a:moveTo>
                    <a:pt x="98" y="344"/>
                  </a:moveTo>
                  <a:cubicBezTo>
                    <a:pt x="154" y="347"/>
                    <a:pt x="392" y="347"/>
                    <a:pt x="433" y="344"/>
                  </a:cubicBezTo>
                  <a:cubicBezTo>
                    <a:pt x="507" y="337"/>
                    <a:pt x="527" y="325"/>
                    <a:pt x="524" y="231"/>
                  </a:cubicBezTo>
                  <a:cubicBezTo>
                    <a:pt x="524" y="231"/>
                    <a:pt x="524" y="98"/>
                    <a:pt x="524" y="12"/>
                  </a:cubicBezTo>
                  <a:cubicBezTo>
                    <a:pt x="399" y="5"/>
                    <a:pt x="172" y="0"/>
                    <a:pt x="97" y="7"/>
                  </a:cubicBezTo>
                  <a:cubicBezTo>
                    <a:pt x="29" y="13"/>
                    <a:pt x="0" y="31"/>
                    <a:pt x="0" y="121"/>
                  </a:cubicBezTo>
                  <a:cubicBezTo>
                    <a:pt x="1" y="258"/>
                    <a:pt x="1" y="258"/>
                    <a:pt x="1" y="258"/>
                  </a:cubicBezTo>
                  <a:cubicBezTo>
                    <a:pt x="1" y="326"/>
                    <a:pt x="23" y="341"/>
                    <a:pt x="98" y="344"/>
                  </a:cubicBez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sp>
          <p:nvSpPr>
            <p:cNvPr id="818" name="Google Shape;818;p60"/>
            <p:cNvSpPr/>
            <p:nvPr/>
          </p:nvSpPr>
          <p:spPr>
            <a:xfrm>
              <a:off x="1599" y="1621"/>
              <a:ext cx="270" cy="292"/>
            </a:xfrm>
            <a:custGeom>
              <a:rect b="b" l="l" r="r" t="t"/>
              <a:pathLst>
                <a:path extrusionOk="0" h="109" w="101">
                  <a:moveTo>
                    <a:pt x="54" y="107"/>
                  </a:moveTo>
                  <a:cubicBezTo>
                    <a:pt x="82" y="105"/>
                    <a:pt x="101" y="80"/>
                    <a:pt x="101" y="51"/>
                  </a:cubicBezTo>
                  <a:cubicBezTo>
                    <a:pt x="100" y="22"/>
                    <a:pt x="79" y="0"/>
                    <a:pt x="51" y="2"/>
                  </a:cubicBezTo>
                  <a:cubicBezTo>
                    <a:pt x="22" y="3"/>
                    <a:pt x="0" y="29"/>
                    <a:pt x="1" y="58"/>
                  </a:cubicBezTo>
                  <a:cubicBezTo>
                    <a:pt x="2" y="87"/>
                    <a:pt x="25" y="109"/>
                    <a:pt x="54" y="107"/>
                  </a:cubicBezTo>
                </a:path>
              </a:pathLst>
            </a:custGeom>
            <a:solidFill>
              <a:srgbClr val="95E61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sp>
          <p:nvSpPr>
            <p:cNvPr id="819" name="Google Shape;819;p60"/>
            <p:cNvSpPr/>
            <p:nvPr/>
          </p:nvSpPr>
          <p:spPr>
            <a:xfrm>
              <a:off x="1615" y="1878"/>
              <a:ext cx="238" cy="273"/>
            </a:xfrm>
            <a:custGeom>
              <a:rect b="b" l="l" r="r" t="t"/>
              <a:pathLst>
                <a:path extrusionOk="0" h="273" w="238">
                  <a:moveTo>
                    <a:pt x="67" y="0"/>
                  </a:moveTo>
                  <a:lnTo>
                    <a:pt x="0" y="273"/>
                  </a:lnTo>
                  <a:lnTo>
                    <a:pt x="238" y="273"/>
                  </a:lnTo>
                  <a:lnTo>
                    <a:pt x="165" y="0"/>
                  </a:lnTo>
                  <a:lnTo>
                    <a:pt x="67" y="0"/>
                  </a:lnTo>
                  <a:close/>
                </a:path>
              </a:pathLst>
            </a:custGeom>
            <a:solidFill>
              <a:srgbClr val="95E61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grpSp>
      <p:grpSp>
        <p:nvGrpSpPr>
          <p:cNvPr id="820" name="Google Shape;820;p60"/>
          <p:cNvGrpSpPr/>
          <p:nvPr/>
        </p:nvGrpSpPr>
        <p:grpSpPr>
          <a:xfrm>
            <a:off x="376729" y="5168264"/>
            <a:ext cx="1288364" cy="1201696"/>
            <a:chOff x="-60" y="-50"/>
            <a:chExt cx="996" cy="929"/>
          </a:xfrm>
        </p:grpSpPr>
        <p:sp>
          <p:nvSpPr>
            <p:cNvPr id="821" name="Google Shape;821;p60"/>
            <p:cNvSpPr/>
            <p:nvPr/>
          </p:nvSpPr>
          <p:spPr>
            <a:xfrm>
              <a:off x="-60" y="-50"/>
              <a:ext cx="996" cy="929"/>
            </a:xfrm>
            <a:custGeom>
              <a:rect b="b" l="l" r="r" t="t"/>
              <a:pathLst>
                <a:path extrusionOk="0" h="345" w="370">
                  <a:moveTo>
                    <a:pt x="54" y="269"/>
                  </a:moveTo>
                  <a:cubicBezTo>
                    <a:pt x="0" y="200"/>
                    <a:pt x="16" y="103"/>
                    <a:pt x="89" y="51"/>
                  </a:cubicBezTo>
                  <a:cubicBezTo>
                    <a:pt x="162" y="0"/>
                    <a:pt x="264" y="14"/>
                    <a:pt x="317" y="83"/>
                  </a:cubicBezTo>
                  <a:cubicBezTo>
                    <a:pt x="370" y="152"/>
                    <a:pt x="348" y="242"/>
                    <a:pt x="275" y="293"/>
                  </a:cubicBezTo>
                  <a:cubicBezTo>
                    <a:pt x="203" y="345"/>
                    <a:pt x="107" y="339"/>
                    <a:pt x="54" y="269"/>
                  </a:cubicBezTo>
                </a:path>
              </a:pathLst>
            </a:custGeom>
            <a:solidFill>
              <a:srgbClr val="14596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sp>
          <p:nvSpPr>
            <p:cNvPr id="822" name="Google Shape;822;p60"/>
            <p:cNvSpPr/>
            <p:nvPr/>
          </p:nvSpPr>
          <p:spPr>
            <a:xfrm>
              <a:off x="287" y="152"/>
              <a:ext cx="296" cy="533"/>
            </a:xfrm>
            <a:custGeom>
              <a:rect b="b" l="l" r="r" t="t"/>
              <a:pathLst>
                <a:path extrusionOk="0" h="198" w="110">
                  <a:moveTo>
                    <a:pt x="78" y="1"/>
                  </a:moveTo>
                  <a:cubicBezTo>
                    <a:pt x="60" y="0"/>
                    <a:pt x="44" y="1"/>
                    <a:pt x="31" y="2"/>
                  </a:cubicBezTo>
                  <a:cubicBezTo>
                    <a:pt x="6" y="4"/>
                    <a:pt x="0" y="14"/>
                    <a:pt x="0" y="38"/>
                  </a:cubicBezTo>
                  <a:cubicBezTo>
                    <a:pt x="0" y="53"/>
                    <a:pt x="0" y="53"/>
                    <a:pt x="0" y="53"/>
                  </a:cubicBezTo>
                  <a:cubicBezTo>
                    <a:pt x="1" y="77"/>
                    <a:pt x="4" y="166"/>
                    <a:pt x="2" y="193"/>
                  </a:cubicBezTo>
                  <a:cubicBezTo>
                    <a:pt x="9" y="195"/>
                    <a:pt x="54" y="198"/>
                    <a:pt x="78" y="196"/>
                  </a:cubicBezTo>
                  <a:cubicBezTo>
                    <a:pt x="101" y="194"/>
                    <a:pt x="110" y="190"/>
                    <a:pt x="110" y="161"/>
                  </a:cubicBezTo>
                  <a:cubicBezTo>
                    <a:pt x="110" y="29"/>
                    <a:pt x="110" y="29"/>
                    <a:pt x="110" y="29"/>
                  </a:cubicBezTo>
                  <a:cubicBezTo>
                    <a:pt x="110" y="7"/>
                    <a:pt x="103" y="2"/>
                    <a:pt x="78" y="1"/>
                  </a:cubicBez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sp>
          <p:nvSpPr>
            <p:cNvPr id="823" name="Google Shape;823;p60"/>
            <p:cNvSpPr/>
            <p:nvPr/>
          </p:nvSpPr>
          <p:spPr>
            <a:xfrm>
              <a:off x="312" y="203"/>
              <a:ext cx="247" cy="369"/>
            </a:xfrm>
            <a:custGeom>
              <a:rect b="b" l="l" r="r" t="t"/>
              <a:pathLst>
                <a:path extrusionOk="0" h="137" w="92">
                  <a:moveTo>
                    <a:pt x="90" y="137"/>
                  </a:moveTo>
                  <a:cubicBezTo>
                    <a:pt x="3" y="135"/>
                    <a:pt x="3" y="135"/>
                    <a:pt x="3" y="135"/>
                  </a:cubicBezTo>
                  <a:cubicBezTo>
                    <a:pt x="3" y="135"/>
                    <a:pt x="0" y="49"/>
                    <a:pt x="2" y="4"/>
                  </a:cubicBezTo>
                  <a:cubicBezTo>
                    <a:pt x="29" y="1"/>
                    <a:pt x="65" y="0"/>
                    <a:pt x="91" y="2"/>
                  </a:cubicBezTo>
                  <a:cubicBezTo>
                    <a:pt x="92" y="64"/>
                    <a:pt x="90" y="137"/>
                    <a:pt x="90" y="137"/>
                  </a:cubicBezTo>
                </a:path>
              </a:pathLst>
            </a:custGeom>
            <a:solidFill>
              <a:srgbClr val="00C2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sp>
          <p:nvSpPr>
            <p:cNvPr id="824" name="Google Shape;824;p60"/>
            <p:cNvSpPr/>
            <p:nvPr/>
          </p:nvSpPr>
          <p:spPr>
            <a:xfrm>
              <a:off x="411" y="596"/>
              <a:ext cx="49" cy="54"/>
            </a:xfrm>
            <a:custGeom>
              <a:rect b="b" l="l" r="r" t="t"/>
              <a:pathLst>
                <a:path extrusionOk="0" h="20" w="18">
                  <a:moveTo>
                    <a:pt x="10" y="19"/>
                  </a:moveTo>
                  <a:cubicBezTo>
                    <a:pt x="15" y="19"/>
                    <a:pt x="18" y="14"/>
                    <a:pt x="18" y="9"/>
                  </a:cubicBezTo>
                  <a:cubicBezTo>
                    <a:pt x="18" y="4"/>
                    <a:pt x="14" y="0"/>
                    <a:pt x="9" y="0"/>
                  </a:cubicBezTo>
                  <a:cubicBezTo>
                    <a:pt x="4" y="1"/>
                    <a:pt x="0" y="5"/>
                    <a:pt x="0" y="10"/>
                  </a:cubicBezTo>
                  <a:cubicBezTo>
                    <a:pt x="0" y="16"/>
                    <a:pt x="4" y="20"/>
                    <a:pt x="10" y="19"/>
                  </a:cubicBezTo>
                </a:path>
              </a:pathLst>
            </a:custGeom>
            <a:solidFill>
              <a:srgbClr val="95E61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gr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ie Charts ">
  <p:cSld name="4 Pie Charts ">
    <p:bg>
      <p:bgPr>
        <a:solidFill>
          <a:schemeClr val="lt1"/>
        </a:solidFill>
      </p:bgPr>
    </p:bg>
    <p:spTree>
      <p:nvGrpSpPr>
        <p:cNvPr id="825" name="Shape 825"/>
        <p:cNvGrpSpPr/>
        <p:nvPr/>
      </p:nvGrpSpPr>
      <p:grpSpPr>
        <a:xfrm>
          <a:off x="0" y="0"/>
          <a:ext cx="0" cy="0"/>
          <a:chOff x="0" y="0"/>
          <a:chExt cx="0" cy="0"/>
        </a:xfrm>
      </p:grpSpPr>
      <p:sp>
        <p:nvSpPr>
          <p:cNvPr id="826" name="Google Shape;826;p61"/>
          <p:cNvSpPr/>
          <p:nvPr/>
        </p:nvSpPr>
        <p:spPr>
          <a:xfrm>
            <a:off x="0" y="1773238"/>
            <a:ext cx="12192000" cy="3023914"/>
          </a:xfrm>
          <a:prstGeom prst="rect">
            <a:avLst/>
          </a:prstGeom>
          <a:solidFill>
            <a:srgbClr val="E6E7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827" name="Google Shape;827;p61"/>
          <p:cNvSpPr/>
          <p:nvPr>
            <p:ph idx="2" type="chart"/>
          </p:nvPr>
        </p:nvSpPr>
        <p:spPr>
          <a:xfrm>
            <a:off x="6601524" y="2032333"/>
            <a:ext cx="1728192" cy="1617453"/>
          </a:xfrm>
          <a:prstGeom prst="rect">
            <a:avLst/>
          </a:prstGeom>
          <a:noFill/>
          <a:ln>
            <a:noFill/>
          </a:ln>
        </p:spPr>
        <p:txBody>
          <a:bodyPr anchorCtr="0" anchor="ctr" bIns="0" lIns="0" spcFirstLastPara="1" rIns="0" wrap="square" tIns="0">
            <a:noAutofit/>
          </a:bodyPr>
          <a:lstStyle>
            <a:lvl1pPr lvl="0" marR="0" rtl="0" algn="ctr">
              <a:lnSpc>
                <a:spcPct val="122222"/>
              </a:lnSpc>
              <a:spcBef>
                <a:spcPts val="0"/>
              </a:spcBef>
              <a:spcAft>
                <a:spcPts val="0"/>
              </a:spcAft>
              <a:buClr>
                <a:schemeClr val="dk1"/>
              </a:buClr>
              <a:buSzPts val="1800"/>
              <a:buFont typeface="Arial"/>
              <a:buNone/>
              <a:defRPr b="0" i="0" sz="1800" u="none" cap="none" strike="noStrike">
                <a:solidFill>
                  <a:schemeClr val="dk1"/>
                </a:solidFill>
                <a:latin typeface="Verdana"/>
                <a:ea typeface="Verdana"/>
                <a:cs typeface="Verdana"/>
                <a:sym typeface="Verdana"/>
              </a:defRPr>
            </a:lvl1pPr>
            <a:lvl2pPr lvl="1" marR="0" rtl="0" algn="l">
              <a:lnSpc>
                <a:spcPct val="125000"/>
              </a:lnSpc>
              <a:spcBef>
                <a:spcPts val="600"/>
              </a:spcBef>
              <a:spcAft>
                <a:spcPts val="0"/>
              </a:spcAft>
              <a:buClr>
                <a:schemeClr val="accent1"/>
              </a:buClr>
              <a:buSzPts val="1600"/>
              <a:buFont typeface="Noto Sans Symbols"/>
              <a:buChar char="▪"/>
              <a:defRPr b="0" i="0" sz="1600" u="none" cap="none" strike="noStrike">
                <a:solidFill>
                  <a:schemeClr val="dk1"/>
                </a:solidFill>
                <a:latin typeface="Verdana"/>
                <a:ea typeface="Verdana"/>
                <a:cs typeface="Verdana"/>
                <a:sym typeface="Verdana"/>
              </a:defRPr>
            </a:lvl2pPr>
            <a:lvl3pPr lvl="2" marR="0" rtl="0" algn="l">
              <a:lnSpc>
                <a:spcPct val="114285"/>
              </a:lnSpc>
              <a:spcBef>
                <a:spcPts val="600"/>
              </a:spcBef>
              <a:spcAft>
                <a:spcPts val="0"/>
              </a:spcAft>
              <a:buClr>
                <a:schemeClr val="accent1"/>
              </a:buClr>
              <a:buSzPts val="1400"/>
              <a:buFont typeface="Arial"/>
              <a:buChar char="•"/>
              <a:defRPr b="0" i="0" sz="1400" u="none" cap="none" strike="noStrike">
                <a:solidFill>
                  <a:schemeClr val="dk1"/>
                </a:solidFill>
                <a:latin typeface="Verdana"/>
                <a:ea typeface="Verdana"/>
                <a:cs typeface="Verdana"/>
                <a:sym typeface="Verdana"/>
              </a:defRPr>
            </a:lvl3pPr>
            <a:lvl4pPr lvl="3" marR="0" rtl="0" algn="l">
              <a:lnSpc>
                <a:spcPct val="90000"/>
              </a:lnSpc>
              <a:spcBef>
                <a:spcPts val="600"/>
              </a:spcBef>
              <a:spcAft>
                <a:spcPts val="0"/>
              </a:spcAft>
              <a:buClr>
                <a:schemeClr val="accent1"/>
              </a:buClr>
              <a:buSzPts val="1200"/>
              <a:buFont typeface="Arial"/>
              <a:buChar char="‒"/>
              <a:defRPr b="0" i="0" sz="1200" u="none" cap="none" strike="noStrike">
                <a:solidFill>
                  <a:schemeClr val="dk1"/>
                </a:solidFill>
                <a:latin typeface="Verdana"/>
                <a:ea typeface="Verdana"/>
                <a:cs typeface="Verdana"/>
                <a:sym typeface="Verdana"/>
              </a:defRPr>
            </a:lvl4pPr>
            <a:lvl5pPr lvl="4"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Verdana"/>
                <a:ea typeface="Verdana"/>
                <a:cs typeface="Verdana"/>
                <a:sym typeface="Verdana"/>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9pPr>
          </a:lstStyle>
          <a:p/>
        </p:txBody>
      </p:sp>
      <p:sp>
        <p:nvSpPr>
          <p:cNvPr id="828" name="Google Shape;828;p61"/>
          <p:cNvSpPr txBox="1"/>
          <p:nvPr>
            <p:ph idx="1" type="body"/>
          </p:nvPr>
        </p:nvSpPr>
        <p:spPr>
          <a:xfrm>
            <a:off x="911424" y="3717032"/>
            <a:ext cx="2376264" cy="720080"/>
          </a:xfrm>
          <a:prstGeom prst="rect">
            <a:avLst/>
          </a:prstGeom>
          <a:noFill/>
          <a:ln>
            <a:noFill/>
          </a:ln>
        </p:spPr>
        <p:txBody>
          <a:bodyPr anchorCtr="0" anchor="t" bIns="0" lIns="0" spcFirstLastPara="1" rIns="0" wrap="square" tIns="0">
            <a:noAutofit/>
          </a:bodyPr>
          <a:lstStyle>
            <a:lvl1pPr indent="-228600" lvl="0" marL="457200" algn="ctr">
              <a:lnSpc>
                <a:spcPct val="116666"/>
              </a:lnSpc>
              <a:spcBef>
                <a:spcPts val="600"/>
              </a:spcBef>
              <a:spcAft>
                <a:spcPts val="0"/>
              </a:spcAft>
              <a:buClr>
                <a:schemeClr val="dk1"/>
              </a:buClr>
              <a:buSzPts val="1200"/>
              <a:buNone/>
              <a:defRPr sz="1200"/>
            </a:lvl1pPr>
            <a:lvl2pPr indent="-304800" lvl="1" marL="914400" algn="l">
              <a:lnSpc>
                <a:spcPct val="100000"/>
              </a:lnSpc>
              <a:spcBef>
                <a:spcPts val="600"/>
              </a:spcBef>
              <a:spcAft>
                <a:spcPts val="0"/>
              </a:spcAft>
              <a:buSzPts val="1200"/>
              <a:buChar char="▪"/>
              <a:defRPr sz="1200"/>
            </a:lvl2pPr>
            <a:lvl3pPr indent="-304800" lvl="2" marL="1371600" algn="l">
              <a:lnSpc>
                <a:spcPct val="100000"/>
              </a:lnSpc>
              <a:spcBef>
                <a:spcPts val="600"/>
              </a:spcBef>
              <a:spcAft>
                <a:spcPts val="0"/>
              </a:spcAft>
              <a:buSzPts val="1200"/>
              <a:buChar char="•"/>
              <a:defRPr sz="1200"/>
            </a:lvl3pPr>
            <a:lvl4pPr indent="-304800" lvl="3" marL="1828800" algn="l">
              <a:lnSpc>
                <a:spcPct val="100000"/>
              </a:lnSpc>
              <a:spcBef>
                <a:spcPts val="600"/>
              </a:spcBef>
              <a:spcAft>
                <a:spcPts val="0"/>
              </a:spcAft>
              <a:buSzPts val="1200"/>
              <a:buChar char="‒"/>
              <a:defRPr sz="12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9" name="Google Shape;829;p61"/>
          <p:cNvSpPr/>
          <p:nvPr>
            <p:ph idx="3" type="chart"/>
          </p:nvPr>
        </p:nvSpPr>
        <p:spPr>
          <a:xfrm>
            <a:off x="1235460" y="2027570"/>
            <a:ext cx="1728192" cy="1617453"/>
          </a:xfrm>
          <a:prstGeom prst="rect">
            <a:avLst/>
          </a:prstGeom>
          <a:noFill/>
          <a:ln>
            <a:noFill/>
          </a:ln>
        </p:spPr>
        <p:txBody>
          <a:bodyPr anchorCtr="0" anchor="ctr" bIns="0" lIns="0" spcFirstLastPara="1" rIns="0" wrap="square" tIns="0">
            <a:noAutofit/>
          </a:bodyPr>
          <a:lstStyle>
            <a:lvl1pPr lvl="0" marR="0" rtl="0" algn="ctr">
              <a:lnSpc>
                <a:spcPct val="122222"/>
              </a:lnSpc>
              <a:spcBef>
                <a:spcPts val="0"/>
              </a:spcBef>
              <a:spcAft>
                <a:spcPts val="0"/>
              </a:spcAft>
              <a:buClr>
                <a:schemeClr val="dk1"/>
              </a:buClr>
              <a:buSzPts val="1800"/>
              <a:buFont typeface="Arial"/>
              <a:buNone/>
              <a:defRPr b="0" i="0" sz="1800" u="none" cap="none" strike="noStrike">
                <a:solidFill>
                  <a:schemeClr val="dk1"/>
                </a:solidFill>
                <a:latin typeface="Verdana"/>
                <a:ea typeface="Verdana"/>
                <a:cs typeface="Verdana"/>
                <a:sym typeface="Verdana"/>
              </a:defRPr>
            </a:lvl1pPr>
            <a:lvl2pPr lvl="1" marR="0" rtl="0" algn="l">
              <a:lnSpc>
                <a:spcPct val="125000"/>
              </a:lnSpc>
              <a:spcBef>
                <a:spcPts val="600"/>
              </a:spcBef>
              <a:spcAft>
                <a:spcPts val="0"/>
              </a:spcAft>
              <a:buClr>
                <a:schemeClr val="accent1"/>
              </a:buClr>
              <a:buSzPts val="1600"/>
              <a:buFont typeface="Noto Sans Symbols"/>
              <a:buChar char="▪"/>
              <a:defRPr b="0" i="0" sz="1600" u="none" cap="none" strike="noStrike">
                <a:solidFill>
                  <a:schemeClr val="dk1"/>
                </a:solidFill>
                <a:latin typeface="Verdana"/>
                <a:ea typeface="Verdana"/>
                <a:cs typeface="Verdana"/>
                <a:sym typeface="Verdana"/>
              </a:defRPr>
            </a:lvl2pPr>
            <a:lvl3pPr lvl="2" marR="0" rtl="0" algn="l">
              <a:lnSpc>
                <a:spcPct val="114285"/>
              </a:lnSpc>
              <a:spcBef>
                <a:spcPts val="600"/>
              </a:spcBef>
              <a:spcAft>
                <a:spcPts val="0"/>
              </a:spcAft>
              <a:buClr>
                <a:schemeClr val="accent1"/>
              </a:buClr>
              <a:buSzPts val="1400"/>
              <a:buFont typeface="Arial"/>
              <a:buChar char="•"/>
              <a:defRPr b="0" i="0" sz="1400" u="none" cap="none" strike="noStrike">
                <a:solidFill>
                  <a:schemeClr val="dk1"/>
                </a:solidFill>
                <a:latin typeface="Verdana"/>
                <a:ea typeface="Verdana"/>
                <a:cs typeface="Verdana"/>
                <a:sym typeface="Verdana"/>
              </a:defRPr>
            </a:lvl3pPr>
            <a:lvl4pPr lvl="3" marR="0" rtl="0" algn="l">
              <a:lnSpc>
                <a:spcPct val="90000"/>
              </a:lnSpc>
              <a:spcBef>
                <a:spcPts val="600"/>
              </a:spcBef>
              <a:spcAft>
                <a:spcPts val="0"/>
              </a:spcAft>
              <a:buClr>
                <a:schemeClr val="accent1"/>
              </a:buClr>
              <a:buSzPts val="1200"/>
              <a:buFont typeface="Arial"/>
              <a:buChar char="‒"/>
              <a:defRPr b="0" i="0" sz="1200" u="none" cap="none" strike="noStrike">
                <a:solidFill>
                  <a:schemeClr val="dk1"/>
                </a:solidFill>
                <a:latin typeface="Verdana"/>
                <a:ea typeface="Verdana"/>
                <a:cs typeface="Verdana"/>
                <a:sym typeface="Verdana"/>
              </a:defRPr>
            </a:lvl4pPr>
            <a:lvl5pPr lvl="4"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Verdana"/>
                <a:ea typeface="Verdana"/>
                <a:cs typeface="Verdana"/>
                <a:sym typeface="Verdana"/>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9pPr>
          </a:lstStyle>
          <a:p/>
        </p:txBody>
      </p:sp>
      <p:sp>
        <p:nvSpPr>
          <p:cNvPr id="830" name="Google Shape;830;p61"/>
          <p:cNvSpPr txBox="1"/>
          <p:nvPr>
            <p:ph idx="4" type="body"/>
          </p:nvPr>
        </p:nvSpPr>
        <p:spPr>
          <a:xfrm>
            <a:off x="1702767" y="2708275"/>
            <a:ext cx="864842" cy="314325"/>
          </a:xfrm>
          <a:prstGeom prst="rect">
            <a:avLst/>
          </a:prstGeom>
          <a:noFill/>
          <a:ln>
            <a:noFill/>
          </a:ln>
        </p:spPr>
        <p:txBody>
          <a:bodyPr anchorCtr="0" anchor="ctr" bIns="0" lIns="0" spcFirstLastPara="1" rIns="0" wrap="square" tIns="0">
            <a:noAutofit/>
          </a:bodyPr>
          <a:lstStyle>
            <a:lvl1pPr indent="-228600" lvl="0" marL="457200" algn="ctr">
              <a:lnSpc>
                <a:spcPct val="137500"/>
              </a:lnSpc>
              <a:spcBef>
                <a:spcPts val="0"/>
              </a:spcBef>
              <a:spcAft>
                <a:spcPts val="0"/>
              </a:spcAft>
              <a:buClr>
                <a:schemeClr val="dk1"/>
              </a:buClr>
              <a:buSzPts val="1600"/>
              <a:buNone/>
              <a:defRPr b="1" sz="1600"/>
            </a:lvl1pPr>
            <a:lvl2pPr indent="-342900" lvl="1" marL="914400" algn="l">
              <a:lnSpc>
                <a:spcPct val="111111"/>
              </a:lnSpc>
              <a:spcBef>
                <a:spcPts val="600"/>
              </a:spcBef>
              <a:spcAft>
                <a:spcPts val="0"/>
              </a:spcAft>
              <a:buSzPts val="1800"/>
              <a:buChar char="▪"/>
              <a:defRPr/>
            </a:lvl2pPr>
            <a:lvl3pPr indent="-342900" lvl="2" marL="1371600" algn="l">
              <a:lnSpc>
                <a:spcPct val="88888"/>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1" name="Google Shape;831;p61"/>
          <p:cNvSpPr txBox="1"/>
          <p:nvPr>
            <p:ph idx="5" type="body"/>
          </p:nvPr>
        </p:nvSpPr>
        <p:spPr>
          <a:xfrm>
            <a:off x="3594456" y="3717032"/>
            <a:ext cx="2376264" cy="720080"/>
          </a:xfrm>
          <a:prstGeom prst="rect">
            <a:avLst/>
          </a:prstGeom>
          <a:noFill/>
          <a:ln>
            <a:noFill/>
          </a:ln>
        </p:spPr>
        <p:txBody>
          <a:bodyPr anchorCtr="0" anchor="t" bIns="0" lIns="0" spcFirstLastPara="1" rIns="0" wrap="square" tIns="0">
            <a:noAutofit/>
          </a:bodyPr>
          <a:lstStyle>
            <a:lvl1pPr indent="-228600" lvl="0" marL="457200" algn="ctr">
              <a:lnSpc>
                <a:spcPct val="116666"/>
              </a:lnSpc>
              <a:spcBef>
                <a:spcPts val="600"/>
              </a:spcBef>
              <a:spcAft>
                <a:spcPts val="0"/>
              </a:spcAft>
              <a:buClr>
                <a:schemeClr val="dk1"/>
              </a:buClr>
              <a:buSzPts val="1200"/>
              <a:buNone/>
              <a:defRPr sz="1200"/>
            </a:lvl1pPr>
            <a:lvl2pPr indent="-304800" lvl="1" marL="914400" algn="l">
              <a:lnSpc>
                <a:spcPct val="100000"/>
              </a:lnSpc>
              <a:spcBef>
                <a:spcPts val="600"/>
              </a:spcBef>
              <a:spcAft>
                <a:spcPts val="0"/>
              </a:spcAft>
              <a:buSzPts val="1200"/>
              <a:buChar char="▪"/>
              <a:defRPr sz="1200"/>
            </a:lvl2pPr>
            <a:lvl3pPr indent="-304800" lvl="2" marL="1371600" algn="l">
              <a:lnSpc>
                <a:spcPct val="100000"/>
              </a:lnSpc>
              <a:spcBef>
                <a:spcPts val="600"/>
              </a:spcBef>
              <a:spcAft>
                <a:spcPts val="0"/>
              </a:spcAft>
              <a:buSzPts val="1200"/>
              <a:buChar char="•"/>
              <a:defRPr sz="1200"/>
            </a:lvl3pPr>
            <a:lvl4pPr indent="-304800" lvl="3" marL="1828800" algn="l">
              <a:lnSpc>
                <a:spcPct val="100000"/>
              </a:lnSpc>
              <a:spcBef>
                <a:spcPts val="600"/>
              </a:spcBef>
              <a:spcAft>
                <a:spcPts val="0"/>
              </a:spcAft>
              <a:buSzPts val="1200"/>
              <a:buChar char="‒"/>
              <a:defRPr sz="12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2" name="Google Shape;832;p61"/>
          <p:cNvSpPr/>
          <p:nvPr>
            <p:ph idx="6" type="chart"/>
          </p:nvPr>
        </p:nvSpPr>
        <p:spPr>
          <a:xfrm>
            <a:off x="3918492" y="2027570"/>
            <a:ext cx="1728192" cy="1617453"/>
          </a:xfrm>
          <a:prstGeom prst="rect">
            <a:avLst/>
          </a:prstGeom>
          <a:noFill/>
          <a:ln>
            <a:noFill/>
          </a:ln>
        </p:spPr>
        <p:txBody>
          <a:bodyPr anchorCtr="0" anchor="ctr" bIns="0" lIns="0" spcFirstLastPara="1" rIns="0" wrap="square" tIns="0">
            <a:noAutofit/>
          </a:bodyPr>
          <a:lstStyle>
            <a:lvl1pPr lvl="0" marR="0" rtl="0" algn="ctr">
              <a:lnSpc>
                <a:spcPct val="122222"/>
              </a:lnSpc>
              <a:spcBef>
                <a:spcPts val="0"/>
              </a:spcBef>
              <a:spcAft>
                <a:spcPts val="0"/>
              </a:spcAft>
              <a:buClr>
                <a:schemeClr val="dk1"/>
              </a:buClr>
              <a:buSzPts val="1800"/>
              <a:buFont typeface="Arial"/>
              <a:buNone/>
              <a:defRPr b="0" i="0" sz="1800" u="none" cap="none" strike="noStrike">
                <a:solidFill>
                  <a:schemeClr val="dk1"/>
                </a:solidFill>
                <a:latin typeface="Verdana"/>
                <a:ea typeface="Verdana"/>
                <a:cs typeface="Verdana"/>
                <a:sym typeface="Verdana"/>
              </a:defRPr>
            </a:lvl1pPr>
            <a:lvl2pPr lvl="1" marR="0" rtl="0" algn="l">
              <a:lnSpc>
                <a:spcPct val="125000"/>
              </a:lnSpc>
              <a:spcBef>
                <a:spcPts val="600"/>
              </a:spcBef>
              <a:spcAft>
                <a:spcPts val="0"/>
              </a:spcAft>
              <a:buClr>
                <a:schemeClr val="accent1"/>
              </a:buClr>
              <a:buSzPts val="1600"/>
              <a:buFont typeface="Noto Sans Symbols"/>
              <a:buChar char="▪"/>
              <a:defRPr b="0" i="0" sz="1600" u="none" cap="none" strike="noStrike">
                <a:solidFill>
                  <a:schemeClr val="dk1"/>
                </a:solidFill>
                <a:latin typeface="Verdana"/>
                <a:ea typeface="Verdana"/>
                <a:cs typeface="Verdana"/>
                <a:sym typeface="Verdana"/>
              </a:defRPr>
            </a:lvl2pPr>
            <a:lvl3pPr lvl="2" marR="0" rtl="0" algn="l">
              <a:lnSpc>
                <a:spcPct val="114285"/>
              </a:lnSpc>
              <a:spcBef>
                <a:spcPts val="600"/>
              </a:spcBef>
              <a:spcAft>
                <a:spcPts val="0"/>
              </a:spcAft>
              <a:buClr>
                <a:schemeClr val="accent1"/>
              </a:buClr>
              <a:buSzPts val="1400"/>
              <a:buFont typeface="Arial"/>
              <a:buChar char="•"/>
              <a:defRPr b="0" i="0" sz="1400" u="none" cap="none" strike="noStrike">
                <a:solidFill>
                  <a:schemeClr val="dk1"/>
                </a:solidFill>
                <a:latin typeface="Verdana"/>
                <a:ea typeface="Verdana"/>
                <a:cs typeface="Verdana"/>
                <a:sym typeface="Verdana"/>
              </a:defRPr>
            </a:lvl3pPr>
            <a:lvl4pPr lvl="3" marR="0" rtl="0" algn="l">
              <a:lnSpc>
                <a:spcPct val="90000"/>
              </a:lnSpc>
              <a:spcBef>
                <a:spcPts val="600"/>
              </a:spcBef>
              <a:spcAft>
                <a:spcPts val="0"/>
              </a:spcAft>
              <a:buClr>
                <a:schemeClr val="accent1"/>
              </a:buClr>
              <a:buSzPts val="1200"/>
              <a:buFont typeface="Arial"/>
              <a:buChar char="‒"/>
              <a:defRPr b="0" i="0" sz="1200" u="none" cap="none" strike="noStrike">
                <a:solidFill>
                  <a:schemeClr val="dk1"/>
                </a:solidFill>
                <a:latin typeface="Verdana"/>
                <a:ea typeface="Verdana"/>
                <a:cs typeface="Verdana"/>
                <a:sym typeface="Verdana"/>
              </a:defRPr>
            </a:lvl4pPr>
            <a:lvl5pPr lvl="4"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Verdana"/>
                <a:ea typeface="Verdana"/>
                <a:cs typeface="Verdana"/>
                <a:sym typeface="Verdana"/>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9pPr>
          </a:lstStyle>
          <a:p/>
        </p:txBody>
      </p:sp>
      <p:sp>
        <p:nvSpPr>
          <p:cNvPr id="833" name="Google Shape;833;p61"/>
          <p:cNvSpPr txBox="1"/>
          <p:nvPr>
            <p:ph idx="7" type="body"/>
          </p:nvPr>
        </p:nvSpPr>
        <p:spPr>
          <a:xfrm>
            <a:off x="4379763" y="2708275"/>
            <a:ext cx="864842" cy="314325"/>
          </a:xfrm>
          <a:prstGeom prst="rect">
            <a:avLst/>
          </a:prstGeom>
          <a:noFill/>
          <a:ln>
            <a:noFill/>
          </a:ln>
        </p:spPr>
        <p:txBody>
          <a:bodyPr anchorCtr="0" anchor="ctr" bIns="0" lIns="0" spcFirstLastPara="1" rIns="0" wrap="square" tIns="0">
            <a:noAutofit/>
          </a:bodyPr>
          <a:lstStyle>
            <a:lvl1pPr indent="-228600" lvl="0" marL="457200" algn="ctr">
              <a:lnSpc>
                <a:spcPct val="137500"/>
              </a:lnSpc>
              <a:spcBef>
                <a:spcPts val="0"/>
              </a:spcBef>
              <a:spcAft>
                <a:spcPts val="0"/>
              </a:spcAft>
              <a:buClr>
                <a:schemeClr val="dk1"/>
              </a:buClr>
              <a:buSzPts val="1600"/>
              <a:buNone/>
              <a:defRPr b="1" sz="1600"/>
            </a:lvl1pPr>
            <a:lvl2pPr indent="-342900" lvl="1" marL="914400" algn="l">
              <a:lnSpc>
                <a:spcPct val="111111"/>
              </a:lnSpc>
              <a:spcBef>
                <a:spcPts val="600"/>
              </a:spcBef>
              <a:spcAft>
                <a:spcPts val="0"/>
              </a:spcAft>
              <a:buSzPts val="1800"/>
              <a:buChar char="▪"/>
              <a:defRPr/>
            </a:lvl2pPr>
            <a:lvl3pPr indent="-342900" lvl="2" marL="1371600" algn="l">
              <a:lnSpc>
                <a:spcPct val="88888"/>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4" name="Google Shape;834;p61"/>
          <p:cNvSpPr txBox="1"/>
          <p:nvPr>
            <p:ph idx="8" type="body"/>
          </p:nvPr>
        </p:nvSpPr>
        <p:spPr>
          <a:xfrm>
            <a:off x="6277488" y="3717032"/>
            <a:ext cx="2376264" cy="720080"/>
          </a:xfrm>
          <a:prstGeom prst="rect">
            <a:avLst/>
          </a:prstGeom>
          <a:noFill/>
          <a:ln>
            <a:noFill/>
          </a:ln>
        </p:spPr>
        <p:txBody>
          <a:bodyPr anchorCtr="0" anchor="t" bIns="0" lIns="0" spcFirstLastPara="1" rIns="0" wrap="square" tIns="0">
            <a:noAutofit/>
          </a:bodyPr>
          <a:lstStyle>
            <a:lvl1pPr indent="-228600" lvl="0" marL="457200" algn="ctr">
              <a:lnSpc>
                <a:spcPct val="116666"/>
              </a:lnSpc>
              <a:spcBef>
                <a:spcPts val="600"/>
              </a:spcBef>
              <a:spcAft>
                <a:spcPts val="0"/>
              </a:spcAft>
              <a:buClr>
                <a:schemeClr val="dk1"/>
              </a:buClr>
              <a:buSzPts val="1200"/>
              <a:buNone/>
              <a:defRPr sz="1200"/>
            </a:lvl1pPr>
            <a:lvl2pPr indent="-304800" lvl="1" marL="914400" algn="l">
              <a:lnSpc>
                <a:spcPct val="100000"/>
              </a:lnSpc>
              <a:spcBef>
                <a:spcPts val="600"/>
              </a:spcBef>
              <a:spcAft>
                <a:spcPts val="0"/>
              </a:spcAft>
              <a:buSzPts val="1200"/>
              <a:buChar char="▪"/>
              <a:defRPr sz="1200"/>
            </a:lvl2pPr>
            <a:lvl3pPr indent="-304800" lvl="2" marL="1371600" algn="l">
              <a:lnSpc>
                <a:spcPct val="100000"/>
              </a:lnSpc>
              <a:spcBef>
                <a:spcPts val="600"/>
              </a:spcBef>
              <a:spcAft>
                <a:spcPts val="0"/>
              </a:spcAft>
              <a:buSzPts val="1200"/>
              <a:buChar char="•"/>
              <a:defRPr sz="1200"/>
            </a:lvl3pPr>
            <a:lvl4pPr indent="-304800" lvl="3" marL="1828800" algn="l">
              <a:lnSpc>
                <a:spcPct val="100000"/>
              </a:lnSpc>
              <a:spcBef>
                <a:spcPts val="600"/>
              </a:spcBef>
              <a:spcAft>
                <a:spcPts val="0"/>
              </a:spcAft>
              <a:buSzPts val="1200"/>
              <a:buChar char="‒"/>
              <a:defRPr sz="12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5" name="Google Shape;835;p61"/>
          <p:cNvSpPr txBox="1"/>
          <p:nvPr>
            <p:ph idx="9" type="body"/>
          </p:nvPr>
        </p:nvSpPr>
        <p:spPr>
          <a:xfrm>
            <a:off x="7046763" y="2708275"/>
            <a:ext cx="864842" cy="314325"/>
          </a:xfrm>
          <a:prstGeom prst="rect">
            <a:avLst/>
          </a:prstGeom>
          <a:noFill/>
          <a:ln>
            <a:noFill/>
          </a:ln>
        </p:spPr>
        <p:txBody>
          <a:bodyPr anchorCtr="0" anchor="ctr" bIns="0" lIns="0" spcFirstLastPara="1" rIns="0" wrap="square" tIns="0">
            <a:noAutofit/>
          </a:bodyPr>
          <a:lstStyle>
            <a:lvl1pPr indent="-228600" lvl="0" marL="457200" algn="ctr">
              <a:lnSpc>
                <a:spcPct val="137500"/>
              </a:lnSpc>
              <a:spcBef>
                <a:spcPts val="0"/>
              </a:spcBef>
              <a:spcAft>
                <a:spcPts val="0"/>
              </a:spcAft>
              <a:buClr>
                <a:schemeClr val="dk1"/>
              </a:buClr>
              <a:buSzPts val="1600"/>
              <a:buNone/>
              <a:defRPr b="1" sz="1600"/>
            </a:lvl1pPr>
            <a:lvl2pPr indent="-342900" lvl="1" marL="914400" algn="l">
              <a:lnSpc>
                <a:spcPct val="111111"/>
              </a:lnSpc>
              <a:spcBef>
                <a:spcPts val="600"/>
              </a:spcBef>
              <a:spcAft>
                <a:spcPts val="0"/>
              </a:spcAft>
              <a:buSzPts val="1800"/>
              <a:buChar char="▪"/>
              <a:defRPr/>
            </a:lvl2pPr>
            <a:lvl3pPr indent="-342900" lvl="2" marL="1371600" algn="l">
              <a:lnSpc>
                <a:spcPct val="88888"/>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6" name="Google Shape;836;p61"/>
          <p:cNvSpPr/>
          <p:nvPr>
            <p:ph idx="13" type="chart"/>
          </p:nvPr>
        </p:nvSpPr>
        <p:spPr>
          <a:xfrm>
            <a:off x="9284556" y="2032333"/>
            <a:ext cx="1728192" cy="1617453"/>
          </a:xfrm>
          <a:prstGeom prst="rect">
            <a:avLst/>
          </a:prstGeom>
          <a:noFill/>
          <a:ln>
            <a:noFill/>
          </a:ln>
        </p:spPr>
        <p:txBody>
          <a:bodyPr anchorCtr="0" anchor="ctr" bIns="0" lIns="0" spcFirstLastPara="1" rIns="0" wrap="square" tIns="0">
            <a:noAutofit/>
          </a:bodyPr>
          <a:lstStyle>
            <a:lvl1pPr lvl="0" marR="0" rtl="0" algn="ctr">
              <a:lnSpc>
                <a:spcPct val="122222"/>
              </a:lnSpc>
              <a:spcBef>
                <a:spcPts val="0"/>
              </a:spcBef>
              <a:spcAft>
                <a:spcPts val="0"/>
              </a:spcAft>
              <a:buClr>
                <a:schemeClr val="dk1"/>
              </a:buClr>
              <a:buSzPts val="1800"/>
              <a:buFont typeface="Arial"/>
              <a:buNone/>
              <a:defRPr b="0" i="0" sz="1800" u="none" cap="none" strike="noStrike">
                <a:solidFill>
                  <a:schemeClr val="dk1"/>
                </a:solidFill>
                <a:latin typeface="Verdana"/>
                <a:ea typeface="Verdana"/>
                <a:cs typeface="Verdana"/>
                <a:sym typeface="Verdana"/>
              </a:defRPr>
            </a:lvl1pPr>
            <a:lvl2pPr lvl="1" marR="0" rtl="0" algn="l">
              <a:lnSpc>
                <a:spcPct val="125000"/>
              </a:lnSpc>
              <a:spcBef>
                <a:spcPts val="600"/>
              </a:spcBef>
              <a:spcAft>
                <a:spcPts val="0"/>
              </a:spcAft>
              <a:buClr>
                <a:schemeClr val="accent1"/>
              </a:buClr>
              <a:buSzPts val="1600"/>
              <a:buFont typeface="Noto Sans Symbols"/>
              <a:buChar char="▪"/>
              <a:defRPr b="0" i="0" sz="1600" u="none" cap="none" strike="noStrike">
                <a:solidFill>
                  <a:schemeClr val="dk1"/>
                </a:solidFill>
                <a:latin typeface="Verdana"/>
                <a:ea typeface="Verdana"/>
                <a:cs typeface="Verdana"/>
                <a:sym typeface="Verdana"/>
              </a:defRPr>
            </a:lvl2pPr>
            <a:lvl3pPr lvl="2" marR="0" rtl="0" algn="l">
              <a:lnSpc>
                <a:spcPct val="114285"/>
              </a:lnSpc>
              <a:spcBef>
                <a:spcPts val="600"/>
              </a:spcBef>
              <a:spcAft>
                <a:spcPts val="0"/>
              </a:spcAft>
              <a:buClr>
                <a:schemeClr val="accent1"/>
              </a:buClr>
              <a:buSzPts val="1400"/>
              <a:buFont typeface="Arial"/>
              <a:buChar char="•"/>
              <a:defRPr b="0" i="0" sz="1400" u="none" cap="none" strike="noStrike">
                <a:solidFill>
                  <a:schemeClr val="dk1"/>
                </a:solidFill>
                <a:latin typeface="Verdana"/>
                <a:ea typeface="Verdana"/>
                <a:cs typeface="Verdana"/>
                <a:sym typeface="Verdana"/>
              </a:defRPr>
            </a:lvl3pPr>
            <a:lvl4pPr lvl="3" marR="0" rtl="0" algn="l">
              <a:lnSpc>
                <a:spcPct val="90000"/>
              </a:lnSpc>
              <a:spcBef>
                <a:spcPts val="600"/>
              </a:spcBef>
              <a:spcAft>
                <a:spcPts val="0"/>
              </a:spcAft>
              <a:buClr>
                <a:schemeClr val="accent1"/>
              </a:buClr>
              <a:buSzPts val="1200"/>
              <a:buFont typeface="Arial"/>
              <a:buChar char="‒"/>
              <a:defRPr b="0" i="0" sz="1200" u="none" cap="none" strike="noStrike">
                <a:solidFill>
                  <a:schemeClr val="dk1"/>
                </a:solidFill>
                <a:latin typeface="Verdana"/>
                <a:ea typeface="Verdana"/>
                <a:cs typeface="Verdana"/>
                <a:sym typeface="Verdana"/>
              </a:defRPr>
            </a:lvl4pPr>
            <a:lvl5pPr lvl="4"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Verdana"/>
                <a:ea typeface="Verdana"/>
                <a:cs typeface="Verdana"/>
                <a:sym typeface="Verdana"/>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9pPr>
          </a:lstStyle>
          <a:p/>
        </p:txBody>
      </p:sp>
      <p:sp>
        <p:nvSpPr>
          <p:cNvPr id="837" name="Google Shape;837;p61"/>
          <p:cNvSpPr txBox="1"/>
          <p:nvPr>
            <p:ph idx="14" type="body"/>
          </p:nvPr>
        </p:nvSpPr>
        <p:spPr>
          <a:xfrm>
            <a:off x="8960520" y="3717032"/>
            <a:ext cx="2376264" cy="720080"/>
          </a:xfrm>
          <a:prstGeom prst="rect">
            <a:avLst/>
          </a:prstGeom>
          <a:noFill/>
          <a:ln>
            <a:noFill/>
          </a:ln>
        </p:spPr>
        <p:txBody>
          <a:bodyPr anchorCtr="0" anchor="t" bIns="0" lIns="0" spcFirstLastPara="1" rIns="0" wrap="square" tIns="0">
            <a:noAutofit/>
          </a:bodyPr>
          <a:lstStyle>
            <a:lvl1pPr indent="-228600" lvl="0" marL="457200" algn="ctr">
              <a:lnSpc>
                <a:spcPct val="116666"/>
              </a:lnSpc>
              <a:spcBef>
                <a:spcPts val="600"/>
              </a:spcBef>
              <a:spcAft>
                <a:spcPts val="0"/>
              </a:spcAft>
              <a:buClr>
                <a:schemeClr val="dk1"/>
              </a:buClr>
              <a:buSzPts val="1200"/>
              <a:buNone/>
              <a:defRPr sz="1200"/>
            </a:lvl1pPr>
            <a:lvl2pPr indent="-304800" lvl="1" marL="914400" algn="l">
              <a:lnSpc>
                <a:spcPct val="100000"/>
              </a:lnSpc>
              <a:spcBef>
                <a:spcPts val="600"/>
              </a:spcBef>
              <a:spcAft>
                <a:spcPts val="0"/>
              </a:spcAft>
              <a:buSzPts val="1200"/>
              <a:buChar char="▪"/>
              <a:defRPr sz="1200"/>
            </a:lvl2pPr>
            <a:lvl3pPr indent="-304800" lvl="2" marL="1371600" algn="l">
              <a:lnSpc>
                <a:spcPct val="100000"/>
              </a:lnSpc>
              <a:spcBef>
                <a:spcPts val="600"/>
              </a:spcBef>
              <a:spcAft>
                <a:spcPts val="0"/>
              </a:spcAft>
              <a:buSzPts val="1200"/>
              <a:buChar char="•"/>
              <a:defRPr sz="1200"/>
            </a:lvl3pPr>
            <a:lvl4pPr indent="-304800" lvl="3" marL="1828800" algn="l">
              <a:lnSpc>
                <a:spcPct val="100000"/>
              </a:lnSpc>
              <a:spcBef>
                <a:spcPts val="600"/>
              </a:spcBef>
              <a:spcAft>
                <a:spcPts val="0"/>
              </a:spcAft>
              <a:buSzPts val="1200"/>
              <a:buChar char="‒"/>
              <a:defRPr sz="12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8" name="Google Shape;838;p61"/>
          <p:cNvSpPr txBox="1"/>
          <p:nvPr>
            <p:ph idx="15" type="body"/>
          </p:nvPr>
        </p:nvSpPr>
        <p:spPr>
          <a:xfrm>
            <a:off x="9751863" y="2708275"/>
            <a:ext cx="864842" cy="314325"/>
          </a:xfrm>
          <a:prstGeom prst="rect">
            <a:avLst/>
          </a:prstGeom>
          <a:noFill/>
          <a:ln>
            <a:noFill/>
          </a:ln>
        </p:spPr>
        <p:txBody>
          <a:bodyPr anchorCtr="0" anchor="ctr" bIns="0" lIns="0" spcFirstLastPara="1" rIns="0" wrap="square" tIns="0">
            <a:noAutofit/>
          </a:bodyPr>
          <a:lstStyle>
            <a:lvl1pPr indent="-228600" lvl="0" marL="457200" algn="ctr">
              <a:lnSpc>
                <a:spcPct val="137500"/>
              </a:lnSpc>
              <a:spcBef>
                <a:spcPts val="0"/>
              </a:spcBef>
              <a:spcAft>
                <a:spcPts val="0"/>
              </a:spcAft>
              <a:buClr>
                <a:schemeClr val="dk1"/>
              </a:buClr>
              <a:buSzPts val="1600"/>
              <a:buNone/>
              <a:defRPr b="1" sz="1600"/>
            </a:lvl1pPr>
            <a:lvl2pPr indent="-342900" lvl="1" marL="914400" algn="l">
              <a:lnSpc>
                <a:spcPct val="111111"/>
              </a:lnSpc>
              <a:spcBef>
                <a:spcPts val="600"/>
              </a:spcBef>
              <a:spcAft>
                <a:spcPts val="0"/>
              </a:spcAft>
              <a:buSzPts val="1800"/>
              <a:buChar char="▪"/>
              <a:defRPr/>
            </a:lvl2pPr>
            <a:lvl3pPr indent="-342900" lvl="2" marL="1371600" algn="l">
              <a:lnSpc>
                <a:spcPct val="88888"/>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9" name="Google Shape;839;p61"/>
          <p:cNvSpPr txBox="1"/>
          <p:nvPr>
            <p:ph idx="16" type="body"/>
          </p:nvPr>
        </p:nvSpPr>
        <p:spPr>
          <a:xfrm>
            <a:off x="1127448" y="5308653"/>
            <a:ext cx="1656184" cy="576064"/>
          </a:xfrm>
          <a:prstGeom prst="rect">
            <a:avLst/>
          </a:prstGeom>
          <a:noFill/>
          <a:ln>
            <a:noFill/>
          </a:ln>
        </p:spPr>
        <p:txBody>
          <a:bodyPr anchorCtr="0" anchor="ctr" bIns="0" lIns="0" spcFirstLastPara="1" rIns="0" wrap="square" tIns="0">
            <a:noAutofit/>
          </a:bodyPr>
          <a:lstStyle>
            <a:lvl1pPr indent="-228600" lvl="0" marL="457200" algn="ctr">
              <a:lnSpc>
                <a:spcPct val="114285"/>
              </a:lnSpc>
              <a:spcBef>
                <a:spcPts val="0"/>
              </a:spcBef>
              <a:spcAft>
                <a:spcPts val="0"/>
              </a:spcAft>
              <a:buClr>
                <a:srgbClr val="2B0A3D"/>
              </a:buClr>
              <a:buSzPts val="2800"/>
              <a:buNone/>
              <a:defRPr b="1" sz="2800">
                <a:solidFill>
                  <a:srgbClr val="2B0A3D"/>
                </a:solidFill>
              </a:defRPr>
            </a:lvl1pPr>
            <a:lvl2pPr indent="-304800" lvl="1" marL="914400" algn="l">
              <a:lnSpc>
                <a:spcPct val="100000"/>
              </a:lnSpc>
              <a:spcBef>
                <a:spcPts val="600"/>
              </a:spcBef>
              <a:spcAft>
                <a:spcPts val="0"/>
              </a:spcAft>
              <a:buSzPts val="1200"/>
              <a:buChar char="▪"/>
              <a:defRPr sz="1200"/>
            </a:lvl2pPr>
            <a:lvl3pPr indent="-304800" lvl="2" marL="1371600" algn="l">
              <a:lnSpc>
                <a:spcPct val="100000"/>
              </a:lnSpc>
              <a:spcBef>
                <a:spcPts val="600"/>
              </a:spcBef>
              <a:spcAft>
                <a:spcPts val="0"/>
              </a:spcAft>
              <a:buSzPts val="1200"/>
              <a:buChar char="•"/>
              <a:defRPr sz="1200"/>
            </a:lvl3pPr>
            <a:lvl4pPr indent="-304800" lvl="3" marL="1828800" algn="l">
              <a:lnSpc>
                <a:spcPct val="100000"/>
              </a:lnSpc>
              <a:spcBef>
                <a:spcPts val="600"/>
              </a:spcBef>
              <a:spcAft>
                <a:spcPts val="0"/>
              </a:spcAft>
              <a:buSzPts val="1200"/>
              <a:buChar char="‒"/>
              <a:defRPr sz="12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0" name="Google Shape;840;p61"/>
          <p:cNvSpPr txBox="1"/>
          <p:nvPr>
            <p:ph idx="17" type="body"/>
          </p:nvPr>
        </p:nvSpPr>
        <p:spPr>
          <a:xfrm>
            <a:off x="2883395" y="5163112"/>
            <a:ext cx="8399412" cy="867147"/>
          </a:xfrm>
          <a:prstGeom prst="rect">
            <a:avLst/>
          </a:prstGeom>
          <a:noFill/>
          <a:ln>
            <a:noFill/>
          </a:ln>
        </p:spPr>
        <p:txBody>
          <a:bodyPr anchorCtr="0" anchor="ctr" bIns="0" lIns="0" spcFirstLastPara="1" rIns="0" wrap="square" tIns="0">
            <a:noAutofit/>
          </a:bodyPr>
          <a:lstStyle>
            <a:lvl1pPr indent="-228600" lvl="0" marL="457200" algn="l">
              <a:lnSpc>
                <a:spcPct val="112500"/>
              </a:lnSpc>
              <a:spcBef>
                <a:spcPts val="600"/>
              </a:spcBef>
              <a:spcAft>
                <a:spcPts val="0"/>
              </a:spcAft>
              <a:buClr>
                <a:schemeClr val="dk1"/>
              </a:buClr>
              <a:buSzPts val="1600"/>
              <a:buNone/>
              <a:defRPr sz="1600"/>
            </a:lvl1pPr>
            <a:lvl2pPr indent="-304800" lvl="1" marL="914400" algn="l">
              <a:lnSpc>
                <a:spcPct val="100000"/>
              </a:lnSpc>
              <a:spcBef>
                <a:spcPts val="600"/>
              </a:spcBef>
              <a:spcAft>
                <a:spcPts val="0"/>
              </a:spcAft>
              <a:buSzPts val="1200"/>
              <a:buChar char="▪"/>
              <a:defRPr sz="1200"/>
            </a:lvl2pPr>
            <a:lvl3pPr indent="-304800" lvl="2" marL="1371600" algn="l">
              <a:lnSpc>
                <a:spcPct val="100000"/>
              </a:lnSpc>
              <a:spcBef>
                <a:spcPts val="600"/>
              </a:spcBef>
              <a:spcAft>
                <a:spcPts val="0"/>
              </a:spcAft>
              <a:buSzPts val="1200"/>
              <a:buChar char="•"/>
              <a:defRPr sz="1200"/>
            </a:lvl3pPr>
            <a:lvl4pPr indent="-304800" lvl="3" marL="1828800" algn="l">
              <a:lnSpc>
                <a:spcPct val="100000"/>
              </a:lnSpc>
              <a:spcBef>
                <a:spcPts val="600"/>
              </a:spcBef>
              <a:spcAft>
                <a:spcPts val="0"/>
              </a:spcAft>
              <a:buSzPts val="1200"/>
              <a:buChar char="‒"/>
              <a:defRPr sz="12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1" name="Google Shape;841;p61"/>
          <p:cNvSpPr txBox="1"/>
          <p:nvPr>
            <p:ph type="title"/>
          </p:nvPr>
        </p:nvSpPr>
        <p:spPr>
          <a:xfrm>
            <a:off x="407988" y="404813"/>
            <a:ext cx="11016604" cy="863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2"/>
              </a:buClr>
              <a:buSzPts val="2600"/>
              <a:buFont typeface="Verdana"/>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2" name="Google Shape;842;p61"/>
          <p:cNvSpPr/>
          <p:nvPr/>
        </p:nvSpPr>
        <p:spPr>
          <a:xfrm>
            <a:off x="11784013" y="6555758"/>
            <a:ext cx="242375"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rgbClr val="7F7F7F"/>
                </a:solidFill>
                <a:latin typeface="Verdana"/>
                <a:ea typeface="Verdana"/>
                <a:cs typeface="Verdana"/>
                <a:sym typeface="Verdana"/>
              </a:rPr>
              <a:t>‹#›</a:t>
            </a:fld>
            <a:endParaRPr sz="800">
              <a:solidFill>
                <a:srgbClr val="7F7F7F"/>
              </a:solidFill>
              <a:latin typeface="Verdana"/>
              <a:ea typeface="Verdana"/>
              <a:cs typeface="Verdana"/>
              <a:sym typeface="Verdana"/>
            </a:endParaRPr>
          </a:p>
        </p:txBody>
      </p:sp>
      <p:cxnSp>
        <p:nvCxnSpPr>
          <p:cNvPr id="843" name="Google Shape;843;p61"/>
          <p:cNvCxnSpPr/>
          <p:nvPr/>
        </p:nvCxnSpPr>
        <p:spPr>
          <a:xfrm rot="10800000">
            <a:off x="3283674" y="6587911"/>
            <a:ext cx="0" cy="155576"/>
          </a:xfrm>
          <a:prstGeom prst="straightConnector1">
            <a:avLst/>
          </a:prstGeom>
          <a:solidFill>
            <a:schemeClr val="dk1"/>
          </a:solidFill>
          <a:ln cap="rnd" cmpd="sng" w="12700">
            <a:solidFill>
              <a:schemeClr val="accent2"/>
            </a:solidFill>
            <a:prstDash val="solid"/>
            <a:round/>
            <a:headEnd len="sm" w="sm" type="none"/>
            <a:tailEnd len="sm" w="sm" type="none"/>
          </a:ln>
        </p:spPr>
      </p:cxnSp>
      <p:sp>
        <p:nvSpPr>
          <p:cNvPr id="844" name="Google Shape;844;p61">
            <a:hlinkClick r:id="rId2"/>
          </p:cNvPr>
          <p:cNvSpPr/>
          <p:nvPr/>
        </p:nvSpPr>
        <p:spPr>
          <a:xfrm>
            <a:off x="407988" y="6555971"/>
            <a:ext cx="2829007" cy="219456"/>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lang="en-US" sz="800">
                <a:solidFill>
                  <a:srgbClr val="00458D"/>
                </a:solidFill>
                <a:latin typeface="Verdana"/>
                <a:ea typeface="Verdana"/>
                <a:cs typeface="Verdana"/>
                <a:sym typeface="Verdana"/>
              </a:rPr>
              <a:t>Presentation Title | Author | Date</a:t>
            </a:r>
            <a:endParaRPr/>
          </a:p>
        </p:txBody>
      </p:sp>
      <p:sp>
        <p:nvSpPr>
          <p:cNvPr id="845" name="Google Shape;845;p61"/>
          <p:cNvSpPr/>
          <p:nvPr/>
        </p:nvSpPr>
        <p:spPr>
          <a:xfrm>
            <a:off x="3411379" y="6555758"/>
            <a:ext cx="222368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800">
                <a:solidFill>
                  <a:srgbClr val="767676"/>
                </a:solidFill>
                <a:latin typeface="Verdana"/>
                <a:ea typeface="Verdana"/>
                <a:cs typeface="Verdana"/>
                <a:sym typeface="Verdana"/>
              </a:rPr>
              <a:t>© 2017 Capgemini. All rights reserved.</a:t>
            </a:r>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s">
  <p:cSld name="3 columns">
    <p:bg>
      <p:bgPr>
        <a:solidFill>
          <a:schemeClr val="lt1"/>
        </a:solidFill>
      </p:bgPr>
    </p:bg>
    <p:spTree>
      <p:nvGrpSpPr>
        <p:cNvPr id="846" name="Shape 846"/>
        <p:cNvGrpSpPr/>
        <p:nvPr/>
      </p:nvGrpSpPr>
      <p:grpSpPr>
        <a:xfrm>
          <a:off x="0" y="0"/>
          <a:ext cx="0" cy="0"/>
          <a:chOff x="0" y="0"/>
          <a:chExt cx="0" cy="0"/>
        </a:xfrm>
      </p:grpSpPr>
      <p:sp>
        <p:nvSpPr>
          <p:cNvPr id="847" name="Google Shape;847;p62"/>
          <p:cNvSpPr/>
          <p:nvPr/>
        </p:nvSpPr>
        <p:spPr>
          <a:xfrm rot="-5400000">
            <a:off x="8823521" y="-1667562"/>
            <a:ext cx="1706401" cy="5030555"/>
          </a:xfrm>
          <a:prstGeom prst="rect">
            <a:avLst/>
          </a:prstGeom>
          <a:noFill/>
          <a:ln>
            <a:noFill/>
          </a:ln>
        </p:spPr>
      </p:sp>
      <p:sp>
        <p:nvSpPr>
          <p:cNvPr id="848" name="Google Shape;848;p62"/>
          <p:cNvSpPr/>
          <p:nvPr/>
        </p:nvSpPr>
        <p:spPr>
          <a:xfrm>
            <a:off x="407988" y="2423886"/>
            <a:ext cx="3524250" cy="4046888"/>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849" name="Google Shape;849;p62"/>
          <p:cNvSpPr/>
          <p:nvPr/>
        </p:nvSpPr>
        <p:spPr>
          <a:xfrm>
            <a:off x="4333875" y="2423886"/>
            <a:ext cx="3524250" cy="4046888"/>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850" name="Google Shape;850;p62"/>
          <p:cNvSpPr/>
          <p:nvPr/>
        </p:nvSpPr>
        <p:spPr>
          <a:xfrm>
            <a:off x="8259763" y="2406300"/>
            <a:ext cx="3524250" cy="4046888"/>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851" name="Google Shape;851;p62"/>
          <p:cNvSpPr txBox="1"/>
          <p:nvPr>
            <p:ph idx="1" type="body"/>
          </p:nvPr>
        </p:nvSpPr>
        <p:spPr>
          <a:xfrm>
            <a:off x="725016" y="3332368"/>
            <a:ext cx="2890194" cy="645047"/>
          </a:xfrm>
          <a:prstGeom prst="rect">
            <a:avLst/>
          </a:prstGeom>
          <a:noFill/>
          <a:ln>
            <a:noFill/>
          </a:ln>
        </p:spPr>
        <p:txBody>
          <a:bodyPr anchorCtr="0" anchor="ctr" bIns="0" lIns="0" spcFirstLastPara="1" rIns="0" wrap="square" tIns="0">
            <a:noAutofit/>
          </a:bodyPr>
          <a:lstStyle>
            <a:lvl1pPr indent="-228600" lvl="0" marL="457200" algn="l">
              <a:lnSpc>
                <a:spcPct val="112500"/>
              </a:lnSpc>
              <a:spcBef>
                <a:spcPts val="0"/>
              </a:spcBef>
              <a:spcAft>
                <a:spcPts val="0"/>
              </a:spcAft>
              <a:buClr>
                <a:srgbClr val="12ABDB"/>
              </a:buClr>
              <a:buSzPts val="1600"/>
              <a:buNone/>
              <a:defRPr b="1" sz="1600">
                <a:solidFill>
                  <a:srgbClr val="12ABDB"/>
                </a:solidFill>
              </a:defRPr>
            </a:lvl1pPr>
            <a:lvl2pPr indent="-317500" lvl="1" marL="914400" algn="l">
              <a:lnSpc>
                <a:spcPct val="142857"/>
              </a:lnSpc>
              <a:spcBef>
                <a:spcPts val="600"/>
              </a:spcBef>
              <a:spcAft>
                <a:spcPts val="0"/>
              </a:spcAft>
              <a:buSzPts val="1400"/>
              <a:buChar char="▪"/>
              <a:defRPr sz="1400"/>
            </a:lvl2pPr>
            <a:lvl3pPr indent="-304800" lvl="2" marL="1371600" algn="l">
              <a:lnSpc>
                <a:spcPct val="133333"/>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600"/>
              </a:spcBef>
              <a:spcAft>
                <a:spcPts val="0"/>
              </a:spcAft>
              <a:buClr>
                <a:schemeClr val="dk1"/>
              </a:buClr>
              <a:buSzPts val="1100"/>
              <a:buChar char="•"/>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2" name="Google Shape;852;p62"/>
          <p:cNvSpPr txBox="1"/>
          <p:nvPr>
            <p:ph idx="2" type="body"/>
          </p:nvPr>
        </p:nvSpPr>
        <p:spPr>
          <a:xfrm>
            <a:off x="725016" y="4079992"/>
            <a:ext cx="2874219" cy="1711208"/>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400"/>
              <a:buNone/>
              <a:defRPr sz="1400"/>
            </a:lvl1pPr>
            <a:lvl2pPr indent="-304800" lvl="1" marL="914400" algn="l">
              <a:lnSpc>
                <a:spcPct val="116666"/>
              </a:lnSpc>
              <a:spcBef>
                <a:spcPts val="600"/>
              </a:spcBef>
              <a:spcAft>
                <a:spcPts val="0"/>
              </a:spcAft>
              <a:buSzPts val="1200"/>
              <a:buChar char="▪"/>
              <a:defRPr sz="1200"/>
            </a:lvl2pPr>
            <a:lvl3pPr indent="-298450" lvl="2" marL="1371600" algn="l">
              <a:lnSpc>
                <a:spcPct val="118181"/>
              </a:lnSpc>
              <a:spcBef>
                <a:spcPts val="600"/>
              </a:spcBef>
              <a:spcAft>
                <a:spcPts val="0"/>
              </a:spcAft>
              <a:buSzPts val="1100"/>
              <a:buChar char="•"/>
              <a:defRPr sz="1100"/>
            </a:lvl3pPr>
            <a:lvl4pPr indent="-292100" lvl="3" marL="1828800" algn="l">
              <a:lnSpc>
                <a:spcPct val="120000"/>
              </a:lnSpc>
              <a:spcBef>
                <a:spcPts val="600"/>
              </a:spcBef>
              <a:spcAft>
                <a:spcPts val="0"/>
              </a:spcAft>
              <a:buSzPts val="1000"/>
              <a:buChar char="‒"/>
              <a:defRPr sz="10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3" name="Google Shape;853;p62"/>
          <p:cNvSpPr txBox="1"/>
          <p:nvPr>
            <p:ph idx="3" type="body"/>
          </p:nvPr>
        </p:nvSpPr>
        <p:spPr>
          <a:xfrm>
            <a:off x="4650903" y="3332368"/>
            <a:ext cx="2890194" cy="645047"/>
          </a:xfrm>
          <a:prstGeom prst="rect">
            <a:avLst/>
          </a:prstGeom>
          <a:noFill/>
          <a:ln>
            <a:noFill/>
          </a:ln>
        </p:spPr>
        <p:txBody>
          <a:bodyPr anchorCtr="0" anchor="ctr" bIns="0" lIns="0" spcFirstLastPara="1" rIns="0" wrap="square" tIns="0">
            <a:noAutofit/>
          </a:bodyPr>
          <a:lstStyle>
            <a:lvl1pPr indent="-228600" lvl="0" marL="457200" algn="l">
              <a:lnSpc>
                <a:spcPct val="112500"/>
              </a:lnSpc>
              <a:spcBef>
                <a:spcPts val="0"/>
              </a:spcBef>
              <a:spcAft>
                <a:spcPts val="0"/>
              </a:spcAft>
              <a:buClr>
                <a:srgbClr val="FF304C"/>
              </a:buClr>
              <a:buSzPts val="1600"/>
              <a:buNone/>
              <a:defRPr b="1" sz="1600">
                <a:solidFill>
                  <a:srgbClr val="FF304C"/>
                </a:solidFill>
              </a:defRPr>
            </a:lvl1pPr>
            <a:lvl2pPr indent="-317500" lvl="1" marL="914400" algn="l">
              <a:lnSpc>
                <a:spcPct val="142857"/>
              </a:lnSpc>
              <a:spcBef>
                <a:spcPts val="600"/>
              </a:spcBef>
              <a:spcAft>
                <a:spcPts val="0"/>
              </a:spcAft>
              <a:buSzPts val="1400"/>
              <a:buChar char="▪"/>
              <a:defRPr sz="1400"/>
            </a:lvl2pPr>
            <a:lvl3pPr indent="-304800" lvl="2" marL="1371600" algn="l">
              <a:lnSpc>
                <a:spcPct val="133333"/>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600"/>
              </a:spcBef>
              <a:spcAft>
                <a:spcPts val="0"/>
              </a:spcAft>
              <a:buClr>
                <a:schemeClr val="dk1"/>
              </a:buClr>
              <a:buSzPts val="1100"/>
              <a:buChar char="•"/>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4" name="Google Shape;854;p62"/>
          <p:cNvSpPr txBox="1"/>
          <p:nvPr>
            <p:ph idx="4" type="body"/>
          </p:nvPr>
        </p:nvSpPr>
        <p:spPr>
          <a:xfrm>
            <a:off x="8576791" y="3332368"/>
            <a:ext cx="2890194" cy="645047"/>
          </a:xfrm>
          <a:prstGeom prst="rect">
            <a:avLst/>
          </a:prstGeom>
          <a:noFill/>
          <a:ln>
            <a:noFill/>
          </a:ln>
        </p:spPr>
        <p:txBody>
          <a:bodyPr anchorCtr="0" anchor="ctr" bIns="0" lIns="0" spcFirstLastPara="1" rIns="0" wrap="square" tIns="0">
            <a:noAutofit/>
          </a:bodyPr>
          <a:lstStyle>
            <a:lvl1pPr indent="-228600" lvl="0" marL="457200" algn="l">
              <a:lnSpc>
                <a:spcPct val="112500"/>
              </a:lnSpc>
              <a:spcBef>
                <a:spcPts val="0"/>
              </a:spcBef>
              <a:spcAft>
                <a:spcPts val="0"/>
              </a:spcAft>
              <a:buClr>
                <a:srgbClr val="2C004B"/>
              </a:buClr>
              <a:buSzPts val="1600"/>
              <a:buNone/>
              <a:defRPr b="1" sz="1600">
                <a:solidFill>
                  <a:srgbClr val="2C004B"/>
                </a:solidFill>
              </a:defRPr>
            </a:lvl1pPr>
            <a:lvl2pPr indent="-317500" lvl="1" marL="914400" algn="l">
              <a:lnSpc>
                <a:spcPct val="142857"/>
              </a:lnSpc>
              <a:spcBef>
                <a:spcPts val="600"/>
              </a:spcBef>
              <a:spcAft>
                <a:spcPts val="0"/>
              </a:spcAft>
              <a:buSzPts val="1400"/>
              <a:buChar char="▪"/>
              <a:defRPr sz="1400"/>
            </a:lvl2pPr>
            <a:lvl3pPr indent="-304800" lvl="2" marL="1371600" algn="l">
              <a:lnSpc>
                <a:spcPct val="133333"/>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600"/>
              </a:spcBef>
              <a:spcAft>
                <a:spcPts val="0"/>
              </a:spcAft>
              <a:buClr>
                <a:schemeClr val="dk1"/>
              </a:buClr>
              <a:buSzPts val="1100"/>
              <a:buChar char="•"/>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5" name="Google Shape;855;p62"/>
          <p:cNvSpPr txBox="1"/>
          <p:nvPr>
            <p:ph idx="5" type="body"/>
          </p:nvPr>
        </p:nvSpPr>
        <p:spPr>
          <a:xfrm>
            <a:off x="8498131" y="295729"/>
            <a:ext cx="2927906" cy="8763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600"/>
              <a:buNone/>
              <a:defRPr b="1" sz="1600"/>
            </a:lvl1pPr>
            <a:lvl2pPr indent="-330200" lvl="1" marL="914400" algn="l">
              <a:lnSpc>
                <a:spcPct val="100000"/>
              </a:lnSpc>
              <a:spcBef>
                <a:spcPts val="600"/>
              </a:spcBef>
              <a:spcAft>
                <a:spcPts val="0"/>
              </a:spcAft>
              <a:buSzPts val="1600"/>
              <a:buChar char="▪"/>
              <a:defRPr sz="1600"/>
            </a:lvl2pPr>
            <a:lvl3pPr indent="-330200" lvl="2" marL="1371600" algn="l">
              <a:lnSpc>
                <a:spcPct val="100000"/>
              </a:lnSpc>
              <a:spcBef>
                <a:spcPts val="600"/>
              </a:spcBef>
              <a:spcAft>
                <a:spcPts val="0"/>
              </a:spcAft>
              <a:buSzPts val="1600"/>
              <a:buChar char="•"/>
              <a:defRPr sz="1600"/>
            </a:lvl3pPr>
            <a:lvl4pPr indent="-330200" lvl="3" marL="1828800" algn="l">
              <a:lnSpc>
                <a:spcPct val="100000"/>
              </a:lnSpc>
              <a:spcBef>
                <a:spcPts val="600"/>
              </a:spcBef>
              <a:spcAft>
                <a:spcPts val="0"/>
              </a:spcAft>
              <a:buSzPts val="1600"/>
              <a:buChar char="‒"/>
              <a:defRPr sz="1600"/>
            </a:lvl4pPr>
            <a:lvl5pPr indent="-330200" lvl="4" marL="2286000" algn="l">
              <a:lnSpc>
                <a:spcPct val="100000"/>
              </a:lnSpc>
              <a:spcBef>
                <a:spcPts val="600"/>
              </a:spcBef>
              <a:spcAft>
                <a:spcPts val="0"/>
              </a:spcAft>
              <a:buClr>
                <a:schemeClr val="dk1"/>
              </a:buClr>
              <a:buSzPts val="1600"/>
              <a:buChar char="•"/>
              <a:defRPr sz="16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6" name="Google Shape;856;p62"/>
          <p:cNvSpPr/>
          <p:nvPr/>
        </p:nvSpPr>
        <p:spPr>
          <a:xfrm>
            <a:off x="11491419" y="164829"/>
            <a:ext cx="424356" cy="459624"/>
          </a:xfrm>
          <a:prstGeom prst="rect">
            <a:avLst/>
          </a:prstGeom>
          <a:noFill/>
          <a:ln>
            <a:noFill/>
          </a:ln>
        </p:spPr>
      </p:sp>
      <p:sp>
        <p:nvSpPr>
          <p:cNvPr id="857" name="Google Shape;857;p62"/>
          <p:cNvSpPr txBox="1"/>
          <p:nvPr>
            <p:ph type="title"/>
          </p:nvPr>
        </p:nvSpPr>
        <p:spPr>
          <a:xfrm>
            <a:off x="407988" y="404813"/>
            <a:ext cx="6477232" cy="863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2"/>
              </a:buClr>
              <a:buSzPts val="2600"/>
              <a:buFont typeface="Verdana"/>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8" name="Google Shape;858;p62"/>
          <p:cNvSpPr/>
          <p:nvPr/>
        </p:nvSpPr>
        <p:spPr>
          <a:xfrm>
            <a:off x="11784013" y="6555758"/>
            <a:ext cx="242375"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rgbClr val="7F7F7F"/>
                </a:solidFill>
                <a:latin typeface="Verdana"/>
                <a:ea typeface="Verdana"/>
                <a:cs typeface="Verdana"/>
                <a:sym typeface="Verdana"/>
              </a:rPr>
              <a:t>‹#›</a:t>
            </a:fld>
            <a:endParaRPr sz="800">
              <a:solidFill>
                <a:srgbClr val="7F7F7F"/>
              </a:solidFill>
              <a:latin typeface="Verdana"/>
              <a:ea typeface="Verdana"/>
              <a:cs typeface="Verdana"/>
              <a:sym typeface="Verdana"/>
            </a:endParaRPr>
          </a:p>
        </p:txBody>
      </p:sp>
      <p:cxnSp>
        <p:nvCxnSpPr>
          <p:cNvPr id="859" name="Google Shape;859;p62"/>
          <p:cNvCxnSpPr/>
          <p:nvPr/>
        </p:nvCxnSpPr>
        <p:spPr>
          <a:xfrm rot="10800000">
            <a:off x="3283674" y="6587911"/>
            <a:ext cx="0" cy="155576"/>
          </a:xfrm>
          <a:prstGeom prst="straightConnector1">
            <a:avLst/>
          </a:prstGeom>
          <a:solidFill>
            <a:schemeClr val="dk1"/>
          </a:solidFill>
          <a:ln cap="rnd" cmpd="sng" w="12700">
            <a:solidFill>
              <a:schemeClr val="accent2"/>
            </a:solidFill>
            <a:prstDash val="solid"/>
            <a:round/>
            <a:headEnd len="sm" w="sm" type="none"/>
            <a:tailEnd len="sm" w="sm" type="none"/>
          </a:ln>
        </p:spPr>
      </p:cxnSp>
      <p:sp>
        <p:nvSpPr>
          <p:cNvPr id="860" name="Google Shape;860;p62">
            <a:hlinkClick r:id="rId2"/>
          </p:cNvPr>
          <p:cNvSpPr/>
          <p:nvPr/>
        </p:nvSpPr>
        <p:spPr>
          <a:xfrm>
            <a:off x="407988" y="6555971"/>
            <a:ext cx="2829007" cy="219456"/>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lang="en-US" sz="800">
                <a:solidFill>
                  <a:srgbClr val="00458D"/>
                </a:solidFill>
                <a:latin typeface="Verdana"/>
                <a:ea typeface="Verdana"/>
                <a:cs typeface="Verdana"/>
                <a:sym typeface="Verdana"/>
              </a:rPr>
              <a:t>Presentation Title | Author | Date</a:t>
            </a:r>
            <a:endParaRPr/>
          </a:p>
        </p:txBody>
      </p:sp>
      <p:sp>
        <p:nvSpPr>
          <p:cNvPr id="861" name="Google Shape;861;p62"/>
          <p:cNvSpPr/>
          <p:nvPr/>
        </p:nvSpPr>
        <p:spPr>
          <a:xfrm>
            <a:off x="3411379" y="6555758"/>
            <a:ext cx="222368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800">
                <a:solidFill>
                  <a:srgbClr val="767676"/>
                </a:solidFill>
                <a:latin typeface="Verdana"/>
                <a:ea typeface="Verdana"/>
                <a:cs typeface="Verdana"/>
                <a:sym typeface="Verdana"/>
              </a:rPr>
              <a:t>© 2017 Capgemini. All rights reserved.</a:t>
            </a:r>
            <a:endParaRPr/>
          </a:p>
        </p:txBody>
      </p:sp>
      <p:sp>
        <p:nvSpPr>
          <p:cNvPr id="862" name="Google Shape;862;p62"/>
          <p:cNvSpPr txBox="1"/>
          <p:nvPr>
            <p:ph idx="6" type="body"/>
          </p:nvPr>
        </p:nvSpPr>
        <p:spPr>
          <a:xfrm>
            <a:off x="4666878" y="4079992"/>
            <a:ext cx="2874219" cy="1711208"/>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400"/>
              <a:buNone/>
              <a:defRPr sz="1400"/>
            </a:lvl1pPr>
            <a:lvl2pPr indent="-304800" lvl="1" marL="914400" algn="l">
              <a:lnSpc>
                <a:spcPct val="116666"/>
              </a:lnSpc>
              <a:spcBef>
                <a:spcPts val="600"/>
              </a:spcBef>
              <a:spcAft>
                <a:spcPts val="0"/>
              </a:spcAft>
              <a:buClr>
                <a:schemeClr val="accent4"/>
              </a:buClr>
              <a:buSzPts val="1200"/>
              <a:buChar char="▪"/>
              <a:defRPr sz="1200"/>
            </a:lvl2pPr>
            <a:lvl3pPr indent="-298450" lvl="2" marL="1371600" algn="l">
              <a:lnSpc>
                <a:spcPct val="118181"/>
              </a:lnSpc>
              <a:spcBef>
                <a:spcPts val="600"/>
              </a:spcBef>
              <a:spcAft>
                <a:spcPts val="0"/>
              </a:spcAft>
              <a:buClr>
                <a:schemeClr val="accent4"/>
              </a:buClr>
              <a:buSzPts val="1100"/>
              <a:buChar char="•"/>
              <a:defRPr sz="1100"/>
            </a:lvl3pPr>
            <a:lvl4pPr indent="-292100" lvl="3" marL="1828800" algn="l">
              <a:lnSpc>
                <a:spcPct val="120000"/>
              </a:lnSpc>
              <a:spcBef>
                <a:spcPts val="600"/>
              </a:spcBef>
              <a:spcAft>
                <a:spcPts val="0"/>
              </a:spcAft>
              <a:buClr>
                <a:schemeClr val="accent4"/>
              </a:buClr>
              <a:buSzPts val="1000"/>
              <a:buChar char="‒"/>
              <a:defRPr sz="10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3" name="Google Shape;863;p62"/>
          <p:cNvSpPr txBox="1"/>
          <p:nvPr>
            <p:ph idx="7" type="body"/>
          </p:nvPr>
        </p:nvSpPr>
        <p:spPr>
          <a:xfrm>
            <a:off x="8592766" y="4079992"/>
            <a:ext cx="2874219" cy="1711208"/>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400"/>
              <a:buNone/>
              <a:defRPr sz="1400"/>
            </a:lvl1pPr>
            <a:lvl2pPr indent="-304800" lvl="1" marL="914400" algn="l">
              <a:lnSpc>
                <a:spcPct val="116666"/>
              </a:lnSpc>
              <a:spcBef>
                <a:spcPts val="600"/>
              </a:spcBef>
              <a:spcAft>
                <a:spcPts val="0"/>
              </a:spcAft>
              <a:buClr>
                <a:schemeClr val="accent3"/>
              </a:buClr>
              <a:buSzPts val="1200"/>
              <a:buChar char="▪"/>
              <a:defRPr sz="1200"/>
            </a:lvl2pPr>
            <a:lvl3pPr indent="-298450" lvl="2" marL="1371600" algn="l">
              <a:lnSpc>
                <a:spcPct val="118181"/>
              </a:lnSpc>
              <a:spcBef>
                <a:spcPts val="600"/>
              </a:spcBef>
              <a:spcAft>
                <a:spcPts val="0"/>
              </a:spcAft>
              <a:buClr>
                <a:schemeClr val="accent3"/>
              </a:buClr>
              <a:buSzPts val="1100"/>
              <a:buChar char="•"/>
              <a:defRPr sz="1100"/>
            </a:lvl3pPr>
            <a:lvl4pPr indent="-292100" lvl="3" marL="1828800" algn="l">
              <a:lnSpc>
                <a:spcPct val="120000"/>
              </a:lnSpc>
              <a:spcBef>
                <a:spcPts val="600"/>
              </a:spcBef>
              <a:spcAft>
                <a:spcPts val="0"/>
              </a:spcAft>
              <a:buClr>
                <a:schemeClr val="accent3"/>
              </a:buClr>
              <a:buSzPts val="1000"/>
              <a:buChar char="‒"/>
              <a:defRPr sz="10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bullets with highlights">
  <p:cSld name="3 bullets with highlights">
    <p:bg>
      <p:bgPr>
        <a:solidFill>
          <a:schemeClr val="lt1"/>
        </a:solidFill>
      </p:bgPr>
    </p:bg>
    <p:spTree>
      <p:nvGrpSpPr>
        <p:cNvPr id="864" name="Shape 864"/>
        <p:cNvGrpSpPr/>
        <p:nvPr/>
      </p:nvGrpSpPr>
      <p:grpSpPr>
        <a:xfrm>
          <a:off x="0" y="0"/>
          <a:ext cx="0" cy="0"/>
          <a:chOff x="0" y="0"/>
          <a:chExt cx="0" cy="0"/>
        </a:xfrm>
      </p:grpSpPr>
      <p:sp>
        <p:nvSpPr>
          <p:cNvPr id="865" name="Google Shape;865;p63"/>
          <p:cNvSpPr/>
          <p:nvPr/>
        </p:nvSpPr>
        <p:spPr>
          <a:xfrm>
            <a:off x="5563594" y="4734095"/>
            <a:ext cx="1204015" cy="1137595"/>
          </a:xfrm>
          <a:custGeom>
            <a:rect b="b" l="l" r="r" t="t"/>
            <a:pathLst>
              <a:path extrusionOk="0" h="3131423" w="3314252">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866" name="Google Shape;866;p63"/>
          <p:cNvSpPr/>
          <p:nvPr/>
        </p:nvSpPr>
        <p:spPr>
          <a:xfrm>
            <a:off x="5563595" y="2944149"/>
            <a:ext cx="1204015" cy="1137595"/>
          </a:xfrm>
          <a:custGeom>
            <a:rect b="b" l="l" r="r" t="t"/>
            <a:pathLst>
              <a:path extrusionOk="0" h="3131423" w="3314252">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FF304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867" name="Google Shape;867;p63"/>
          <p:cNvSpPr/>
          <p:nvPr/>
        </p:nvSpPr>
        <p:spPr>
          <a:xfrm>
            <a:off x="5516146" y="1186056"/>
            <a:ext cx="1204015" cy="1137595"/>
          </a:xfrm>
          <a:custGeom>
            <a:rect b="b" l="l" r="r" t="t"/>
            <a:pathLst>
              <a:path extrusionOk="0" h="3131423" w="3314252">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12AB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868" name="Google Shape;868;p63"/>
          <p:cNvSpPr/>
          <p:nvPr/>
        </p:nvSpPr>
        <p:spPr>
          <a:xfrm>
            <a:off x="-1" y="0"/>
            <a:ext cx="4749299" cy="6858000"/>
          </a:xfrm>
          <a:prstGeom prst="rect">
            <a:avLst/>
          </a:prstGeom>
          <a:solidFill>
            <a:srgbClr val="E6E7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869" name="Google Shape;869;p63"/>
          <p:cNvSpPr/>
          <p:nvPr/>
        </p:nvSpPr>
        <p:spPr>
          <a:xfrm rot="-3578492">
            <a:off x="-510401" y="-999749"/>
            <a:ext cx="4694967" cy="4418573"/>
          </a:xfrm>
          <a:custGeom>
            <a:rect b="b" l="l" r="r" t="t"/>
            <a:pathLst>
              <a:path extrusionOk="0" h="6332069" w="6728158">
                <a:moveTo>
                  <a:pt x="0" y="6332069"/>
                </a:moveTo>
                <a:lnTo>
                  <a:pt x="6728158" y="6332069"/>
                </a:lnTo>
                <a:lnTo>
                  <a:pt x="6728158" y="5480387"/>
                </a:lnTo>
                <a:lnTo>
                  <a:pt x="3518172" y="0"/>
                </a:lnTo>
                <a:lnTo>
                  <a:pt x="0" y="2060673"/>
                </a:lnTo>
                <a:close/>
              </a:path>
            </a:pathLst>
          </a:custGeom>
          <a:noFill/>
          <a:ln>
            <a:noFill/>
          </a:ln>
        </p:spPr>
      </p:sp>
      <p:sp>
        <p:nvSpPr>
          <p:cNvPr id="870" name="Google Shape;870;p63"/>
          <p:cNvSpPr txBox="1"/>
          <p:nvPr>
            <p:ph idx="1" type="body"/>
          </p:nvPr>
        </p:nvSpPr>
        <p:spPr>
          <a:xfrm>
            <a:off x="5713875" y="1525457"/>
            <a:ext cx="863263" cy="482705"/>
          </a:xfrm>
          <a:prstGeom prst="rect">
            <a:avLst/>
          </a:prstGeom>
          <a:noFill/>
          <a:ln>
            <a:noFill/>
          </a:ln>
        </p:spPr>
        <p:txBody>
          <a:bodyPr anchorCtr="0" anchor="ctr" bIns="0" lIns="0" spcFirstLastPara="1" rIns="0" wrap="square" tIns="0">
            <a:noAutofit/>
          </a:bodyPr>
          <a:lstStyle>
            <a:lvl1pPr indent="-228600" lvl="0" marL="457200" algn="ctr">
              <a:lnSpc>
                <a:spcPct val="115384"/>
              </a:lnSpc>
              <a:spcBef>
                <a:spcPts val="0"/>
              </a:spcBef>
              <a:spcAft>
                <a:spcPts val="0"/>
              </a:spcAft>
              <a:buClr>
                <a:srgbClr val="2C004B"/>
              </a:buClr>
              <a:buSzPts val="2600"/>
              <a:buNone/>
              <a:defRPr b="0" sz="2600">
                <a:solidFill>
                  <a:srgbClr val="2C004B"/>
                </a:solidFill>
              </a:defRPr>
            </a:lvl1pPr>
            <a:lvl2pPr indent="-317500" lvl="1" marL="914400" algn="l">
              <a:lnSpc>
                <a:spcPct val="142857"/>
              </a:lnSpc>
              <a:spcBef>
                <a:spcPts val="600"/>
              </a:spcBef>
              <a:spcAft>
                <a:spcPts val="0"/>
              </a:spcAft>
              <a:buSzPts val="1400"/>
              <a:buChar char="▪"/>
              <a:defRPr sz="1400"/>
            </a:lvl2pPr>
            <a:lvl3pPr indent="-304800" lvl="2" marL="1371600" algn="l">
              <a:lnSpc>
                <a:spcPct val="133333"/>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600"/>
              </a:spcBef>
              <a:spcAft>
                <a:spcPts val="0"/>
              </a:spcAft>
              <a:buClr>
                <a:schemeClr val="dk1"/>
              </a:buClr>
              <a:buSzPts val="1100"/>
              <a:buChar char="•"/>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1" name="Google Shape;871;p63"/>
          <p:cNvSpPr txBox="1"/>
          <p:nvPr>
            <p:ph idx="2" type="body"/>
          </p:nvPr>
        </p:nvSpPr>
        <p:spPr>
          <a:xfrm>
            <a:off x="5713875" y="3284120"/>
            <a:ext cx="863263" cy="482705"/>
          </a:xfrm>
          <a:prstGeom prst="rect">
            <a:avLst/>
          </a:prstGeom>
          <a:noFill/>
          <a:ln>
            <a:noFill/>
          </a:ln>
        </p:spPr>
        <p:txBody>
          <a:bodyPr anchorCtr="0" anchor="ctr" bIns="0" lIns="0" spcFirstLastPara="1" rIns="0" wrap="square" tIns="0">
            <a:noAutofit/>
          </a:bodyPr>
          <a:lstStyle>
            <a:lvl1pPr indent="-228600" lvl="0" marL="457200" algn="ctr">
              <a:lnSpc>
                <a:spcPct val="115384"/>
              </a:lnSpc>
              <a:spcBef>
                <a:spcPts val="0"/>
              </a:spcBef>
              <a:spcAft>
                <a:spcPts val="0"/>
              </a:spcAft>
              <a:buClr>
                <a:srgbClr val="2C004B"/>
              </a:buClr>
              <a:buSzPts val="2600"/>
              <a:buNone/>
              <a:defRPr b="0" sz="2600">
                <a:solidFill>
                  <a:srgbClr val="2C004B"/>
                </a:solidFill>
              </a:defRPr>
            </a:lvl1pPr>
            <a:lvl2pPr indent="-317500" lvl="1" marL="914400" algn="l">
              <a:lnSpc>
                <a:spcPct val="142857"/>
              </a:lnSpc>
              <a:spcBef>
                <a:spcPts val="600"/>
              </a:spcBef>
              <a:spcAft>
                <a:spcPts val="0"/>
              </a:spcAft>
              <a:buSzPts val="1400"/>
              <a:buChar char="▪"/>
              <a:defRPr sz="1400"/>
            </a:lvl2pPr>
            <a:lvl3pPr indent="-304800" lvl="2" marL="1371600" algn="l">
              <a:lnSpc>
                <a:spcPct val="133333"/>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600"/>
              </a:spcBef>
              <a:spcAft>
                <a:spcPts val="0"/>
              </a:spcAft>
              <a:buClr>
                <a:schemeClr val="dk1"/>
              </a:buClr>
              <a:buSzPts val="1100"/>
              <a:buChar char="•"/>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2" name="Google Shape;872;p63"/>
          <p:cNvSpPr txBox="1"/>
          <p:nvPr>
            <p:ph idx="3" type="body"/>
          </p:nvPr>
        </p:nvSpPr>
        <p:spPr>
          <a:xfrm>
            <a:off x="5713875" y="5061942"/>
            <a:ext cx="863263" cy="482705"/>
          </a:xfrm>
          <a:prstGeom prst="rect">
            <a:avLst/>
          </a:prstGeom>
          <a:noFill/>
          <a:ln>
            <a:noFill/>
          </a:ln>
        </p:spPr>
        <p:txBody>
          <a:bodyPr anchorCtr="0" anchor="ctr" bIns="0" lIns="0" spcFirstLastPara="1" rIns="0" wrap="square" tIns="0">
            <a:noAutofit/>
          </a:bodyPr>
          <a:lstStyle>
            <a:lvl1pPr indent="-228600" lvl="0" marL="457200" algn="ctr">
              <a:lnSpc>
                <a:spcPct val="115384"/>
              </a:lnSpc>
              <a:spcBef>
                <a:spcPts val="0"/>
              </a:spcBef>
              <a:spcAft>
                <a:spcPts val="0"/>
              </a:spcAft>
              <a:buClr>
                <a:srgbClr val="2C004B"/>
              </a:buClr>
              <a:buSzPts val="2600"/>
              <a:buNone/>
              <a:defRPr b="0" sz="2600">
                <a:solidFill>
                  <a:srgbClr val="2C004B"/>
                </a:solidFill>
              </a:defRPr>
            </a:lvl1pPr>
            <a:lvl2pPr indent="-317500" lvl="1" marL="914400" algn="l">
              <a:lnSpc>
                <a:spcPct val="142857"/>
              </a:lnSpc>
              <a:spcBef>
                <a:spcPts val="600"/>
              </a:spcBef>
              <a:spcAft>
                <a:spcPts val="0"/>
              </a:spcAft>
              <a:buSzPts val="1400"/>
              <a:buChar char="▪"/>
              <a:defRPr sz="1400"/>
            </a:lvl2pPr>
            <a:lvl3pPr indent="-304800" lvl="2" marL="1371600" algn="l">
              <a:lnSpc>
                <a:spcPct val="133333"/>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600"/>
              </a:spcBef>
              <a:spcAft>
                <a:spcPts val="0"/>
              </a:spcAft>
              <a:buClr>
                <a:schemeClr val="dk1"/>
              </a:buClr>
              <a:buSzPts val="1100"/>
              <a:buChar char="•"/>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3" name="Google Shape;873;p63"/>
          <p:cNvSpPr txBox="1"/>
          <p:nvPr>
            <p:ph idx="4" type="body"/>
          </p:nvPr>
        </p:nvSpPr>
        <p:spPr>
          <a:xfrm>
            <a:off x="426716" y="3367132"/>
            <a:ext cx="3670826" cy="2993216"/>
          </a:xfrm>
          <a:prstGeom prst="rect">
            <a:avLst/>
          </a:prstGeom>
          <a:noFill/>
          <a:ln>
            <a:noFill/>
          </a:ln>
        </p:spPr>
        <p:txBody>
          <a:bodyPr anchorCtr="0" anchor="t" bIns="0" lIns="0" spcFirstLastPara="1" rIns="0" wrap="square" tIns="0">
            <a:noAutofit/>
          </a:bodyPr>
          <a:lstStyle>
            <a:lvl1pPr indent="-228600" lvl="0" marL="457200" algn="l">
              <a:lnSpc>
                <a:spcPct val="122222"/>
              </a:lnSpc>
              <a:spcBef>
                <a:spcPts val="0"/>
              </a:spcBef>
              <a:spcAft>
                <a:spcPts val="0"/>
              </a:spcAft>
              <a:buClr>
                <a:schemeClr val="dk1"/>
              </a:buClr>
              <a:buSzPts val="1800"/>
              <a:buNone/>
              <a:defRPr sz="1800"/>
            </a:lvl1pPr>
            <a:lvl2pPr indent="-330200" lvl="1" marL="914400" algn="l">
              <a:lnSpc>
                <a:spcPct val="112500"/>
              </a:lnSpc>
              <a:spcBef>
                <a:spcPts val="600"/>
              </a:spcBef>
              <a:spcAft>
                <a:spcPts val="0"/>
              </a:spcAft>
              <a:buClr>
                <a:schemeClr val="accent3"/>
              </a:buClr>
              <a:buSzPts val="1600"/>
              <a:buChar char="▪"/>
              <a:defRPr sz="1600"/>
            </a:lvl2pPr>
            <a:lvl3pPr indent="-317500" lvl="2" marL="1371600" algn="l">
              <a:lnSpc>
                <a:spcPct val="114285"/>
              </a:lnSpc>
              <a:spcBef>
                <a:spcPts val="600"/>
              </a:spcBef>
              <a:spcAft>
                <a:spcPts val="0"/>
              </a:spcAft>
              <a:buClr>
                <a:schemeClr val="accent3"/>
              </a:buClr>
              <a:buSzPts val="1400"/>
              <a:buChar char="•"/>
              <a:defRPr sz="1400"/>
            </a:lvl3pPr>
            <a:lvl4pPr indent="-304800" lvl="3" marL="1828800" algn="l">
              <a:lnSpc>
                <a:spcPct val="116666"/>
              </a:lnSpc>
              <a:spcBef>
                <a:spcPts val="600"/>
              </a:spcBef>
              <a:spcAft>
                <a:spcPts val="0"/>
              </a:spcAft>
              <a:buClr>
                <a:schemeClr val="accent3"/>
              </a:buClr>
              <a:buSzPts val="1200"/>
              <a:buChar char="‒"/>
              <a:defRPr sz="12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4" name="Google Shape;874;p63"/>
          <p:cNvSpPr txBox="1"/>
          <p:nvPr>
            <p:ph type="title"/>
          </p:nvPr>
        </p:nvSpPr>
        <p:spPr>
          <a:xfrm>
            <a:off x="407988" y="404812"/>
            <a:ext cx="2663676" cy="1584027"/>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lt1"/>
              </a:buClr>
              <a:buSzPts val="2600"/>
              <a:buFont typeface="Verdana"/>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5" name="Google Shape;875;p63"/>
          <p:cNvSpPr txBox="1"/>
          <p:nvPr>
            <p:ph idx="5" type="body"/>
          </p:nvPr>
        </p:nvSpPr>
        <p:spPr>
          <a:xfrm>
            <a:off x="6917889" y="825195"/>
            <a:ext cx="4866123" cy="412363"/>
          </a:xfrm>
          <a:prstGeom prst="rect">
            <a:avLst/>
          </a:prstGeom>
          <a:noFill/>
          <a:ln>
            <a:noFill/>
          </a:ln>
        </p:spPr>
        <p:txBody>
          <a:bodyPr anchorCtr="0" anchor="ctr" bIns="0" lIns="0" spcFirstLastPara="1" rIns="0" wrap="square" tIns="0">
            <a:noAutofit/>
          </a:bodyPr>
          <a:lstStyle>
            <a:lvl1pPr indent="-228600" lvl="0" marL="457200" algn="l">
              <a:lnSpc>
                <a:spcPct val="122222"/>
              </a:lnSpc>
              <a:spcBef>
                <a:spcPts val="0"/>
              </a:spcBef>
              <a:spcAft>
                <a:spcPts val="0"/>
              </a:spcAft>
              <a:buClr>
                <a:schemeClr val="dk2"/>
              </a:buClr>
              <a:buSzPts val="1800"/>
              <a:buNone/>
              <a:defRPr b="0" sz="1800">
                <a:solidFill>
                  <a:schemeClr val="dk2"/>
                </a:solidFill>
              </a:defRPr>
            </a:lvl1pPr>
            <a:lvl2pPr indent="-317500" lvl="1" marL="914400" algn="l">
              <a:lnSpc>
                <a:spcPct val="142857"/>
              </a:lnSpc>
              <a:spcBef>
                <a:spcPts val="600"/>
              </a:spcBef>
              <a:spcAft>
                <a:spcPts val="0"/>
              </a:spcAft>
              <a:buSzPts val="1400"/>
              <a:buChar char="▪"/>
              <a:defRPr sz="1400"/>
            </a:lvl2pPr>
            <a:lvl3pPr indent="-304800" lvl="2" marL="1371600" algn="l">
              <a:lnSpc>
                <a:spcPct val="133333"/>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600"/>
              </a:spcBef>
              <a:spcAft>
                <a:spcPts val="0"/>
              </a:spcAft>
              <a:buClr>
                <a:schemeClr val="dk1"/>
              </a:buClr>
              <a:buSzPts val="1100"/>
              <a:buChar char="•"/>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6" name="Google Shape;876;p63"/>
          <p:cNvSpPr txBox="1"/>
          <p:nvPr>
            <p:ph idx="6" type="body"/>
          </p:nvPr>
        </p:nvSpPr>
        <p:spPr>
          <a:xfrm>
            <a:off x="6917889" y="1268413"/>
            <a:ext cx="4866123" cy="996793"/>
          </a:xfrm>
          <a:prstGeom prst="rect">
            <a:avLst/>
          </a:prstGeom>
          <a:noFill/>
          <a:ln>
            <a:noFill/>
          </a:ln>
        </p:spPr>
        <p:txBody>
          <a:bodyPr anchorCtr="0" anchor="t"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04800" lvl="1" marL="914400" algn="l">
              <a:lnSpc>
                <a:spcPct val="116666"/>
              </a:lnSpc>
              <a:spcBef>
                <a:spcPts val="600"/>
              </a:spcBef>
              <a:spcAft>
                <a:spcPts val="0"/>
              </a:spcAft>
              <a:buClr>
                <a:schemeClr val="accent3"/>
              </a:buClr>
              <a:buSzPts val="1200"/>
              <a:buChar char="▪"/>
              <a:defRPr sz="1200">
                <a:solidFill>
                  <a:schemeClr val="dk1"/>
                </a:solidFill>
              </a:defRPr>
            </a:lvl2pPr>
            <a:lvl3pPr indent="-304800" lvl="2" marL="1371600" algn="l">
              <a:lnSpc>
                <a:spcPct val="116666"/>
              </a:lnSpc>
              <a:spcBef>
                <a:spcPts val="600"/>
              </a:spcBef>
              <a:spcAft>
                <a:spcPts val="0"/>
              </a:spcAft>
              <a:buClr>
                <a:schemeClr val="accent3"/>
              </a:buClr>
              <a:buSzPts val="1200"/>
              <a:buChar char="•"/>
              <a:defRPr sz="1200">
                <a:solidFill>
                  <a:schemeClr val="dk1"/>
                </a:solidFill>
              </a:defRPr>
            </a:lvl3pPr>
            <a:lvl4pPr indent="-298450" lvl="3" marL="1828800" algn="l">
              <a:lnSpc>
                <a:spcPct val="109090"/>
              </a:lnSpc>
              <a:spcBef>
                <a:spcPts val="600"/>
              </a:spcBef>
              <a:spcAft>
                <a:spcPts val="0"/>
              </a:spcAft>
              <a:buClr>
                <a:schemeClr val="accent3"/>
              </a:buClr>
              <a:buSzPts val="1100"/>
              <a:buChar char="‒"/>
              <a:defRPr sz="1100">
                <a:solidFill>
                  <a:schemeClr val="dk1"/>
                </a:solidFill>
              </a:defRPr>
            </a:lvl4pPr>
            <a:lvl5pPr indent="-304800" lvl="4" marL="2286000" algn="l">
              <a:lnSpc>
                <a:spcPct val="100000"/>
              </a:lnSpc>
              <a:spcBef>
                <a:spcPts val="600"/>
              </a:spcBef>
              <a:spcAft>
                <a:spcPts val="0"/>
              </a:spcAft>
              <a:buClr>
                <a:schemeClr val="dk1"/>
              </a:buClr>
              <a:buSzPts val="1200"/>
              <a:buChar char="•"/>
              <a:defRPr sz="12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7" name="Google Shape;877;p63"/>
          <p:cNvSpPr txBox="1"/>
          <p:nvPr>
            <p:ph idx="7" type="body"/>
          </p:nvPr>
        </p:nvSpPr>
        <p:spPr>
          <a:xfrm>
            <a:off x="6917889" y="2583858"/>
            <a:ext cx="4866123" cy="412363"/>
          </a:xfrm>
          <a:prstGeom prst="rect">
            <a:avLst/>
          </a:prstGeom>
          <a:noFill/>
          <a:ln>
            <a:noFill/>
          </a:ln>
        </p:spPr>
        <p:txBody>
          <a:bodyPr anchorCtr="0" anchor="ctr" bIns="0" lIns="0" spcFirstLastPara="1" rIns="0" wrap="square" tIns="0">
            <a:noAutofit/>
          </a:bodyPr>
          <a:lstStyle>
            <a:lvl1pPr indent="-228600" lvl="0" marL="457200" algn="l">
              <a:lnSpc>
                <a:spcPct val="122222"/>
              </a:lnSpc>
              <a:spcBef>
                <a:spcPts val="0"/>
              </a:spcBef>
              <a:spcAft>
                <a:spcPts val="0"/>
              </a:spcAft>
              <a:buClr>
                <a:schemeClr val="dk2"/>
              </a:buClr>
              <a:buSzPts val="1800"/>
              <a:buNone/>
              <a:defRPr b="0" sz="1800">
                <a:solidFill>
                  <a:schemeClr val="dk2"/>
                </a:solidFill>
              </a:defRPr>
            </a:lvl1pPr>
            <a:lvl2pPr indent="-317500" lvl="1" marL="914400" algn="l">
              <a:lnSpc>
                <a:spcPct val="142857"/>
              </a:lnSpc>
              <a:spcBef>
                <a:spcPts val="600"/>
              </a:spcBef>
              <a:spcAft>
                <a:spcPts val="0"/>
              </a:spcAft>
              <a:buSzPts val="1400"/>
              <a:buChar char="▪"/>
              <a:defRPr sz="1400"/>
            </a:lvl2pPr>
            <a:lvl3pPr indent="-304800" lvl="2" marL="1371600" algn="l">
              <a:lnSpc>
                <a:spcPct val="133333"/>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600"/>
              </a:spcBef>
              <a:spcAft>
                <a:spcPts val="0"/>
              </a:spcAft>
              <a:buClr>
                <a:schemeClr val="dk1"/>
              </a:buClr>
              <a:buSzPts val="1100"/>
              <a:buChar char="•"/>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8" name="Google Shape;878;p63"/>
          <p:cNvSpPr txBox="1"/>
          <p:nvPr>
            <p:ph idx="8" type="body"/>
          </p:nvPr>
        </p:nvSpPr>
        <p:spPr>
          <a:xfrm>
            <a:off x="6917889" y="3027076"/>
            <a:ext cx="4866123" cy="996793"/>
          </a:xfrm>
          <a:prstGeom prst="rect">
            <a:avLst/>
          </a:prstGeom>
          <a:noFill/>
          <a:ln>
            <a:noFill/>
          </a:ln>
        </p:spPr>
        <p:txBody>
          <a:bodyPr anchorCtr="0" anchor="t"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04800" lvl="1" marL="914400" algn="l">
              <a:lnSpc>
                <a:spcPct val="116666"/>
              </a:lnSpc>
              <a:spcBef>
                <a:spcPts val="600"/>
              </a:spcBef>
              <a:spcAft>
                <a:spcPts val="0"/>
              </a:spcAft>
              <a:buClr>
                <a:schemeClr val="accent3"/>
              </a:buClr>
              <a:buSzPts val="1200"/>
              <a:buChar char="▪"/>
              <a:defRPr sz="1200">
                <a:solidFill>
                  <a:schemeClr val="dk1"/>
                </a:solidFill>
              </a:defRPr>
            </a:lvl2pPr>
            <a:lvl3pPr indent="-304800" lvl="2" marL="1371600" algn="l">
              <a:lnSpc>
                <a:spcPct val="116666"/>
              </a:lnSpc>
              <a:spcBef>
                <a:spcPts val="600"/>
              </a:spcBef>
              <a:spcAft>
                <a:spcPts val="0"/>
              </a:spcAft>
              <a:buClr>
                <a:schemeClr val="accent3"/>
              </a:buClr>
              <a:buSzPts val="1200"/>
              <a:buChar char="•"/>
              <a:defRPr sz="1200">
                <a:solidFill>
                  <a:schemeClr val="dk1"/>
                </a:solidFill>
              </a:defRPr>
            </a:lvl3pPr>
            <a:lvl4pPr indent="-298450" lvl="3" marL="1828800" algn="l">
              <a:lnSpc>
                <a:spcPct val="109090"/>
              </a:lnSpc>
              <a:spcBef>
                <a:spcPts val="600"/>
              </a:spcBef>
              <a:spcAft>
                <a:spcPts val="0"/>
              </a:spcAft>
              <a:buClr>
                <a:schemeClr val="accent3"/>
              </a:buClr>
              <a:buSzPts val="1100"/>
              <a:buChar char="‒"/>
              <a:defRPr sz="1100">
                <a:solidFill>
                  <a:schemeClr val="dk1"/>
                </a:solidFill>
              </a:defRPr>
            </a:lvl4pPr>
            <a:lvl5pPr indent="-304800" lvl="4" marL="2286000" algn="l">
              <a:lnSpc>
                <a:spcPct val="100000"/>
              </a:lnSpc>
              <a:spcBef>
                <a:spcPts val="600"/>
              </a:spcBef>
              <a:spcAft>
                <a:spcPts val="0"/>
              </a:spcAft>
              <a:buClr>
                <a:schemeClr val="dk1"/>
              </a:buClr>
              <a:buSzPts val="1200"/>
              <a:buChar char="•"/>
              <a:defRPr sz="12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9" name="Google Shape;879;p63"/>
          <p:cNvSpPr txBox="1"/>
          <p:nvPr>
            <p:ph idx="9" type="body"/>
          </p:nvPr>
        </p:nvSpPr>
        <p:spPr>
          <a:xfrm>
            <a:off x="6917889" y="4361680"/>
            <a:ext cx="4866123" cy="412363"/>
          </a:xfrm>
          <a:prstGeom prst="rect">
            <a:avLst/>
          </a:prstGeom>
          <a:noFill/>
          <a:ln>
            <a:noFill/>
          </a:ln>
        </p:spPr>
        <p:txBody>
          <a:bodyPr anchorCtr="0" anchor="ctr" bIns="0" lIns="0" spcFirstLastPara="1" rIns="0" wrap="square" tIns="0">
            <a:noAutofit/>
          </a:bodyPr>
          <a:lstStyle>
            <a:lvl1pPr indent="-228600" lvl="0" marL="457200" algn="l">
              <a:lnSpc>
                <a:spcPct val="122222"/>
              </a:lnSpc>
              <a:spcBef>
                <a:spcPts val="0"/>
              </a:spcBef>
              <a:spcAft>
                <a:spcPts val="0"/>
              </a:spcAft>
              <a:buClr>
                <a:schemeClr val="dk2"/>
              </a:buClr>
              <a:buSzPts val="1800"/>
              <a:buNone/>
              <a:defRPr b="0" sz="1800">
                <a:solidFill>
                  <a:schemeClr val="dk2"/>
                </a:solidFill>
              </a:defRPr>
            </a:lvl1pPr>
            <a:lvl2pPr indent="-317500" lvl="1" marL="914400" algn="l">
              <a:lnSpc>
                <a:spcPct val="142857"/>
              </a:lnSpc>
              <a:spcBef>
                <a:spcPts val="600"/>
              </a:spcBef>
              <a:spcAft>
                <a:spcPts val="0"/>
              </a:spcAft>
              <a:buSzPts val="1400"/>
              <a:buChar char="▪"/>
              <a:defRPr sz="1400"/>
            </a:lvl2pPr>
            <a:lvl3pPr indent="-304800" lvl="2" marL="1371600" algn="l">
              <a:lnSpc>
                <a:spcPct val="133333"/>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600"/>
              </a:spcBef>
              <a:spcAft>
                <a:spcPts val="0"/>
              </a:spcAft>
              <a:buClr>
                <a:schemeClr val="dk1"/>
              </a:buClr>
              <a:buSzPts val="1100"/>
              <a:buChar char="•"/>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0" name="Google Shape;880;p63"/>
          <p:cNvSpPr txBox="1"/>
          <p:nvPr>
            <p:ph idx="13" type="body"/>
          </p:nvPr>
        </p:nvSpPr>
        <p:spPr>
          <a:xfrm>
            <a:off x="6917889" y="4804898"/>
            <a:ext cx="4866123" cy="996793"/>
          </a:xfrm>
          <a:prstGeom prst="rect">
            <a:avLst/>
          </a:prstGeom>
          <a:noFill/>
          <a:ln>
            <a:noFill/>
          </a:ln>
        </p:spPr>
        <p:txBody>
          <a:bodyPr anchorCtr="0" anchor="t"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04800" lvl="1" marL="914400" algn="l">
              <a:lnSpc>
                <a:spcPct val="116666"/>
              </a:lnSpc>
              <a:spcBef>
                <a:spcPts val="600"/>
              </a:spcBef>
              <a:spcAft>
                <a:spcPts val="0"/>
              </a:spcAft>
              <a:buClr>
                <a:schemeClr val="accent3"/>
              </a:buClr>
              <a:buSzPts val="1200"/>
              <a:buChar char="▪"/>
              <a:defRPr sz="1200">
                <a:solidFill>
                  <a:schemeClr val="dk1"/>
                </a:solidFill>
              </a:defRPr>
            </a:lvl2pPr>
            <a:lvl3pPr indent="-304800" lvl="2" marL="1371600" algn="l">
              <a:lnSpc>
                <a:spcPct val="116666"/>
              </a:lnSpc>
              <a:spcBef>
                <a:spcPts val="600"/>
              </a:spcBef>
              <a:spcAft>
                <a:spcPts val="0"/>
              </a:spcAft>
              <a:buClr>
                <a:schemeClr val="accent3"/>
              </a:buClr>
              <a:buSzPts val="1200"/>
              <a:buChar char="•"/>
              <a:defRPr sz="1200">
                <a:solidFill>
                  <a:schemeClr val="dk1"/>
                </a:solidFill>
              </a:defRPr>
            </a:lvl3pPr>
            <a:lvl4pPr indent="-298450" lvl="3" marL="1828800" algn="l">
              <a:lnSpc>
                <a:spcPct val="109090"/>
              </a:lnSpc>
              <a:spcBef>
                <a:spcPts val="600"/>
              </a:spcBef>
              <a:spcAft>
                <a:spcPts val="0"/>
              </a:spcAft>
              <a:buClr>
                <a:schemeClr val="accent3"/>
              </a:buClr>
              <a:buSzPts val="1100"/>
              <a:buChar char="‒"/>
              <a:defRPr sz="1100">
                <a:solidFill>
                  <a:schemeClr val="dk1"/>
                </a:solidFill>
              </a:defRPr>
            </a:lvl4pPr>
            <a:lvl5pPr indent="-304800" lvl="4" marL="2286000" algn="l">
              <a:lnSpc>
                <a:spcPct val="100000"/>
              </a:lnSpc>
              <a:spcBef>
                <a:spcPts val="600"/>
              </a:spcBef>
              <a:spcAft>
                <a:spcPts val="0"/>
              </a:spcAft>
              <a:buClr>
                <a:schemeClr val="dk1"/>
              </a:buClr>
              <a:buSzPts val="1200"/>
              <a:buChar char="•"/>
              <a:defRPr sz="12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1" name="Google Shape;881;p63"/>
          <p:cNvSpPr/>
          <p:nvPr/>
        </p:nvSpPr>
        <p:spPr>
          <a:xfrm>
            <a:off x="11784013" y="6555758"/>
            <a:ext cx="242375"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rgbClr val="7F7F7F"/>
                </a:solidFill>
                <a:latin typeface="Verdana"/>
                <a:ea typeface="Verdana"/>
                <a:cs typeface="Verdana"/>
                <a:sym typeface="Verdana"/>
              </a:rPr>
              <a:t>‹#›</a:t>
            </a:fld>
            <a:endParaRPr sz="800">
              <a:solidFill>
                <a:srgbClr val="7F7F7F"/>
              </a:solidFill>
              <a:latin typeface="Verdana"/>
              <a:ea typeface="Verdana"/>
              <a:cs typeface="Verdana"/>
              <a:sym typeface="Verdana"/>
            </a:endParaRPr>
          </a:p>
        </p:txBody>
      </p:sp>
      <p:sp>
        <p:nvSpPr>
          <p:cNvPr id="882" name="Google Shape;882;p63">
            <a:hlinkClick r:id="rId2"/>
          </p:cNvPr>
          <p:cNvSpPr/>
          <p:nvPr/>
        </p:nvSpPr>
        <p:spPr>
          <a:xfrm>
            <a:off x="407988" y="6555971"/>
            <a:ext cx="2829007" cy="219456"/>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lang="en-US" sz="800">
                <a:solidFill>
                  <a:srgbClr val="00458D"/>
                </a:solidFill>
                <a:latin typeface="Verdana"/>
                <a:ea typeface="Verdana"/>
                <a:cs typeface="Verdana"/>
                <a:sym typeface="Verdana"/>
              </a:rPr>
              <a:t>Presentation Title | Author | Date</a:t>
            </a:r>
            <a:endParaRPr/>
          </a:p>
        </p:txBody>
      </p:sp>
      <p:sp>
        <p:nvSpPr>
          <p:cNvPr id="883" name="Google Shape;883;p63"/>
          <p:cNvSpPr/>
          <p:nvPr/>
        </p:nvSpPr>
        <p:spPr>
          <a:xfrm>
            <a:off x="9560327" y="6555758"/>
            <a:ext cx="222368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800">
                <a:solidFill>
                  <a:srgbClr val="767676"/>
                </a:solidFill>
                <a:latin typeface="Verdana"/>
                <a:ea typeface="Verdana"/>
                <a:cs typeface="Verdana"/>
                <a:sym typeface="Verdana"/>
              </a:rPr>
              <a:t>© 2017 Capgemini. All rights reserved.</a:t>
            </a:r>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act information">
  <p:cSld name="Contact information">
    <p:spTree>
      <p:nvGrpSpPr>
        <p:cNvPr id="884" name="Shape 884"/>
        <p:cNvGrpSpPr/>
        <p:nvPr/>
      </p:nvGrpSpPr>
      <p:grpSpPr>
        <a:xfrm>
          <a:off x="0" y="0"/>
          <a:ext cx="0" cy="0"/>
          <a:chOff x="0" y="0"/>
          <a:chExt cx="0" cy="0"/>
        </a:xfrm>
      </p:grpSpPr>
      <p:sp>
        <p:nvSpPr>
          <p:cNvPr id="885" name="Google Shape;885;p64"/>
          <p:cNvSpPr/>
          <p:nvPr>
            <p:ph idx="2" type="pic"/>
          </p:nvPr>
        </p:nvSpPr>
        <p:spPr>
          <a:xfrm>
            <a:off x="624115" y="1903413"/>
            <a:ext cx="1452563" cy="1671637"/>
          </a:xfrm>
          <a:prstGeom prst="rect">
            <a:avLst/>
          </a:prstGeom>
          <a:solidFill>
            <a:srgbClr val="D9D9D9"/>
          </a:solidFill>
          <a:ln>
            <a:noFill/>
          </a:ln>
        </p:spPr>
      </p:sp>
      <p:sp>
        <p:nvSpPr>
          <p:cNvPr id="886" name="Google Shape;886;p64"/>
          <p:cNvSpPr/>
          <p:nvPr>
            <p:ph idx="3" type="pic"/>
          </p:nvPr>
        </p:nvSpPr>
        <p:spPr>
          <a:xfrm>
            <a:off x="6455195" y="1903413"/>
            <a:ext cx="1452563" cy="1671637"/>
          </a:xfrm>
          <a:prstGeom prst="rect">
            <a:avLst/>
          </a:prstGeom>
          <a:solidFill>
            <a:srgbClr val="D9D9D9"/>
          </a:solidFill>
          <a:ln>
            <a:noFill/>
          </a:ln>
        </p:spPr>
      </p:sp>
      <p:sp>
        <p:nvSpPr>
          <p:cNvPr id="887" name="Google Shape;887;p64"/>
          <p:cNvSpPr/>
          <p:nvPr>
            <p:ph idx="4" type="pic"/>
          </p:nvPr>
        </p:nvSpPr>
        <p:spPr>
          <a:xfrm>
            <a:off x="624115" y="4379453"/>
            <a:ext cx="1452563" cy="1671637"/>
          </a:xfrm>
          <a:prstGeom prst="rect">
            <a:avLst/>
          </a:prstGeom>
          <a:solidFill>
            <a:srgbClr val="D9D9D9"/>
          </a:solidFill>
          <a:ln>
            <a:noFill/>
          </a:ln>
        </p:spPr>
      </p:sp>
      <p:sp>
        <p:nvSpPr>
          <p:cNvPr id="888" name="Google Shape;888;p64"/>
          <p:cNvSpPr/>
          <p:nvPr>
            <p:ph idx="5" type="pic"/>
          </p:nvPr>
        </p:nvSpPr>
        <p:spPr>
          <a:xfrm>
            <a:off x="6455195" y="4379453"/>
            <a:ext cx="1452563" cy="1671637"/>
          </a:xfrm>
          <a:prstGeom prst="rect">
            <a:avLst/>
          </a:prstGeom>
          <a:solidFill>
            <a:srgbClr val="D9D9D9"/>
          </a:solidFill>
          <a:ln>
            <a:noFill/>
          </a:ln>
        </p:spPr>
      </p:sp>
      <p:sp>
        <p:nvSpPr>
          <p:cNvPr id="889" name="Google Shape;889;p64"/>
          <p:cNvSpPr txBox="1"/>
          <p:nvPr>
            <p:ph type="title"/>
          </p:nvPr>
        </p:nvSpPr>
        <p:spPr>
          <a:xfrm>
            <a:off x="407988" y="404813"/>
            <a:ext cx="11016604" cy="863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2"/>
              </a:buClr>
              <a:buSzPts val="2600"/>
              <a:buFont typeface="Verdana"/>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90" name="Google Shape;890;p64"/>
          <p:cNvSpPr/>
          <p:nvPr/>
        </p:nvSpPr>
        <p:spPr>
          <a:xfrm>
            <a:off x="11784013" y="6555758"/>
            <a:ext cx="242375"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rgbClr val="7F7F7F"/>
                </a:solidFill>
                <a:latin typeface="Verdana"/>
                <a:ea typeface="Verdana"/>
                <a:cs typeface="Verdana"/>
                <a:sym typeface="Verdana"/>
              </a:rPr>
              <a:t>‹#›</a:t>
            </a:fld>
            <a:endParaRPr sz="800">
              <a:solidFill>
                <a:srgbClr val="7F7F7F"/>
              </a:solidFill>
              <a:latin typeface="Verdana"/>
              <a:ea typeface="Verdana"/>
              <a:cs typeface="Verdana"/>
              <a:sym typeface="Verdana"/>
            </a:endParaRPr>
          </a:p>
        </p:txBody>
      </p:sp>
      <p:cxnSp>
        <p:nvCxnSpPr>
          <p:cNvPr id="891" name="Google Shape;891;p64"/>
          <p:cNvCxnSpPr/>
          <p:nvPr/>
        </p:nvCxnSpPr>
        <p:spPr>
          <a:xfrm rot="10800000">
            <a:off x="3283674" y="6587911"/>
            <a:ext cx="0" cy="155576"/>
          </a:xfrm>
          <a:prstGeom prst="straightConnector1">
            <a:avLst/>
          </a:prstGeom>
          <a:solidFill>
            <a:schemeClr val="dk1"/>
          </a:solidFill>
          <a:ln cap="rnd" cmpd="sng" w="12700">
            <a:solidFill>
              <a:schemeClr val="accent2"/>
            </a:solidFill>
            <a:prstDash val="solid"/>
            <a:round/>
            <a:headEnd len="sm" w="sm" type="none"/>
            <a:tailEnd len="sm" w="sm" type="none"/>
          </a:ln>
        </p:spPr>
      </p:cxnSp>
      <p:sp>
        <p:nvSpPr>
          <p:cNvPr id="892" name="Google Shape;892;p64">
            <a:hlinkClick r:id="rId2"/>
          </p:cNvPr>
          <p:cNvSpPr/>
          <p:nvPr/>
        </p:nvSpPr>
        <p:spPr>
          <a:xfrm>
            <a:off x="407988" y="6555971"/>
            <a:ext cx="2829007" cy="219456"/>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lang="en-US" sz="800">
                <a:solidFill>
                  <a:srgbClr val="00458D"/>
                </a:solidFill>
                <a:latin typeface="Verdana"/>
                <a:ea typeface="Verdana"/>
                <a:cs typeface="Verdana"/>
                <a:sym typeface="Verdana"/>
              </a:rPr>
              <a:t>Presentation Title | Author | Date</a:t>
            </a:r>
            <a:endParaRPr/>
          </a:p>
        </p:txBody>
      </p:sp>
      <p:sp>
        <p:nvSpPr>
          <p:cNvPr id="893" name="Google Shape;893;p64"/>
          <p:cNvSpPr/>
          <p:nvPr/>
        </p:nvSpPr>
        <p:spPr>
          <a:xfrm>
            <a:off x="3411379" y="6555758"/>
            <a:ext cx="222368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800">
                <a:solidFill>
                  <a:srgbClr val="767676"/>
                </a:solidFill>
                <a:latin typeface="Verdana"/>
                <a:ea typeface="Verdana"/>
                <a:cs typeface="Verdana"/>
                <a:sym typeface="Verdana"/>
              </a:rPr>
              <a:t>© 2017 Capgemini. All rights reserved.</a:t>
            </a:r>
            <a:endParaRPr/>
          </a:p>
        </p:txBody>
      </p:sp>
      <p:sp>
        <p:nvSpPr>
          <p:cNvPr id="894" name="Google Shape;894;p64"/>
          <p:cNvSpPr txBox="1"/>
          <p:nvPr>
            <p:ph idx="1" type="body"/>
          </p:nvPr>
        </p:nvSpPr>
        <p:spPr>
          <a:xfrm>
            <a:off x="2207568" y="1903413"/>
            <a:ext cx="3743970" cy="1671637"/>
          </a:xfrm>
          <a:prstGeom prst="rect">
            <a:avLst/>
          </a:prstGeom>
          <a:noFill/>
          <a:ln>
            <a:noFill/>
          </a:ln>
        </p:spPr>
        <p:txBody>
          <a:bodyPr anchorCtr="0" anchor="t"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04800" lvl="1" marL="914400" algn="l">
              <a:lnSpc>
                <a:spcPct val="116666"/>
              </a:lnSpc>
              <a:spcBef>
                <a:spcPts val="600"/>
              </a:spcBef>
              <a:spcAft>
                <a:spcPts val="0"/>
              </a:spcAft>
              <a:buClr>
                <a:schemeClr val="accent1"/>
              </a:buClr>
              <a:buSzPts val="1200"/>
              <a:buChar char="▪"/>
              <a:defRPr sz="1200">
                <a:solidFill>
                  <a:schemeClr val="dk1"/>
                </a:solidFill>
              </a:defRPr>
            </a:lvl2pPr>
            <a:lvl3pPr indent="-304800" lvl="2" marL="1371600" algn="l">
              <a:lnSpc>
                <a:spcPct val="116666"/>
              </a:lnSpc>
              <a:spcBef>
                <a:spcPts val="600"/>
              </a:spcBef>
              <a:spcAft>
                <a:spcPts val="0"/>
              </a:spcAft>
              <a:buClr>
                <a:schemeClr val="accent1"/>
              </a:buClr>
              <a:buSzPts val="1200"/>
              <a:buChar char="•"/>
              <a:defRPr sz="1200">
                <a:solidFill>
                  <a:schemeClr val="dk1"/>
                </a:solidFill>
              </a:defRPr>
            </a:lvl3pPr>
            <a:lvl4pPr indent="-298450" lvl="3" marL="1828800" algn="l">
              <a:lnSpc>
                <a:spcPct val="109090"/>
              </a:lnSpc>
              <a:spcBef>
                <a:spcPts val="600"/>
              </a:spcBef>
              <a:spcAft>
                <a:spcPts val="0"/>
              </a:spcAft>
              <a:buClr>
                <a:schemeClr val="accent1"/>
              </a:buClr>
              <a:buSzPts val="1100"/>
              <a:buChar char="‒"/>
              <a:defRPr sz="1100">
                <a:solidFill>
                  <a:schemeClr val="dk1"/>
                </a:solidFill>
              </a:defRPr>
            </a:lvl4pPr>
            <a:lvl5pPr indent="-304800" lvl="4" marL="2286000" algn="l">
              <a:lnSpc>
                <a:spcPct val="100000"/>
              </a:lnSpc>
              <a:spcBef>
                <a:spcPts val="600"/>
              </a:spcBef>
              <a:spcAft>
                <a:spcPts val="0"/>
              </a:spcAft>
              <a:buClr>
                <a:schemeClr val="dk1"/>
              </a:buClr>
              <a:buSzPts val="1200"/>
              <a:buChar char="•"/>
              <a:defRPr sz="12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5" name="Google Shape;895;p64"/>
          <p:cNvSpPr txBox="1"/>
          <p:nvPr>
            <p:ph idx="6" type="body"/>
          </p:nvPr>
        </p:nvSpPr>
        <p:spPr>
          <a:xfrm>
            <a:off x="8040043" y="1903413"/>
            <a:ext cx="3743970" cy="1671637"/>
          </a:xfrm>
          <a:prstGeom prst="rect">
            <a:avLst/>
          </a:prstGeom>
          <a:noFill/>
          <a:ln>
            <a:noFill/>
          </a:ln>
        </p:spPr>
        <p:txBody>
          <a:bodyPr anchorCtr="0" anchor="t"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04800" lvl="1" marL="914400" algn="l">
              <a:lnSpc>
                <a:spcPct val="116666"/>
              </a:lnSpc>
              <a:spcBef>
                <a:spcPts val="600"/>
              </a:spcBef>
              <a:spcAft>
                <a:spcPts val="0"/>
              </a:spcAft>
              <a:buClr>
                <a:schemeClr val="accent1"/>
              </a:buClr>
              <a:buSzPts val="1200"/>
              <a:buChar char="▪"/>
              <a:defRPr sz="1200">
                <a:solidFill>
                  <a:schemeClr val="dk1"/>
                </a:solidFill>
              </a:defRPr>
            </a:lvl2pPr>
            <a:lvl3pPr indent="-304800" lvl="2" marL="1371600" algn="l">
              <a:lnSpc>
                <a:spcPct val="116666"/>
              </a:lnSpc>
              <a:spcBef>
                <a:spcPts val="600"/>
              </a:spcBef>
              <a:spcAft>
                <a:spcPts val="0"/>
              </a:spcAft>
              <a:buClr>
                <a:schemeClr val="accent1"/>
              </a:buClr>
              <a:buSzPts val="1200"/>
              <a:buChar char="•"/>
              <a:defRPr sz="1200">
                <a:solidFill>
                  <a:schemeClr val="dk1"/>
                </a:solidFill>
              </a:defRPr>
            </a:lvl3pPr>
            <a:lvl4pPr indent="-298450" lvl="3" marL="1828800" algn="l">
              <a:lnSpc>
                <a:spcPct val="109090"/>
              </a:lnSpc>
              <a:spcBef>
                <a:spcPts val="600"/>
              </a:spcBef>
              <a:spcAft>
                <a:spcPts val="0"/>
              </a:spcAft>
              <a:buClr>
                <a:schemeClr val="accent1"/>
              </a:buClr>
              <a:buSzPts val="1100"/>
              <a:buChar char="‒"/>
              <a:defRPr sz="1100">
                <a:solidFill>
                  <a:schemeClr val="dk1"/>
                </a:solidFill>
              </a:defRPr>
            </a:lvl4pPr>
            <a:lvl5pPr indent="-304800" lvl="4" marL="2286000" algn="l">
              <a:lnSpc>
                <a:spcPct val="100000"/>
              </a:lnSpc>
              <a:spcBef>
                <a:spcPts val="600"/>
              </a:spcBef>
              <a:spcAft>
                <a:spcPts val="0"/>
              </a:spcAft>
              <a:buClr>
                <a:schemeClr val="dk1"/>
              </a:buClr>
              <a:buSzPts val="1200"/>
              <a:buChar char="•"/>
              <a:defRPr sz="12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6" name="Google Shape;896;p64"/>
          <p:cNvSpPr txBox="1"/>
          <p:nvPr>
            <p:ph idx="7" type="body"/>
          </p:nvPr>
        </p:nvSpPr>
        <p:spPr>
          <a:xfrm>
            <a:off x="2207568" y="4379453"/>
            <a:ext cx="3743970" cy="1671637"/>
          </a:xfrm>
          <a:prstGeom prst="rect">
            <a:avLst/>
          </a:prstGeom>
          <a:noFill/>
          <a:ln>
            <a:noFill/>
          </a:ln>
        </p:spPr>
        <p:txBody>
          <a:bodyPr anchorCtr="0" anchor="t"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04800" lvl="1" marL="914400" algn="l">
              <a:lnSpc>
                <a:spcPct val="116666"/>
              </a:lnSpc>
              <a:spcBef>
                <a:spcPts val="600"/>
              </a:spcBef>
              <a:spcAft>
                <a:spcPts val="0"/>
              </a:spcAft>
              <a:buClr>
                <a:schemeClr val="accent1"/>
              </a:buClr>
              <a:buSzPts val="1200"/>
              <a:buChar char="▪"/>
              <a:defRPr sz="1200">
                <a:solidFill>
                  <a:schemeClr val="dk1"/>
                </a:solidFill>
              </a:defRPr>
            </a:lvl2pPr>
            <a:lvl3pPr indent="-304800" lvl="2" marL="1371600" algn="l">
              <a:lnSpc>
                <a:spcPct val="116666"/>
              </a:lnSpc>
              <a:spcBef>
                <a:spcPts val="600"/>
              </a:spcBef>
              <a:spcAft>
                <a:spcPts val="0"/>
              </a:spcAft>
              <a:buClr>
                <a:schemeClr val="accent1"/>
              </a:buClr>
              <a:buSzPts val="1200"/>
              <a:buChar char="•"/>
              <a:defRPr sz="1200">
                <a:solidFill>
                  <a:schemeClr val="dk1"/>
                </a:solidFill>
              </a:defRPr>
            </a:lvl3pPr>
            <a:lvl4pPr indent="-298450" lvl="3" marL="1828800" algn="l">
              <a:lnSpc>
                <a:spcPct val="109090"/>
              </a:lnSpc>
              <a:spcBef>
                <a:spcPts val="600"/>
              </a:spcBef>
              <a:spcAft>
                <a:spcPts val="0"/>
              </a:spcAft>
              <a:buClr>
                <a:schemeClr val="accent1"/>
              </a:buClr>
              <a:buSzPts val="1100"/>
              <a:buChar char="‒"/>
              <a:defRPr sz="1100">
                <a:solidFill>
                  <a:schemeClr val="dk1"/>
                </a:solidFill>
              </a:defRPr>
            </a:lvl4pPr>
            <a:lvl5pPr indent="-304800" lvl="4" marL="2286000" algn="l">
              <a:lnSpc>
                <a:spcPct val="100000"/>
              </a:lnSpc>
              <a:spcBef>
                <a:spcPts val="600"/>
              </a:spcBef>
              <a:spcAft>
                <a:spcPts val="0"/>
              </a:spcAft>
              <a:buClr>
                <a:schemeClr val="dk1"/>
              </a:buClr>
              <a:buSzPts val="1200"/>
              <a:buChar char="•"/>
              <a:defRPr sz="12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7" name="Google Shape;897;p64"/>
          <p:cNvSpPr txBox="1"/>
          <p:nvPr>
            <p:ph idx="8" type="body"/>
          </p:nvPr>
        </p:nvSpPr>
        <p:spPr>
          <a:xfrm>
            <a:off x="8040043" y="4379453"/>
            <a:ext cx="3743970" cy="1671637"/>
          </a:xfrm>
          <a:prstGeom prst="rect">
            <a:avLst/>
          </a:prstGeom>
          <a:noFill/>
          <a:ln>
            <a:noFill/>
          </a:ln>
        </p:spPr>
        <p:txBody>
          <a:bodyPr anchorCtr="0" anchor="t"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04800" lvl="1" marL="914400" algn="l">
              <a:lnSpc>
                <a:spcPct val="116666"/>
              </a:lnSpc>
              <a:spcBef>
                <a:spcPts val="600"/>
              </a:spcBef>
              <a:spcAft>
                <a:spcPts val="0"/>
              </a:spcAft>
              <a:buClr>
                <a:schemeClr val="accent1"/>
              </a:buClr>
              <a:buSzPts val="1200"/>
              <a:buChar char="▪"/>
              <a:defRPr sz="1200">
                <a:solidFill>
                  <a:schemeClr val="dk1"/>
                </a:solidFill>
              </a:defRPr>
            </a:lvl2pPr>
            <a:lvl3pPr indent="-304800" lvl="2" marL="1371600" algn="l">
              <a:lnSpc>
                <a:spcPct val="116666"/>
              </a:lnSpc>
              <a:spcBef>
                <a:spcPts val="600"/>
              </a:spcBef>
              <a:spcAft>
                <a:spcPts val="0"/>
              </a:spcAft>
              <a:buClr>
                <a:schemeClr val="accent1"/>
              </a:buClr>
              <a:buSzPts val="1200"/>
              <a:buChar char="•"/>
              <a:defRPr sz="1200">
                <a:solidFill>
                  <a:schemeClr val="dk1"/>
                </a:solidFill>
              </a:defRPr>
            </a:lvl3pPr>
            <a:lvl4pPr indent="-298450" lvl="3" marL="1828800" algn="l">
              <a:lnSpc>
                <a:spcPct val="109090"/>
              </a:lnSpc>
              <a:spcBef>
                <a:spcPts val="600"/>
              </a:spcBef>
              <a:spcAft>
                <a:spcPts val="0"/>
              </a:spcAft>
              <a:buClr>
                <a:schemeClr val="accent1"/>
              </a:buClr>
              <a:buSzPts val="1100"/>
              <a:buChar char="‒"/>
              <a:defRPr sz="1100">
                <a:solidFill>
                  <a:schemeClr val="dk1"/>
                </a:solidFill>
              </a:defRPr>
            </a:lvl4pPr>
            <a:lvl5pPr indent="-304800" lvl="4" marL="2286000" algn="l">
              <a:lnSpc>
                <a:spcPct val="100000"/>
              </a:lnSpc>
              <a:spcBef>
                <a:spcPts val="600"/>
              </a:spcBef>
              <a:spcAft>
                <a:spcPts val="0"/>
              </a:spcAft>
              <a:buClr>
                <a:schemeClr val="dk1"/>
              </a:buClr>
              <a:buSzPts val="1200"/>
              <a:buChar char="•"/>
              <a:defRPr sz="12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act details">
  <p:cSld name="Contact details">
    <p:spTree>
      <p:nvGrpSpPr>
        <p:cNvPr id="898" name="Shape 898"/>
        <p:cNvGrpSpPr/>
        <p:nvPr/>
      </p:nvGrpSpPr>
      <p:grpSpPr>
        <a:xfrm>
          <a:off x="0" y="0"/>
          <a:ext cx="0" cy="0"/>
          <a:chOff x="0" y="0"/>
          <a:chExt cx="0" cy="0"/>
        </a:xfrm>
      </p:grpSpPr>
      <p:sp>
        <p:nvSpPr>
          <p:cNvPr id="899" name="Google Shape;899;p65"/>
          <p:cNvSpPr txBox="1"/>
          <p:nvPr>
            <p:ph idx="1" type="body"/>
          </p:nvPr>
        </p:nvSpPr>
        <p:spPr>
          <a:xfrm>
            <a:off x="6638114" y="662159"/>
            <a:ext cx="4883669" cy="412363"/>
          </a:xfrm>
          <a:prstGeom prst="rect">
            <a:avLst/>
          </a:prstGeom>
          <a:noFill/>
          <a:ln>
            <a:noFill/>
          </a:ln>
        </p:spPr>
        <p:txBody>
          <a:bodyPr anchorCtr="0" anchor="ctr" bIns="0" lIns="0" spcFirstLastPara="1" rIns="0" wrap="square" tIns="0">
            <a:noAutofit/>
          </a:bodyPr>
          <a:lstStyle>
            <a:lvl1pPr indent="-228600" lvl="0" marL="457200" algn="l">
              <a:lnSpc>
                <a:spcPct val="115384"/>
              </a:lnSpc>
              <a:spcBef>
                <a:spcPts val="0"/>
              </a:spcBef>
              <a:spcAft>
                <a:spcPts val="0"/>
              </a:spcAft>
              <a:buClr>
                <a:srgbClr val="12ABDB"/>
              </a:buClr>
              <a:buSzPts val="2600"/>
              <a:buNone/>
              <a:defRPr b="0" sz="2600">
                <a:solidFill>
                  <a:srgbClr val="12ABDB"/>
                </a:solidFill>
              </a:defRPr>
            </a:lvl1pPr>
            <a:lvl2pPr indent="-317500" lvl="1" marL="914400" algn="l">
              <a:lnSpc>
                <a:spcPct val="142857"/>
              </a:lnSpc>
              <a:spcBef>
                <a:spcPts val="600"/>
              </a:spcBef>
              <a:spcAft>
                <a:spcPts val="0"/>
              </a:spcAft>
              <a:buSzPts val="1400"/>
              <a:buChar char="▪"/>
              <a:defRPr sz="1400"/>
            </a:lvl2pPr>
            <a:lvl3pPr indent="-304800" lvl="2" marL="1371600" algn="l">
              <a:lnSpc>
                <a:spcPct val="133333"/>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600"/>
              </a:spcBef>
              <a:spcAft>
                <a:spcPts val="0"/>
              </a:spcAft>
              <a:buClr>
                <a:schemeClr val="dk1"/>
              </a:buClr>
              <a:buSzPts val="1100"/>
              <a:buChar char="•"/>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00" name="Google Shape;900;p65"/>
          <p:cNvSpPr txBox="1"/>
          <p:nvPr>
            <p:ph idx="2" type="body"/>
          </p:nvPr>
        </p:nvSpPr>
        <p:spPr>
          <a:xfrm>
            <a:off x="6638114" y="4374297"/>
            <a:ext cx="4883669" cy="412363"/>
          </a:xfrm>
          <a:prstGeom prst="rect">
            <a:avLst/>
          </a:prstGeom>
          <a:noFill/>
          <a:ln>
            <a:noFill/>
          </a:ln>
        </p:spPr>
        <p:txBody>
          <a:bodyPr anchorCtr="0" anchor="ctr" bIns="0" lIns="0" spcFirstLastPara="1" rIns="0" wrap="square" tIns="0">
            <a:noAutofit/>
          </a:bodyPr>
          <a:lstStyle>
            <a:lvl1pPr indent="-228600" lvl="0" marL="457200" algn="l">
              <a:lnSpc>
                <a:spcPct val="115384"/>
              </a:lnSpc>
              <a:spcBef>
                <a:spcPts val="0"/>
              </a:spcBef>
              <a:spcAft>
                <a:spcPts val="0"/>
              </a:spcAft>
              <a:buClr>
                <a:srgbClr val="12ABDB"/>
              </a:buClr>
              <a:buSzPts val="2600"/>
              <a:buNone/>
              <a:defRPr b="0" sz="2600">
                <a:solidFill>
                  <a:srgbClr val="12ABDB"/>
                </a:solidFill>
              </a:defRPr>
            </a:lvl1pPr>
            <a:lvl2pPr indent="-317500" lvl="1" marL="914400" algn="l">
              <a:lnSpc>
                <a:spcPct val="142857"/>
              </a:lnSpc>
              <a:spcBef>
                <a:spcPts val="600"/>
              </a:spcBef>
              <a:spcAft>
                <a:spcPts val="0"/>
              </a:spcAft>
              <a:buSzPts val="1400"/>
              <a:buChar char="▪"/>
              <a:defRPr sz="1400"/>
            </a:lvl2pPr>
            <a:lvl3pPr indent="-304800" lvl="2" marL="1371600" algn="l">
              <a:lnSpc>
                <a:spcPct val="133333"/>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600"/>
              </a:spcBef>
              <a:spcAft>
                <a:spcPts val="0"/>
              </a:spcAft>
              <a:buClr>
                <a:schemeClr val="dk1"/>
              </a:buClr>
              <a:buSzPts val="1100"/>
              <a:buChar char="•"/>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01" name="Google Shape;901;p65"/>
          <p:cNvSpPr txBox="1"/>
          <p:nvPr>
            <p:ph idx="3" type="body"/>
          </p:nvPr>
        </p:nvSpPr>
        <p:spPr>
          <a:xfrm>
            <a:off x="6638113" y="4810699"/>
            <a:ext cx="4883670" cy="1717101"/>
          </a:xfrm>
          <a:prstGeom prst="rect">
            <a:avLst/>
          </a:prstGeom>
          <a:noFill/>
          <a:ln>
            <a:noFill/>
          </a:ln>
        </p:spPr>
        <p:txBody>
          <a:bodyPr anchorCtr="0" anchor="t"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lvl1pPr>
            <a:lvl2pPr indent="-304800" lvl="1" marL="914400" algn="l">
              <a:lnSpc>
                <a:spcPct val="116666"/>
              </a:lnSpc>
              <a:spcBef>
                <a:spcPts val="600"/>
              </a:spcBef>
              <a:spcAft>
                <a:spcPts val="0"/>
              </a:spcAft>
              <a:buSzPts val="1200"/>
              <a:buChar char="▪"/>
              <a:defRPr sz="1200"/>
            </a:lvl2pPr>
            <a:lvl3pPr indent="-298450" lvl="2" marL="1371600" algn="l">
              <a:lnSpc>
                <a:spcPct val="109090"/>
              </a:lnSpc>
              <a:spcBef>
                <a:spcPts val="600"/>
              </a:spcBef>
              <a:spcAft>
                <a:spcPts val="0"/>
              </a:spcAft>
              <a:buSzPts val="1100"/>
              <a:buChar char="•"/>
              <a:defRPr sz="1100"/>
            </a:lvl3pPr>
            <a:lvl4pPr indent="-292100" lvl="3" marL="1828800" algn="l">
              <a:lnSpc>
                <a:spcPct val="110000"/>
              </a:lnSpc>
              <a:spcBef>
                <a:spcPts val="600"/>
              </a:spcBef>
              <a:spcAft>
                <a:spcPts val="0"/>
              </a:spcAft>
              <a:buSzPts val="1000"/>
              <a:buChar char="‒"/>
              <a:defRPr sz="10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02" name="Google Shape;902;p65"/>
          <p:cNvSpPr txBox="1"/>
          <p:nvPr>
            <p:ph idx="4" type="body"/>
          </p:nvPr>
        </p:nvSpPr>
        <p:spPr>
          <a:xfrm>
            <a:off x="6638113" y="1265729"/>
            <a:ext cx="1981648" cy="1058371"/>
          </a:xfrm>
          <a:prstGeom prst="rect">
            <a:avLst/>
          </a:prstGeom>
          <a:noFill/>
          <a:ln>
            <a:noFill/>
          </a:ln>
        </p:spPr>
        <p:txBody>
          <a:bodyPr anchorCtr="0" anchor="t" bIns="0" lIns="0" spcFirstLastPara="1" rIns="0" wrap="square" tIns="0">
            <a:noAutofit/>
          </a:bodyPr>
          <a:lstStyle>
            <a:lvl1pPr indent="-228600" lvl="0" marL="457200" algn="l">
              <a:lnSpc>
                <a:spcPct val="116666"/>
              </a:lnSpc>
              <a:spcBef>
                <a:spcPts val="0"/>
              </a:spcBef>
              <a:spcAft>
                <a:spcPts val="0"/>
              </a:spcAft>
              <a:buClr>
                <a:schemeClr val="dk1"/>
              </a:buClr>
              <a:buSzPts val="1200"/>
              <a:buNone/>
              <a:defRPr sz="1200"/>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03" name="Google Shape;903;p65"/>
          <p:cNvSpPr txBox="1"/>
          <p:nvPr>
            <p:ph idx="5" type="body"/>
          </p:nvPr>
        </p:nvSpPr>
        <p:spPr>
          <a:xfrm>
            <a:off x="9473096" y="1265729"/>
            <a:ext cx="1981648" cy="1058371"/>
          </a:xfrm>
          <a:prstGeom prst="rect">
            <a:avLst/>
          </a:prstGeom>
          <a:noFill/>
          <a:ln>
            <a:noFill/>
          </a:ln>
        </p:spPr>
        <p:txBody>
          <a:bodyPr anchorCtr="0" anchor="t" bIns="0" lIns="0" spcFirstLastPara="1" rIns="0" wrap="square" tIns="0">
            <a:noAutofit/>
          </a:bodyPr>
          <a:lstStyle>
            <a:lvl1pPr indent="-228600" lvl="0" marL="457200" algn="l">
              <a:lnSpc>
                <a:spcPct val="116666"/>
              </a:lnSpc>
              <a:spcBef>
                <a:spcPts val="0"/>
              </a:spcBef>
              <a:spcAft>
                <a:spcPts val="0"/>
              </a:spcAft>
              <a:buClr>
                <a:schemeClr val="dk1"/>
              </a:buClr>
              <a:buSzPts val="1200"/>
              <a:buNone/>
              <a:defRPr sz="1200"/>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04" name="Google Shape;904;p65"/>
          <p:cNvSpPr txBox="1"/>
          <p:nvPr>
            <p:ph idx="6" type="body"/>
          </p:nvPr>
        </p:nvSpPr>
        <p:spPr>
          <a:xfrm>
            <a:off x="6638113" y="2455544"/>
            <a:ext cx="1981648" cy="1058371"/>
          </a:xfrm>
          <a:prstGeom prst="rect">
            <a:avLst/>
          </a:prstGeom>
          <a:noFill/>
          <a:ln>
            <a:noFill/>
          </a:ln>
        </p:spPr>
        <p:txBody>
          <a:bodyPr anchorCtr="0" anchor="t" bIns="0" lIns="0" spcFirstLastPara="1" rIns="0" wrap="square" tIns="0">
            <a:noAutofit/>
          </a:bodyPr>
          <a:lstStyle>
            <a:lvl1pPr indent="-228600" lvl="0" marL="457200" algn="l">
              <a:lnSpc>
                <a:spcPct val="116666"/>
              </a:lnSpc>
              <a:spcBef>
                <a:spcPts val="0"/>
              </a:spcBef>
              <a:spcAft>
                <a:spcPts val="0"/>
              </a:spcAft>
              <a:buClr>
                <a:schemeClr val="dk1"/>
              </a:buClr>
              <a:buSzPts val="1200"/>
              <a:buNone/>
              <a:defRPr sz="1200"/>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05" name="Google Shape;905;p65"/>
          <p:cNvSpPr txBox="1"/>
          <p:nvPr>
            <p:ph idx="7" type="body"/>
          </p:nvPr>
        </p:nvSpPr>
        <p:spPr>
          <a:xfrm>
            <a:off x="9473096" y="2455544"/>
            <a:ext cx="1981648" cy="1058371"/>
          </a:xfrm>
          <a:prstGeom prst="rect">
            <a:avLst/>
          </a:prstGeom>
          <a:noFill/>
          <a:ln>
            <a:noFill/>
          </a:ln>
        </p:spPr>
        <p:txBody>
          <a:bodyPr anchorCtr="0" anchor="t" bIns="0" lIns="0" spcFirstLastPara="1" rIns="0" wrap="square" tIns="0">
            <a:noAutofit/>
          </a:bodyPr>
          <a:lstStyle>
            <a:lvl1pPr indent="-228600" lvl="0" marL="457200" algn="l">
              <a:lnSpc>
                <a:spcPct val="116666"/>
              </a:lnSpc>
              <a:spcBef>
                <a:spcPts val="0"/>
              </a:spcBef>
              <a:spcAft>
                <a:spcPts val="0"/>
              </a:spcAft>
              <a:buClr>
                <a:schemeClr val="dk1"/>
              </a:buClr>
              <a:buSzPts val="1200"/>
              <a:buNone/>
              <a:defRPr sz="1200"/>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06" name="Google Shape;906;p65"/>
          <p:cNvSpPr/>
          <p:nvPr/>
        </p:nvSpPr>
        <p:spPr>
          <a:xfrm>
            <a:off x="0" y="0"/>
            <a:ext cx="6314264" cy="6858000"/>
          </a:xfrm>
          <a:custGeom>
            <a:rect b="b" l="l" r="r" t="t"/>
            <a:pathLst>
              <a:path extrusionOk="0" h="6850062" w="6314264">
                <a:moveTo>
                  <a:pt x="0" y="0"/>
                </a:moveTo>
                <a:cubicBezTo>
                  <a:pt x="0" y="0"/>
                  <a:pt x="0" y="0"/>
                  <a:pt x="2371778" y="0"/>
                </a:cubicBezTo>
                <a:cubicBezTo>
                  <a:pt x="2402328" y="4520519"/>
                  <a:pt x="6334924" y="5918074"/>
                  <a:pt x="5821131" y="4462172"/>
                </a:cubicBezTo>
                <a:cubicBezTo>
                  <a:pt x="6272436" y="4633046"/>
                  <a:pt x="6588349" y="5598554"/>
                  <a:pt x="5967979" y="6737018"/>
                </a:cubicBezTo>
                <a:lnTo>
                  <a:pt x="5901053" y="6850062"/>
                </a:lnTo>
                <a:lnTo>
                  <a:pt x="0" y="6850062"/>
                </a:lnTo>
                <a:lnTo>
                  <a:pt x="0" y="6791481"/>
                </a:lnTo>
                <a:cubicBezTo>
                  <a:pt x="0" y="5305461"/>
                  <a:pt x="0" y="3143977"/>
                  <a:pt x="0" y="0"/>
                </a:cubicBezTo>
                <a:close/>
              </a:path>
            </a:pathLst>
          </a:custGeom>
          <a:solidFill>
            <a:srgbClr val="2C004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sp>
        <p:nvSpPr>
          <p:cNvPr id="907" name="Google Shape;907;p65"/>
          <p:cNvSpPr/>
          <p:nvPr/>
        </p:nvSpPr>
        <p:spPr>
          <a:xfrm>
            <a:off x="5688408" y="4703082"/>
            <a:ext cx="414338" cy="339383"/>
          </a:xfrm>
          <a:custGeom>
            <a:rect b="b" l="l" r="r" t="t"/>
            <a:pathLst>
              <a:path extrusionOk="0" h="122" w="149">
                <a:moveTo>
                  <a:pt x="99" y="85"/>
                </a:moveTo>
                <a:cubicBezTo>
                  <a:pt x="127" y="85"/>
                  <a:pt x="149" y="62"/>
                  <a:pt x="149" y="34"/>
                </a:cubicBezTo>
                <a:cubicBezTo>
                  <a:pt x="147" y="22"/>
                  <a:pt x="143" y="0"/>
                  <a:pt x="112" y="0"/>
                </a:cubicBezTo>
                <a:cubicBezTo>
                  <a:pt x="78" y="0"/>
                  <a:pt x="67" y="48"/>
                  <a:pt x="39" y="78"/>
                </a:cubicBezTo>
                <a:cubicBezTo>
                  <a:pt x="37" y="96"/>
                  <a:pt x="20" y="111"/>
                  <a:pt x="0" y="114"/>
                </a:cubicBezTo>
                <a:cubicBezTo>
                  <a:pt x="5" y="119"/>
                  <a:pt x="16" y="122"/>
                  <a:pt x="29" y="122"/>
                </a:cubicBezTo>
                <a:cubicBezTo>
                  <a:pt x="54" y="122"/>
                  <a:pt x="84" y="115"/>
                  <a:pt x="99" y="99"/>
                </a:cubicBezTo>
                <a:cubicBezTo>
                  <a:pt x="78" y="100"/>
                  <a:pt x="65" y="86"/>
                  <a:pt x="64" y="68"/>
                </a:cubicBezTo>
                <a:cubicBezTo>
                  <a:pt x="74" y="80"/>
                  <a:pt x="85" y="85"/>
                  <a:pt x="99" y="85"/>
                </a:cubicBezTo>
              </a:path>
            </a:pathLst>
          </a:custGeom>
          <a:solidFill>
            <a:srgbClr val="00B9E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1800">
              <a:solidFill>
                <a:schemeClr val="dk1"/>
              </a:solidFill>
              <a:latin typeface="Verdana"/>
              <a:ea typeface="Verdana"/>
              <a:cs typeface="Verdana"/>
              <a:sym typeface="Verdana"/>
            </a:endParaRPr>
          </a:p>
        </p:txBody>
      </p:sp>
      <p:sp>
        <p:nvSpPr>
          <p:cNvPr id="908" name="Google Shape;908;p65"/>
          <p:cNvSpPr/>
          <p:nvPr/>
        </p:nvSpPr>
        <p:spPr>
          <a:xfrm>
            <a:off x="5471869" y="4458435"/>
            <a:ext cx="630877" cy="536142"/>
          </a:xfrm>
          <a:custGeom>
            <a:rect b="b" l="l" r="r" t="t"/>
            <a:pathLst>
              <a:path extrusionOk="0" h="193" w="227">
                <a:moveTo>
                  <a:pt x="227" y="120"/>
                </a:moveTo>
                <a:cubicBezTo>
                  <a:pt x="226" y="89"/>
                  <a:pt x="211" y="62"/>
                  <a:pt x="188" y="40"/>
                </a:cubicBezTo>
                <a:cubicBezTo>
                  <a:pt x="170" y="24"/>
                  <a:pt x="149" y="12"/>
                  <a:pt x="127" y="3"/>
                </a:cubicBezTo>
                <a:cubicBezTo>
                  <a:pt x="125" y="2"/>
                  <a:pt x="123" y="1"/>
                  <a:pt x="122" y="0"/>
                </a:cubicBezTo>
                <a:cubicBezTo>
                  <a:pt x="122" y="0"/>
                  <a:pt x="122" y="0"/>
                  <a:pt x="122" y="0"/>
                </a:cubicBezTo>
                <a:cubicBezTo>
                  <a:pt x="94" y="33"/>
                  <a:pt x="0" y="57"/>
                  <a:pt x="0" y="125"/>
                </a:cubicBezTo>
                <a:cubicBezTo>
                  <a:pt x="0" y="152"/>
                  <a:pt x="17" y="177"/>
                  <a:pt x="42" y="187"/>
                </a:cubicBezTo>
                <a:cubicBezTo>
                  <a:pt x="56" y="193"/>
                  <a:pt x="71" y="193"/>
                  <a:pt x="85" y="188"/>
                </a:cubicBezTo>
                <a:cubicBezTo>
                  <a:pt x="98" y="184"/>
                  <a:pt x="108" y="176"/>
                  <a:pt x="117" y="166"/>
                </a:cubicBezTo>
                <a:cubicBezTo>
                  <a:pt x="145" y="136"/>
                  <a:pt x="156" y="88"/>
                  <a:pt x="190" y="88"/>
                </a:cubicBezTo>
                <a:cubicBezTo>
                  <a:pt x="221" y="88"/>
                  <a:pt x="225" y="110"/>
                  <a:pt x="227" y="122"/>
                </a:cubicBezTo>
                <a:cubicBezTo>
                  <a:pt x="227" y="122"/>
                  <a:pt x="227" y="121"/>
                  <a:pt x="227" y="120"/>
                </a:cubicBezTo>
              </a:path>
            </a:pathLst>
          </a:custGeom>
          <a:solidFill>
            <a:srgbClr val="007DB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1800">
              <a:solidFill>
                <a:schemeClr val="dk1"/>
              </a:solidFill>
              <a:latin typeface="Verdana"/>
              <a:ea typeface="Verdana"/>
              <a:cs typeface="Verdana"/>
              <a:sym typeface="Verdana"/>
            </a:endParaRPr>
          </a:p>
        </p:txBody>
      </p:sp>
      <p:sp>
        <p:nvSpPr>
          <p:cNvPr id="909" name="Google Shape;909;p65"/>
          <p:cNvSpPr txBox="1"/>
          <p:nvPr>
            <p:ph idx="8" type="body"/>
          </p:nvPr>
        </p:nvSpPr>
        <p:spPr>
          <a:xfrm>
            <a:off x="412692" y="4869077"/>
            <a:ext cx="3344087" cy="1088820"/>
          </a:xfrm>
          <a:prstGeom prst="rect">
            <a:avLst/>
          </a:prstGeom>
          <a:noFill/>
          <a:ln>
            <a:noFill/>
          </a:ln>
        </p:spPr>
        <p:txBody>
          <a:bodyPr anchorCtr="0" anchor="b" bIns="0" lIns="0" spcFirstLastPara="1" rIns="0" wrap="square" tIns="0">
            <a:noAutofit/>
          </a:bodyPr>
          <a:lstStyle>
            <a:lvl1pPr indent="-228600" lvl="0" marL="457200" algn="l">
              <a:lnSpc>
                <a:spcPct val="114285"/>
              </a:lnSpc>
              <a:spcBef>
                <a:spcPts val="0"/>
              </a:spcBef>
              <a:spcAft>
                <a:spcPts val="0"/>
              </a:spcAft>
              <a:buClr>
                <a:schemeClr val="lt1"/>
              </a:buClr>
              <a:buSzPts val="1400"/>
              <a:buNone/>
              <a:defRPr sz="1400">
                <a:solidFill>
                  <a:schemeClr val="lt1"/>
                </a:solidFill>
              </a:defRPr>
            </a:lvl1pPr>
            <a:lvl2pPr indent="-317500" lvl="1" marL="914400" algn="l">
              <a:lnSpc>
                <a:spcPct val="100000"/>
              </a:lnSpc>
              <a:spcBef>
                <a:spcPts val="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0" name="Google Shape;910;p65"/>
          <p:cNvSpPr/>
          <p:nvPr/>
        </p:nvSpPr>
        <p:spPr>
          <a:xfrm>
            <a:off x="11784013" y="6555758"/>
            <a:ext cx="242375"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rgbClr val="7F7F7F"/>
                </a:solidFill>
                <a:latin typeface="Verdana"/>
                <a:ea typeface="Verdana"/>
                <a:cs typeface="Verdana"/>
                <a:sym typeface="Verdana"/>
              </a:rPr>
              <a:t>‹#›</a:t>
            </a:fld>
            <a:endParaRPr sz="800">
              <a:solidFill>
                <a:srgbClr val="7F7F7F"/>
              </a:solidFill>
              <a:latin typeface="Verdana"/>
              <a:ea typeface="Verdana"/>
              <a:cs typeface="Verdana"/>
              <a:sym typeface="Verdana"/>
            </a:endParaRPr>
          </a:p>
        </p:txBody>
      </p:sp>
      <p:cxnSp>
        <p:nvCxnSpPr>
          <p:cNvPr id="911" name="Google Shape;911;p65"/>
          <p:cNvCxnSpPr/>
          <p:nvPr/>
        </p:nvCxnSpPr>
        <p:spPr>
          <a:xfrm rot="10800000">
            <a:off x="3283674" y="6587911"/>
            <a:ext cx="0" cy="155576"/>
          </a:xfrm>
          <a:prstGeom prst="straightConnector1">
            <a:avLst/>
          </a:prstGeom>
          <a:solidFill>
            <a:schemeClr val="dk1"/>
          </a:solidFill>
          <a:ln cap="rnd" cmpd="sng" w="12700">
            <a:solidFill>
              <a:schemeClr val="lt1"/>
            </a:solidFill>
            <a:prstDash val="solid"/>
            <a:round/>
            <a:headEnd len="sm" w="sm" type="none"/>
            <a:tailEnd len="sm" w="sm" type="none"/>
          </a:ln>
        </p:spPr>
      </p:cxnSp>
      <p:sp>
        <p:nvSpPr>
          <p:cNvPr id="912" name="Google Shape;912;p65">
            <a:hlinkClick r:id="rId2"/>
          </p:cNvPr>
          <p:cNvSpPr/>
          <p:nvPr/>
        </p:nvSpPr>
        <p:spPr>
          <a:xfrm>
            <a:off x="407988" y="6555971"/>
            <a:ext cx="2829007" cy="219456"/>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lang="en-US" sz="800">
                <a:solidFill>
                  <a:schemeClr val="lt1"/>
                </a:solidFill>
                <a:latin typeface="Verdana"/>
                <a:ea typeface="Verdana"/>
                <a:cs typeface="Verdana"/>
                <a:sym typeface="Verdana"/>
              </a:rPr>
              <a:t>Presentation Title | Author | Date</a:t>
            </a:r>
            <a:endParaRPr/>
          </a:p>
        </p:txBody>
      </p:sp>
      <p:sp>
        <p:nvSpPr>
          <p:cNvPr id="913" name="Google Shape;913;p65"/>
          <p:cNvSpPr/>
          <p:nvPr/>
        </p:nvSpPr>
        <p:spPr>
          <a:xfrm>
            <a:off x="3411379" y="6555758"/>
            <a:ext cx="222368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800">
                <a:solidFill>
                  <a:schemeClr val="lt1"/>
                </a:solidFill>
                <a:latin typeface="Verdana"/>
                <a:ea typeface="Verdana"/>
                <a:cs typeface="Verdana"/>
                <a:sym typeface="Verdana"/>
              </a:rPr>
              <a:t>© 2017 Capgemini. All rights reserved.</a:t>
            </a:r>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with Shapes - Layout4">
  <p:cSld name="Text with Shapes - Layout4">
    <p:bg>
      <p:bgPr>
        <a:solidFill>
          <a:schemeClr val="lt1"/>
        </a:solidFill>
      </p:bgPr>
    </p:bg>
    <p:spTree>
      <p:nvGrpSpPr>
        <p:cNvPr id="914" name="Shape 914"/>
        <p:cNvGrpSpPr/>
        <p:nvPr/>
      </p:nvGrpSpPr>
      <p:grpSpPr>
        <a:xfrm>
          <a:off x="0" y="0"/>
          <a:ext cx="0" cy="0"/>
          <a:chOff x="0" y="0"/>
          <a:chExt cx="0" cy="0"/>
        </a:xfrm>
      </p:grpSpPr>
      <p:sp>
        <p:nvSpPr>
          <p:cNvPr id="915" name="Google Shape;915;p66"/>
          <p:cNvSpPr/>
          <p:nvPr/>
        </p:nvSpPr>
        <p:spPr>
          <a:xfrm flipH="1">
            <a:off x="0" y="0"/>
            <a:ext cx="6728158" cy="6236668"/>
          </a:xfrm>
          <a:prstGeom prst="rect">
            <a:avLst/>
          </a:prstGeom>
          <a:noFill/>
          <a:ln>
            <a:noFill/>
          </a:ln>
        </p:spPr>
      </p:sp>
      <p:sp>
        <p:nvSpPr>
          <p:cNvPr id="916" name="Google Shape;916;p66"/>
          <p:cNvSpPr txBox="1"/>
          <p:nvPr>
            <p:ph idx="1" type="body"/>
          </p:nvPr>
        </p:nvSpPr>
        <p:spPr>
          <a:xfrm>
            <a:off x="407988" y="2439343"/>
            <a:ext cx="4940178" cy="1008112"/>
          </a:xfrm>
          <a:prstGeom prst="rect">
            <a:avLst/>
          </a:prstGeom>
          <a:noFill/>
          <a:ln>
            <a:noFill/>
          </a:ln>
        </p:spPr>
        <p:txBody>
          <a:bodyPr anchorCtr="0" anchor="t" bIns="0" lIns="0" spcFirstLastPara="1" rIns="0" wrap="square" tIns="0">
            <a:noAutofit/>
          </a:bodyPr>
          <a:lstStyle>
            <a:lvl1pPr indent="-228600" lvl="0" marL="457200" algn="l">
              <a:lnSpc>
                <a:spcPct val="112500"/>
              </a:lnSpc>
              <a:spcBef>
                <a:spcPts val="0"/>
              </a:spcBef>
              <a:spcAft>
                <a:spcPts val="0"/>
              </a:spcAft>
              <a:buClr>
                <a:schemeClr val="lt1"/>
              </a:buClr>
              <a:buSzPts val="1600"/>
              <a:buNone/>
              <a:defRPr sz="1600">
                <a:solidFill>
                  <a:schemeClr val="lt1"/>
                </a:solidFill>
              </a:defRPr>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7" name="Google Shape;917;p66"/>
          <p:cNvSpPr txBox="1"/>
          <p:nvPr>
            <p:ph idx="2" type="body"/>
          </p:nvPr>
        </p:nvSpPr>
        <p:spPr>
          <a:xfrm>
            <a:off x="7896200" y="1404921"/>
            <a:ext cx="3887813" cy="524886"/>
          </a:xfrm>
          <a:prstGeom prst="rect">
            <a:avLst/>
          </a:prstGeom>
          <a:noFill/>
          <a:ln>
            <a:noFill/>
          </a:ln>
        </p:spPr>
        <p:txBody>
          <a:bodyPr anchorCtr="0" anchor="ctr"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8" name="Google Shape;918;p66"/>
          <p:cNvSpPr txBox="1"/>
          <p:nvPr>
            <p:ph idx="3" type="body"/>
          </p:nvPr>
        </p:nvSpPr>
        <p:spPr>
          <a:xfrm>
            <a:off x="7896200" y="5918247"/>
            <a:ext cx="3887813" cy="524886"/>
          </a:xfrm>
          <a:prstGeom prst="rect">
            <a:avLst/>
          </a:prstGeom>
          <a:noFill/>
          <a:ln>
            <a:noFill/>
          </a:ln>
        </p:spPr>
        <p:txBody>
          <a:bodyPr anchorCtr="0" anchor="ctr"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9" name="Google Shape;919;p66"/>
          <p:cNvSpPr txBox="1"/>
          <p:nvPr>
            <p:ph idx="4" type="body"/>
          </p:nvPr>
        </p:nvSpPr>
        <p:spPr>
          <a:xfrm>
            <a:off x="7896200" y="5015581"/>
            <a:ext cx="3887813" cy="524886"/>
          </a:xfrm>
          <a:prstGeom prst="rect">
            <a:avLst/>
          </a:prstGeom>
          <a:noFill/>
          <a:ln>
            <a:noFill/>
          </a:ln>
        </p:spPr>
        <p:txBody>
          <a:bodyPr anchorCtr="0" anchor="ctr"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0" name="Google Shape;920;p66"/>
          <p:cNvSpPr txBox="1"/>
          <p:nvPr>
            <p:ph idx="5" type="body"/>
          </p:nvPr>
        </p:nvSpPr>
        <p:spPr>
          <a:xfrm>
            <a:off x="7896200" y="4112916"/>
            <a:ext cx="3887813" cy="524886"/>
          </a:xfrm>
          <a:prstGeom prst="rect">
            <a:avLst/>
          </a:prstGeom>
          <a:noFill/>
          <a:ln>
            <a:noFill/>
          </a:ln>
        </p:spPr>
        <p:txBody>
          <a:bodyPr anchorCtr="0" anchor="ctr"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1" name="Google Shape;921;p66"/>
          <p:cNvSpPr txBox="1"/>
          <p:nvPr>
            <p:ph idx="6" type="body"/>
          </p:nvPr>
        </p:nvSpPr>
        <p:spPr>
          <a:xfrm>
            <a:off x="7896200" y="3210251"/>
            <a:ext cx="3887813" cy="524886"/>
          </a:xfrm>
          <a:prstGeom prst="rect">
            <a:avLst/>
          </a:prstGeom>
          <a:noFill/>
          <a:ln>
            <a:noFill/>
          </a:ln>
        </p:spPr>
        <p:txBody>
          <a:bodyPr anchorCtr="0" anchor="ctr"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2" name="Google Shape;922;p66"/>
          <p:cNvSpPr txBox="1"/>
          <p:nvPr>
            <p:ph idx="7" type="body"/>
          </p:nvPr>
        </p:nvSpPr>
        <p:spPr>
          <a:xfrm>
            <a:off x="7896200" y="2307586"/>
            <a:ext cx="3887813" cy="524886"/>
          </a:xfrm>
          <a:prstGeom prst="rect">
            <a:avLst/>
          </a:prstGeom>
          <a:noFill/>
          <a:ln>
            <a:noFill/>
          </a:ln>
        </p:spPr>
        <p:txBody>
          <a:bodyPr anchorCtr="0" anchor="ctr"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3" name="Google Shape;923;p66"/>
          <p:cNvSpPr txBox="1"/>
          <p:nvPr>
            <p:ph type="title"/>
          </p:nvPr>
        </p:nvSpPr>
        <p:spPr>
          <a:xfrm>
            <a:off x="407988" y="1447298"/>
            <a:ext cx="5471988" cy="863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lt1"/>
              </a:buClr>
              <a:buSzPts val="2600"/>
              <a:buFont typeface="Verdana"/>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4" name="Google Shape;924;p66"/>
          <p:cNvSpPr/>
          <p:nvPr/>
        </p:nvSpPr>
        <p:spPr>
          <a:xfrm>
            <a:off x="11784013" y="6555758"/>
            <a:ext cx="242375"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rgbClr val="7F7F7F"/>
                </a:solidFill>
                <a:latin typeface="Verdana"/>
                <a:ea typeface="Verdana"/>
                <a:cs typeface="Verdana"/>
                <a:sym typeface="Verdana"/>
              </a:rPr>
              <a:t>‹#›</a:t>
            </a:fld>
            <a:endParaRPr sz="800">
              <a:solidFill>
                <a:srgbClr val="7F7F7F"/>
              </a:solidFill>
              <a:latin typeface="Verdana"/>
              <a:ea typeface="Verdana"/>
              <a:cs typeface="Verdana"/>
              <a:sym typeface="Verdana"/>
            </a:endParaRPr>
          </a:p>
        </p:txBody>
      </p:sp>
      <p:cxnSp>
        <p:nvCxnSpPr>
          <p:cNvPr id="925" name="Google Shape;925;p66"/>
          <p:cNvCxnSpPr/>
          <p:nvPr/>
        </p:nvCxnSpPr>
        <p:spPr>
          <a:xfrm rot="10800000">
            <a:off x="3283674" y="6587911"/>
            <a:ext cx="0" cy="155576"/>
          </a:xfrm>
          <a:prstGeom prst="straightConnector1">
            <a:avLst/>
          </a:prstGeom>
          <a:solidFill>
            <a:schemeClr val="dk1"/>
          </a:solidFill>
          <a:ln cap="rnd" cmpd="sng" w="12700">
            <a:solidFill>
              <a:schemeClr val="accent2"/>
            </a:solidFill>
            <a:prstDash val="solid"/>
            <a:round/>
            <a:headEnd len="sm" w="sm" type="none"/>
            <a:tailEnd len="sm" w="sm" type="none"/>
          </a:ln>
        </p:spPr>
      </p:cxnSp>
      <p:sp>
        <p:nvSpPr>
          <p:cNvPr id="926" name="Google Shape;926;p66">
            <a:hlinkClick r:id="rId2"/>
          </p:cNvPr>
          <p:cNvSpPr/>
          <p:nvPr/>
        </p:nvSpPr>
        <p:spPr>
          <a:xfrm>
            <a:off x="407988" y="6555971"/>
            <a:ext cx="2829007" cy="219456"/>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lang="en-US" sz="800">
                <a:solidFill>
                  <a:srgbClr val="00458D"/>
                </a:solidFill>
                <a:latin typeface="Verdana"/>
                <a:ea typeface="Verdana"/>
                <a:cs typeface="Verdana"/>
                <a:sym typeface="Verdana"/>
              </a:rPr>
              <a:t>Presentation Title | Author | Date</a:t>
            </a:r>
            <a:endParaRPr/>
          </a:p>
        </p:txBody>
      </p:sp>
      <p:sp>
        <p:nvSpPr>
          <p:cNvPr id="927" name="Google Shape;927;p66"/>
          <p:cNvSpPr/>
          <p:nvPr/>
        </p:nvSpPr>
        <p:spPr>
          <a:xfrm>
            <a:off x="3411379" y="6555758"/>
            <a:ext cx="222368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800">
                <a:solidFill>
                  <a:srgbClr val="767676"/>
                </a:solidFill>
                <a:latin typeface="Verdana"/>
                <a:ea typeface="Verdana"/>
                <a:cs typeface="Verdana"/>
                <a:sym typeface="Verdana"/>
              </a:rPr>
              <a:t>© 2017 Capgemini. All rights reserved.</a:t>
            </a:r>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columns with signature circle">
  <p:cSld name="3-columns with signature circle">
    <p:bg>
      <p:bgPr>
        <a:solidFill>
          <a:schemeClr val="lt1"/>
        </a:solidFill>
      </p:bgPr>
    </p:bg>
    <p:spTree>
      <p:nvGrpSpPr>
        <p:cNvPr id="928" name="Shape 928"/>
        <p:cNvGrpSpPr/>
        <p:nvPr/>
      </p:nvGrpSpPr>
      <p:grpSpPr>
        <a:xfrm>
          <a:off x="0" y="0"/>
          <a:ext cx="0" cy="0"/>
          <a:chOff x="0" y="0"/>
          <a:chExt cx="0" cy="0"/>
        </a:xfrm>
      </p:grpSpPr>
      <p:sp>
        <p:nvSpPr>
          <p:cNvPr id="929" name="Google Shape;929;p67"/>
          <p:cNvSpPr/>
          <p:nvPr/>
        </p:nvSpPr>
        <p:spPr>
          <a:xfrm>
            <a:off x="998106" y="2708995"/>
            <a:ext cx="3017520" cy="3528293"/>
          </a:xfrm>
          <a:prstGeom prst="rect">
            <a:avLst/>
          </a:prstGeom>
          <a:noFill/>
          <a:ln cap="flat" cmpd="sng" w="38100">
            <a:solidFill>
              <a:srgbClr val="E6E7E7"/>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930" name="Google Shape;930;p67"/>
          <p:cNvSpPr/>
          <p:nvPr/>
        </p:nvSpPr>
        <p:spPr>
          <a:xfrm>
            <a:off x="4601266" y="2744279"/>
            <a:ext cx="3017520" cy="3528293"/>
          </a:xfrm>
          <a:prstGeom prst="rect">
            <a:avLst/>
          </a:prstGeom>
          <a:noFill/>
          <a:ln cap="flat" cmpd="sng" w="38100">
            <a:solidFill>
              <a:srgbClr val="E6E7E7"/>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931" name="Google Shape;931;p67"/>
          <p:cNvSpPr/>
          <p:nvPr/>
        </p:nvSpPr>
        <p:spPr>
          <a:xfrm>
            <a:off x="8204425" y="2744279"/>
            <a:ext cx="3017520" cy="3528293"/>
          </a:xfrm>
          <a:prstGeom prst="rect">
            <a:avLst/>
          </a:prstGeom>
          <a:noFill/>
          <a:ln cap="flat" cmpd="sng" w="38100">
            <a:solidFill>
              <a:srgbClr val="E6E7E7"/>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932" name="Google Shape;932;p67"/>
          <p:cNvSpPr/>
          <p:nvPr/>
        </p:nvSpPr>
        <p:spPr>
          <a:xfrm>
            <a:off x="8674834" y="1772816"/>
            <a:ext cx="2076703" cy="1962143"/>
          </a:xfrm>
          <a:custGeom>
            <a:rect b="b" l="l" r="r" t="t"/>
            <a:pathLst>
              <a:path extrusionOk="0" h="3131423" w="3314252">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933" name="Google Shape;933;p67"/>
          <p:cNvSpPr/>
          <p:nvPr/>
        </p:nvSpPr>
        <p:spPr>
          <a:xfrm>
            <a:off x="5071675" y="1772816"/>
            <a:ext cx="2076703" cy="1962143"/>
          </a:xfrm>
          <a:custGeom>
            <a:rect b="b" l="l" r="r" t="t"/>
            <a:pathLst>
              <a:path extrusionOk="0" h="3131423" w="3314252">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12AB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934" name="Google Shape;934;p67"/>
          <p:cNvSpPr/>
          <p:nvPr/>
        </p:nvSpPr>
        <p:spPr>
          <a:xfrm>
            <a:off x="1468515" y="1772816"/>
            <a:ext cx="2076703" cy="1962143"/>
          </a:xfrm>
          <a:custGeom>
            <a:rect b="b" l="l" r="r" t="t"/>
            <a:pathLst>
              <a:path extrusionOk="0" h="3131423" w="3314252">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0070A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2800">
              <a:solidFill>
                <a:schemeClr val="lt1"/>
              </a:solidFill>
              <a:latin typeface="Verdana"/>
              <a:ea typeface="Verdana"/>
              <a:cs typeface="Verdana"/>
              <a:sym typeface="Verdana"/>
            </a:endParaRPr>
          </a:p>
        </p:txBody>
      </p:sp>
      <p:sp>
        <p:nvSpPr>
          <p:cNvPr id="935" name="Google Shape;935;p67"/>
          <p:cNvSpPr txBox="1"/>
          <p:nvPr>
            <p:ph idx="1" type="body"/>
          </p:nvPr>
        </p:nvSpPr>
        <p:spPr>
          <a:xfrm>
            <a:off x="1678985" y="2492375"/>
            <a:ext cx="1655762" cy="576263"/>
          </a:xfrm>
          <a:prstGeom prst="rect">
            <a:avLst/>
          </a:prstGeom>
          <a:noFill/>
          <a:ln>
            <a:noFill/>
          </a:ln>
        </p:spPr>
        <p:txBody>
          <a:bodyPr anchorCtr="0" anchor="ctr" bIns="0" lIns="0" spcFirstLastPara="1" rIns="0" wrap="square" tIns="0">
            <a:noAutofit/>
          </a:bodyPr>
          <a:lstStyle>
            <a:lvl1pPr indent="-228600" lvl="0" marL="457200" algn="ctr">
              <a:lnSpc>
                <a:spcPct val="115384"/>
              </a:lnSpc>
              <a:spcBef>
                <a:spcPts val="0"/>
              </a:spcBef>
              <a:spcAft>
                <a:spcPts val="0"/>
              </a:spcAft>
              <a:buClr>
                <a:schemeClr val="lt1"/>
              </a:buClr>
              <a:buSzPts val="2600"/>
              <a:buNone/>
              <a:defRPr b="1" sz="2600">
                <a:solidFill>
                  <a:schemeClr val="lt1"/>
                </a:solidFill>
              </a:defRPr>
            </a:lvl1pPr>
            <a:lvl2pPr indent="-342900" lvl="1" marL="914400" algn="l">
              <a:lnSpc>
                <a:spcPct val="111111"/>
              </a:lnSpc>
              <a:spcBef>
                <a:spcPts val="600"/>
              </a:spcBef>
              <a:spcAft>
                <a:spcPts val="0"/>
              </a:spcAft>
              <a:buSzPts val="1800"/>
              <a:buChar char="▪"/>
              <a:defRPr/>
            </a:lvl2pPr>
            <a:lvl3pPr indent="-342900" lvl="2" marL="1371600" algn="l">
              <a:lnSpc>
                <a:spcPct val="88888"/>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6" name="Google Shape;936;p67"/>
          <p:cNvSpPr txBox="1"/>
          <p:nvPr>
            <p:ph idx="2" type="body"/>
          </p:nvPr>
        </p:nvSpPr>
        <p:spPr>
          <a:xfrm>
            <a:off x="5282145" y="2492896"/>
            <a:ext cx="1655762" cy="576263"/>
          </a:xfrm>
          <a:prstGeom prst="rect">
            <a:avLst/>
          </a:prstGeom>
          <a:noFill/>
          <a:ln>
            <a:noFill/>
          </a:ln>
        </p:spPr>
        <p:txBody>
          <a:bodyPr anchorCtr="0" anchor="ctr" bIns="0" lIns="0" spcFirstLastPara="1" rIns="0" wrap="square" tIns="0">
            <a:noAutofit/>
          </a:bodyPr>
          <a:lstStyle>
            <a:lvl1pPr indent="-228600" lvl="0" marL="457200" algn="ctr">
              <a:lnSpc>
                <a:spcPct val="115384"/>
              </a:lnSpc>
              <a:spcBef>
                <a:spcPts val="0"/>
              </a:spcBef>
              <a:spcAft>
                <a:spcPts val="0"/>
              </a:spcAft>
              <a:buClr>
                <a:schemeClr val="lt1"/>
              </a:buClr>
              <a:buSzPts val="2600"/>
              <a:buNone/>
              <a:defRPr b="1" sz="2600">
                <a:solidFill>
                  <a:schemeClr val="lt1"/>
                </a:solidFill>
              </a:defRPr>
            </a:lvl1pPr>
            <a:lvl2pPr indent="-342900" lvl="1" marL="914400" algn="l">
              <a:lnSpc>
                <a:spcPct val="111111"/>
              </a:lnSpc>
              <a:spcBef>
                <a:spcPts val="600"/>
              </a:spcBef>
              <a:spcAft>
                <a:spcPts val="0"/>
              </a:spcAft>
              <a:buSzPts val="1800"/>
              <a:buChar char="▪"/>
              <a:defRPr/>
            </a:lvl2pPr>
            <a:lvl3pPr indent="-342900" lvl="2" marL="1371600" algn="l">
              <a:lnSpc>
                <a:spcPct val="88888"/>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7" name="Google Shape;937;p67"/>
          <p:cNvSpPr txBox="1"/>
          <p:nvPr>
            <p:ph idx="3" type="body"/>
          </p:nvPr>
        </p:nvSpPr>
        <p:spPr>
          <a:xfrm>
            <a:off x="8885304" y="2465855"/>
            <a:ext cx="1655762" cy="576263"/>
          </a:xfrm>
          <a:prstGeom prst="rect">
            <a:avLst/>
          </a:prstGeom>
          <a:noFill/>
          <a:ln>
            <a:noFill/>
          </a:ln>
        </p:spPr>
        <p:txBody>
          <a:bodyPr anchorCtr="0" anchor="ctr" bIns="0" lIns="0" spcFirstLastPara="1" rIns="0" wrap="square" tIns="0">
            <a:noAutofit/>
          </a:bodyPr>
          <a:lstStyle>
            <a:lvl1pPr indent="-228600" lvl="0" marL="457200" algn="ctr">
              <a:lnSpc>
                <a:spcPct val="115384"/>
              </a:lnSpc>
              <a:spcBef>
                <a:spcPts val="0"/>
              </a:spcBef>
              <a:spcAft>
                <a:spcPts val="0"/>
              </a:spcAft>
              <a:buClr>
                <a:schemeClr val="lt1"/>
              </a:buClr>
              <a:buSzPts val="2600"/>
              <a:buNone/>
              <a:defRPr b="1" sz="2600">
                <a:solidFill>
                  <a:schemeClr val="lt1"/>
                </a:solidFill>
              </a:defRPr>
            </a:lvl1pPr>
            <a:lvl2pPr indent="-342900" lvl="1" marL="914400" algn="l">
              <a:lnSpc>
                <a:spcPct val="111111"/>
              </a:lnSpc>
              <a:spcBef>
                <a:spcPts val="600"/>
              </a:spcBef>
              <a:spcAft>
                <a:spcPts val="0"/>
              </a:spcAft>
              <a:buSzPts val="1800"/>
              <a:buChar char="▪"/>
              <a:defRPr/>
            </a:lvl2pPr>
            <a:lvl3pPr indent="-342900" lvl="2" marL="1371600" algn="l">
              <a:lnSpc>
                <a:spcPct val="88888"/>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8" name="Google Shape;938;p67"/>
          <p:cNvSpPr txBox="1"/>
          <p:nvPr>
            <p:ph idx="4" type="body"/>
          </p:nvPr>
        </p:nvSpPr>
        <p:spPr>
          <a:xfrm>
            <a:off x="1138441" y="4005263"/>
            <a:ext cx="2736850" cy="647700"/>
          </a:xfrm>
          <a:prstGeom prst="rect">
            <a:avLst/>
          </a:prstGeom>
          <a:noFill/>
          <a:ln>
            <a:noFill/>
          </a:ln>
        </p:spPr>
        <p:txBody>
          <a:bodyPr anchorCtr="0" anchor="t" bIns="0" lIns="0" spcFirstLastPara="1" rIns="0" wrap="square" tIns="0">
            <a:normAutofit/>
          </a:bodyPr>
          <a:lstStyle>
            <a:lvl1pPr indent="-228600" lvl="0" marL="457200" algn="ctr">
              <a:lnSpc>
                <a:spcPct val="122222"/>
              </a:lnSpc>
              <a:spcBef>
                <a:spcPts val="0"/>
              </a:spcBef>
              <a:spcAft>
                <a:spcPts val="0"/>
              </a:spcAft>
              <a:buClr>
                <a:schemeClr val="dk1"/>
              </a:buClr>
              <a:buSzPts val="1800"/>
              <a:buNone/>
              <a:defRPr/>
            </a:lvl1pPr>
            <a:lvl2pPr indent="-228600" lvl="1" marL="914400" algn="l">
              <a:lnSpc>
                <a:spcPct val="125000"/>
              </a:lnSpc>
              <a:spcBef>
                <a:spcPts val="600"/>
              </a:spcBef>
              <a:spcAft>
                <a:spcPts val="0"/>
              </a:spcAft>
              <a:buSzPts val="1600"/>
              <a:buNone/>
              <a:defRPr/>
            </a:lvl2pPr>
            <a:lvl3pPr indent="-342900" lvl="2" marL="1371600" algn="l">
              <a:lnSpc>
                <a:spcPct val="88888"/>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9" name="Google Shape;939;p67"/>
          <p:cNvSpPr txBox="1"/>
          <p:nvPr>
            <p:ph idx="5" type="body"/>
          </p:nvPr>
        </p:nvSpPr>
        <p:spPr>
          <a:xfrm>
            <a:off x="4741601" y="4005064"/>
            <a:ext cx="2736850" cy="647700"/>
          </a:xfrm>
          <a:prstGeom prst="rect">
            <a:avLst/>
          </a:prstGeom>
          <a:noFill/>
          <a:ln>
            <a:noFill/>
          </a:ln>
        </p:spPr>
        <p:txBody>
          <a:bodyPr anchorCtr="0" anchor="t" bIns="0" lIns="0" spcFirstLastPara="1" rIns="0" wrap="square" tIns="0">
            <a:normAutofit/>
          </a:bodyPr>
          <a:lstStyle>
            <a:lvl1pPr indent="-228600" lvl="0" marL="457200" algn="ctr">
              <a:lnSpc>
                <a:spcPct val="122222"/>
              </a:lnSpc>
              <a:spcBef>
                <a:spcPts val="0"/>
              </a:spcBef>
              <a:spcAft>
                <a:spcPts val="0"/>
              </a:spcAft>
              <a:buClr>
                <a:schemeClr val="dk1"/>
              </a:buClr>
              <a:buSzPts val="1800"/>
              <a:buNone/>
              <a:defRPr/>
            </a:lvl1pPr>
            <a:lvl2pPr indent="-228600" lvl="1" marL="914400" algn="l">
              <a:lnSpc>
                <a:spcPct val="125000"/>
              </a:lnSpc>
              <a:spcBef>
                <a:spcPts val="600"/>
              </a:spcBef>
              <a:spcAft>
                <a:spcPts val="0"/>
              </a:spcAft>
              <a:buSzPts val="1600"/>
              <a:buNone/>
              <a:defRPr/>
            </a:lvl2pPr>
            <a:lvl3pPr indent="-342900" lvl="2" marL="1371600" algn="l">
              <a:lnSpc>
                <a:spcPct val="88888"/>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0" name="Google Shape;940;p67"/>
          <p:cNvSpPr txBox="1"/>
          <p:nvPr>
            <p:ph idx="6" type="body"/>
          </p:nvPr>
        </p:nvSpPr>
        <p:spPr>
          <a:xfrm>
            <a:off x="8344760" y="4005064"/>
            <a:ext cx="2736850" cy="647700"/>
          </a:xfrm>
          <a:prstGeom prst="rect">
            <a:avLst/>
          </a:prstGeom>
          <a:noFill/>
          <a:ln>
            <a:noFill/>
          </a:ln>
        </p:spPr>
        <p:txBody>
          <a:bodyPr anchorCtr="0" anchor="t" bIns="0" lIns="0" spcFirstLastPara="1" rIns="0" wrap="square" tIns="0">
            <a:normAutofit/>
          </a:bodyPr>
          <a:lstStyle>
            <a:lvl1pPr indent="-228600" lvl="0" marL="457200" algn="ctr">
              <a:lnSpc>
                <a:spcPct val="122222"/>
              </a:lnSpc>
              <a:spcBef>
                <a:spcPts val="0"/>
              </a:spcBef>
              <a:spcAft>
                <a:spcPts val="0"/>
              </a:spcAft>
              <a:buClr>
                <a:schemeClr val="dk1"/>
              </a:buClr>
              <a:buSzPts val="1800"/>
              <a:buNone/>
              <a:defRPr/>
            </a:lvl1pPr>
            <a:lvl2pPr indent="-228600" lvl="1" marL="914400" algn="l">
              <a:lnSpc>
                <a:spcPct val="125000"/>
              </a:lnSpc>
              <a:spcBef>
                <a:spcPts val="600"/>
              </a:spcBef>
              <a:spcAft>
                <a:spcPts val="0"/>
              </a:spcAft>
              <a:buSzPts val="1600"/>
              <a:buNone/>
              <a:defRPr/>
            </a:lvl2pPr>
            <a:lvl3pPr indent="-342900" lvl="2" marL="1371600" algn="l">
              <a:lnSpc>
                <a:spcPct val="88888"/>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1" name="Google Shape;941;p67"/>
          <p:cNvSpPr txBox="1"/>
          <p:nvPr>
            <p:ph idx="7" type="body"/>
          </p:nvPr>
        </p:nvSpPr>
        <p:spPr>
          <a:xfrm>
            <a:off x="8344760" y="4941888"/>
            <a:ext cx="2736850" cy="935037"/>
          </a:xfrm>
          <a:prstGeom prst="rect">
            <a:avLst/>
          </a:prstGeom>
          <a:noFill/>
          <a:ln>
            <a:noFill/>
          </a:ln>
        </p:spPr>
        <p:txBody>
          <a:bodyPr anchorCtr="0" anchor="t" bIns="0" lIns="0" spcFirstLastPara="1" rIns="0" wrap="square" tIns="0">
            <a:normAutofit/>
          </a:bodyPr>
          <a:lstStyle>
            <a:lvl1pPr indent="-228600" lvl="0" marL="457200" algn="l">
              <a:lnSpc>
                <a:spcPct val="157142"/>
              </a:lnSpc>
              <a:spcBef>
                <a:spcPts val="0"/>
              </a:spcBef>
              <a:spcAft>
                <a:spcPts val="0"/>
              </a:spcAft>
              <a:buClr>
                <a:schemeClr val="dk1"/>
              </a:buClr>
              <a:buSzPts val="1400"/>
              <a:buNone/>
              <a:defRPr sz="1400"/>
            </a:lvl1pPr>
            <a:lvl2pPr indent="-342900" lvl="1" marL="914400" algn="l">
              <a:lnSpc>
                <a:spcPct val="111111"/>
              </a:lnSpc>
              <a:spcBef>
                <a:spcPts val="600"/>
              </a:spcBef>
              <a:spcAft>
                <a:spcPts val="0"/>
              </a:spcAft>
              <a:buSzPts val="1800"/>
              <a:buChar char="▪"/>
              <a:defRPr/>
            </a:lvl2pPr>
            <a:lvl3pPr indent="-342900" lvl="2" marL="1371600" algn="l">
              <a:lnSpc>
                <a:spcPct val="88888"/>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2" name="Google Shape;942;p67"/>
          <p:cNvSpPr txBox="1"/>
          <p:nvPr>
            <p:ph idx="8" type="body"/>
          </p:nvPr>
        </p:nvSpPr>
        <p:spPr>
          <a:xfrm>
            <a:off x="4741601" y="4919315"/>
            <a:ext cx="2736850" cy="935037"/>
          </a:xfrm>
          <a:prstGeom prst="rect">
            <a:avLst/>
          </a:prstGeom>
          <a:noFill/>
          <a:ln>
            <a:noFill/>
          </a:ln>
        </p:spPr>
        <p:txBody>
          <a:bodyPr anchorCtr="0" anchor="t" bIns="0" lIns="0" spcFirstLastPara="1" rIns="0" wrap="square" tIns="0">
            <a:normAutofit/>
          </a:bodyPr>
          <a:lstStyle>
            <a:lvl1pPr indent="-228600" lvl="0" marL="457200" algn="l">
              <a:lnSpc>
                <a:spcPct val="157142"/>
              </a:lnSpc>
              <a:spcBef>
                <a:spcPts val="0"/>
              </a:spcBef>
              <a:spcAft>
                <a:spcPts val="0"/>
              </a:spcAft>
              <a:buClr>
                <a:schemeClr val="dk1"/>
              </a:buClr>
              <a:buSzPts val="1400"/>
              <a:buNone/>
              <a:defRPr sz="1400"/>
            </a:lvl1pPr>
            <a:lvl2pPr indent="-342900" lvl="1" marL="914400" algn="l">
              <a:lnSpc>
                <a:spcPct val="111111"/>
              </a:lnSpc>
              <a:spcBef>
                <a:spcPts val="600"/>
              </a:spcBef>
              <a:spcAft>
                <a:spcPts val="0"/>
              </a:spcAft>
              <a:buSzPts val="1800"/>
              <a:buChar char="▪"/>
              <a:defRPr/>
            </a:lvl2pPr>
            <a:lvl3pPr indent="-342900" lvl="2" marL="1371600" algn="l">
              <a:lnSpc>
                <a:spcPct val="88888"/>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3" name="Google Shape;943;p67"/>
          <p:cNvSpPr txBox="1"/>
          <p:nvPr>
            <p:ph idx="9" type="body"/>
          </p:nvPr>
        </p:nvSpPr>
        <p:spPr>
          <a:xfrm>
            <a:off x="1138441" y="4919315"/>
            <a:ext cx="2736850" cy="935037"/>
          </a:xfrm>
          <a:prstGeom prst="rect">
            <a:avLst/>
          </a:prstGeom>
          <a:noFill/>
          <a:ln>
            <a:noFill/>
          </a:ln>
        </p:spPr>
        <p:txBody>
          <a:bodyPr anchorCtr="0" anchor="t" bIns="0" lIns="0" spcFirstLastPara="1" rIns="0" wrap="square" tIns="0">
            <a:normAutofit/>
          </a:bodyPr>
          <a:lstStyle>
            <a:lvl1pPr indent="-228600" lvl="0" marL="457200" algn="l">
              <a:lnSpc>
                <a:spcPct val="157142"/>
              </a:lnSpc>
              <a:spcBef>
                <a:spcPts val="0"/>
              </a:spcBef>
              <a:spcAft>
                <a:spcPts val="0"/>
              </a:spcAft>
              <a:buClr>
                <a:schemeClr val="dk1"/>
              </a:buClr>
              <a:buSzPts val="1400"/>
              <a:buNone/>
              <a:defRPr sz="1400"/>
            </a:lvl1pPr>
            <a:lvl2pPr indent="-342900" lvl="1" marL="914400" algn="l">
              <a:lnSpc>
                <a:spcPct val="111111"/>
              </a:lnSpc>
              <a:spcBef>
                <a:spcPts val="600"/>
              </a:spcBef>
              <a:spcAft>
                <a:spcPts val="0"/>
              </a:spcAft>
              <a:buSzPts val="1800"/>
              <a:buChar char="▪"/>
              <a:defRPr/>
            </a:lvl2pPr>
            <a:lvl3pPr indent="-342900" lvl="2" marL="1371600" algn="l">
              <a:lnSpc>
                <a:spcPct val="88888"/>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4" name="Google Shape;944;p67"/>
          <p:cNvSpPr txBox="1"/>
          <p:nvPr>
            <p:ph type="title"/>
          </p:nvPr>
        </p:nvSpPr>
        <p:spPr>
          <a:xfrm>
            <a:off x="407988" y="404813"/>
            <a:ext cx="11016604" cy="863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2"/>
              </a:buClr>
              <a:buSzPts val="2600"/>
              <a:buFont typeface="Verdana"/>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5" name="Google Shape;945;p67"/>
          <p:cNvSpPr/>
          <p:nvPr/>
        </p:nvSpPr>
        <p:spPr>
          <a:xfrm>
            <a:off x="11784013" y="6555758"/>
            <a:ext cx="242375"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rgbClr val="7F7F7F"/>
                </a:solidFill>
                <a:latin typeface="Verdana"/>
                <a:ea typeface="Verdana"/>
                <a:cs typeface="Verdana"/>
                <a:sym typeface="Verdana"/>
              </a:rPr>
              <a:t>‹#›</a:t>
            </a:fld>
            <a:endParaRPr sz="800">
              <a:solidFill>
                <a:srgbClr val="7F7F7F"/>
              </a:solidFill>
              <a:latin typeface="Verdana"/>
              <a:ea typeface="Verdana"/>
              <a:cs typeface="Verdana"/>
              <a:sym typeface="Verdana"/>
            </a:endParaRPr>
          </a:p>
        </p:txBody>
      </p:sp>
      <p:cxnSp>
        <p:nvCxnSpPr>
          <p:cNvPr id="946" name="Google Shape;946;p67"/>
          <p:cNvCxnSpPr/>
          <p:nvPr/>
        </p:nvCxnSpPr>
        <p:spPr>
          <a:xfrm rot="10800000">
            <a:off x="3283674" y="6587911"/>
            <a:ext cx="0" cy="155576"/>
          </a:xfrm>
          <a:prstGeom prst="straightConnector1">
            <a:avLst/>
          </a:prstGeom>
          <a:solidFill>
            <a:schemeClr val="dk1"/>
          </a:solidFill>
          <a:ln cap="rnd" cmpd="sng" w="12700">
            <a:solidFill>
              <a:schemeClr val="accent2"/>
            </a:solidFill>
            <a:prstDash val="solid"/>
            <a:round/>
            <a:headEnd len="sm" w="sm" type="none"/>
            <a:tailEnd len="sm" w="sm" type="none"/>
          </a:ln>
        </p:spPr>
      </p:cxnSp>
      <p:sp>
        <p:nvSpPr>
          <p:cNvPr id="947" name="Google Shape;947;p67">
            <a:hlinkClick r:id="rId2"/>
          </p:cNvPr>
          <p:cNvSpPr/>
          <p:nvPr/>
        </p:nvSpPr>
        <p:spPr>
          <a:xfrm>
            <a:off x="407988" y="6555971"/>
            <a:ext cx="2829007" cy="219456"/>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lang="en-US" sz="800">
                <a:solidFill>
                  <a:srgbClr val="00458D"/>
                </a:solidFill>
                <a:latin typeface="Verdana"/>
                <a:ea typeface="Verdana"/>
                <a:cs typeface="Verdana"/>
                <a:sym typeface="Verdana"/>
              </a:rPr>
              <a:t>Presentation Title | Author | Date</a:t>
            </a:r>
            <a:endParaRPr/>
          </a:p>
        </p:txBody>
      </p:sp>
      <p:sp>
        <p:nvSpPr>
          <p:cNvPr id="948" name="Google Shape;948;p67"/>
          <p:cNvSpPr/>
          <p:nvPr/>
        </p:nvSpPr>
        <p:spPr>
          <a:xfrm>
            <a:off x="3411379" y="6555758"/>
            <a:ext cx="222368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800">
                <a:solidFill>
                  <a:srgbClr val="767676"/>
                </a:solidFill>
                <a:latin typeface="Verdana"/>
                <a:ea typeface="Verdana"/>
                <a:cs typeface="Verdana"/>
                <a:sym typeface="Verdana"/>
              </a:rPr>
              <a:t>© 2017 Capgemini. All rights reserved.</a:t>
            </a:r>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with Shapes - Layout5">
  <p:cSld name="Text with Shapes - Layout5">
    <p:bg>
      <p:bgPr>
        <a:solidFill>
          <a:schemeClr val="lt1"/>
        </a:solidFill>
      </p:bgPr>
    </p:bg>
    <p:spTree>
      <p:nvGrpSpPr>
        <p:cNvPr id="949" name="Shape 949"/>
        <p:cNvGrpSpPr/>
        <p:nvPr/>
      </p:nvGrpSpPr>
      <p:grpSpPr>
        <a:xfrm>
          <a:off x="0" y="0"/>
          <a:ext cx="0" cy="0"/>
          <a:chOff x="0" y="0"/>
          <a:chExt cx="0" cy="0"/>
        </a:xfrm>
      </p:grpSpPr>
      <p:sp>
        <p:nvSpPr>
          <p:cNvPr id="950" name="Google Shape;950;p68"/>
          <p:cNvSpPr/>
          <p:nvPr/>
        </p:nvSpPr>
        <p:spPr>
          <a:xfrm>
            <a:off x="0" y="4437112"/>
            <a:ext cx="12192000" cy="2420888"/>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951" name="Google Shape;951;p68"/>
          <p:cNvSpPr txBox="1"/>
          <p:nvPr>
            <p:ph idx="1" type="body"/>
          </p:nvPr>
        </p:nvSpPr>
        <p:spPr>
          <a:xfrm>
            <a:off x="407988" y="1700808"/>
            <a:ext cx="5832475" cy="432048"/>
          </a:xfrm>
          <a:prstGeom prst="rect">
            <a:avLst/>
          </a:prstGeom>
          <a:noFill/>
          <a:ln>
            <a:noFill/>
          </a:ln>
        </p:spPr>
        <p:txBody>
          <a:bodyPr anchorCtr="0" anchor="ctr" bIns="0" lIns="0" spcFirstLastPara="1" rIns="0" wrap="square" tIns="0">
            <a:noAutofit/>
          </a:bodyPr>
          <a:lstStyle>
            <a:lvl1pPr indent="-228600" lvl="0" marL="457200" algn="l">
              <a:lnSpc>
                <a:spcPct val="122222"/>
              </a:lnSpc>
              <a:spcBef>
                <a:spcPts val="0"/>
              </a:spcBef>
              <a:spcAft>
                <a:spcPts val="0"/>
              </a:spcAft>
              <a:buClr>
                <a:srgbClr val="12ABDB"/>
              </a:buClr>
              <a:buSzPts val="1800"/>
              <a:buNone/>
              <a:defRPr sz="1800">
                <a:solidFill>
                  <a:srgbClr val="12ABDB"/>
                </a:solidFill>
              </a:defRPr>
            </a:lvl1pPr>
            <a:lvl2pPr indent="-317500" lvl="1" marL="914400" algn="l">
              <a:lnSpc>
                <a:spcPct val="100000"/>
              </a:lnSpc>
              <a:spcBef>
                <a:spcPts val="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52" name="Google Shape;952;p68"/>
          <p:cNvSpPr/>
          <p:nvPr/>
        </p:nvSpPr>
        <p:spPr>
          <a:xfrm rot="-2285894">
            <a:off x="10091405" y="-166653"/>
            <a:ext cx="3522628" cy="5177025"/>
          </a:xfrm>
          <a:custGeom>
            <a:rect b="b" l="l" r="r" t="t"/>
            <a:pathLst>
              <a:path extrusionOk="0" h="5177025" w="3522628">
                <a:moveTo>
                  <a:pt x="3522628" y="891962"/>
                </a:moveTo>
                <a:lnTo>
                  <a:pt x="162923" y="5177025"/>
                </a:lnTo>
                <a:lnTo>
                  <a:pt x="0" y="5049285"/>
                </a:lnTo>
                <a:lnTo>
                  <a:pt x="0" y="1923687"/>
                </a:lnTo>
                <a:lnTo>
                  <a:pt x="1508267" y="0"/>
                </a:lnTo>
                <a:lnTo>
                  <a:pt x="2384994" y="0"/>
                </a:lnTo>
                <a:close/>
              </a:path>
            </a:pathLst>
          </a:custGeom>
          <a:noFill/>
          <a:ln>
            <a:noFill/>
          </a:ln>
        </p:spPr>
      </p:sp>
      <p:sp>
        <p:nvSpPr>
          <p:cNvPr id="953" name="Google Shape;953;p68"/>
          <p:cNvSpPr txBox="1"/>
          <p:nvPr>
            <p:ph idx="2" type="body"/>
          </p:nvPr>
        </p:nvSpPr>
        <p:spPr>
          <a:xfrm>
            <a:off x="618009" y="5585038"/>
            <a:ext cx="1692449" cy="432048"/>
          </a:xfrm>
          <a:prstGeom prst="rect">
            <a:avLst/>
          </a:prstGeom>
          <a:noFill/>
          <a:ln>
            <a:noFill/>
          </a:ln>
        </p:spPr>
        <p:txBody>
          <a:bodyPr anchorCtr="0" anchor="ctr" bIns="0" lIns="0" spcFirstLastPara="1" rIns="0" wrap="square" tIns="0">
            <a:noAutofit/>
          </a:bodyPr>
          <a:lstStyle>
            <a:lvl1pPr indent="-228600" lvl="0" marL="457200" algn="ctr">
              <a:lnSpc>
                <a:spcPct val="107692"/>
              </a:lnSpc>
              <a:spcBef>
                <a:spcPts val="0"/>
              </a:spcBef>
              <a:spcAft>
                <a:spcPts val="0"/>
              </a:spcAft>
              <a:buClr>
                <a:schemeClr val="dk1"/>
              </a:buClr>
              <a:buSzPts val="1300"/>
              <a:buNone/>
              <a:defRPr sz="1300">
                <a:solidFill>
                  <a:schemeClr val="dk1"/>
                </a:solidFill>
              </a:defRPr>
            </a:lvl1pPr>
            <a:lvl2pPr indent="-317500" lvl="1" marL="914400" algn="l">
              <a:lnSpc>
                <a:spcPct val="100000"/>
              </a:lnSpc>
              <a:spcBef>
                <a:spcPts val="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54" name="Google Shape;954;p68"/>
          <p:cNvSpPr txBox="1"/>
          <p:nvPr>
            <p:ph idx="3" type="body"/>
          </p:nvPr>
        </p:nvSpPr>
        <p:spPr>
          <a:xfrm>
            <a:off x="2511156" y="5585038"/>
            <a:ext cx="1692449" cy="432048"/>
          </a:xfrm>
          <a:prstGeom prst="rect">
            <a:avLst/>
          </a:prstGeom>
          <a:noFill/>
          <a:ln>
            <a:noFill/>
          </a:ln>
        </p:spPr>
        <p:txBody>
          <a:bodyPr anchorCtr="0" anchor="ctr" bIns="0" lIns="0" spcFirstLastPara="1" rIns="0" wrap="square" tIns="0">
            <a:noAutofit/>
          </a:bodyPr>
          <a:lstStyle>
            <a:lvl1pPr indent="-228600" lvl="0" marL="457200" algn="ctr">
              <a:lnSpc>
                <a:spcPct val="107692"/>
              </a:lnSpc>
              <a:spcBef>
                <a:spcPts val="0"/>
              </a:spcBef>
              <a:spcAft>
                <a:spcPts val="0"/>
              </a:spcAft>
              <a:buClr>
                <a:schemeClr val="dk1"/>
              </a:buClr>
              <a:buSzPts val="1300"/>
              <a:buNone/>
              <a:defRPr sz="1300">
                <a:solidFill>
                  <a:schemeClr val="dk1"/>
                </a:solidFill>
              </a:defRPr>
            </a:lvl1pPr>
            <a:lvl2pPr indent="-317500" lvl="1" marL="914400" algn="l">
              <a:lnSpc>
                <a:spcPct val="100000"/>
              </a:lnSpc>
              <a:spcBef>
                <a:spcPts val="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55" name="Google Shape;955;p68"/>
          <p:cNvSpPr txBox="1"/>
          <p:nvPr>
            <p:ph idx="4" type="body"/>
          </p:nvPr>
        </p:nvSpPr>
        <p:spPr>
          <a:xfrm>
            <a:off x="4404303" y="5585038"/>
            <a:ext cx="1692449" cy="432048"/>
          </a:xfrm>
          <a:prstGeom prst="rect">
            <a:avLst/>
          </a:prstGeom>
          <a:noFill/>
          <a:ln>
            <a:noFill/>
          </a:ln>
        </p:spPr>
        <p:txBody>
          <a:bodyPr anchorCtr="0" anchor="ctr" bIns="0" lIns="0" spcFirstLastPara="1" rIns="0" wrap="square" tIns="0">
            <a:noAutofit/>
          </a:bodyPr>
          <a:lstStyle>
            <a:lvl1pPr indent="-228600" lvl="0" marL="457200" algn="ctr">
              <a:lnSpc>
                <a:spcPct val="107692"/>
              </a:lnSpc>
              <a:spcBef>
                <a:spcPts val="0"/>
              </a:spcBef>
              <a:spcAft>
                <a:spcPts val="0"/>
              </a:spcAft>
              <a:buClr>
                <a:schemeClr val="dk1"/>
              </a:buClr>
              <a:buSzPts val="1300"/>
              <a:buNone/>
              <a:defRPr sz="1300">
                <a:solidFill>
                  <a:schemeClr val="dk1"/>
                </a:solidFill>
              </a:defRPr>
            </a:lvl1pPr>
            <a:lvl2pPr indent="-317500" lvl="1" marL="914400" algn="l">
              <a:lnSpc>
                <a:spcPct val="100000"/>
              </a:lnSpc>
              <a:spcBef>
                <a:spcPts val="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56" name="Google Shape;956;p68"/>
          <p:cNvSpPr txBox="1"/>
          <p:nvPr>
            <p:ph idx="5" type="body"/>
          </p:nvPr>
        </p:nvSpPr>
        <p:spPr>
          <a:xfrm>
            <a:off x="6297450" y="5585038"/>
            <a:ext cx="1692449" cy="432048"/>
          </a:xfrm>
          <a:prstGeom prst="rect">
            <a:avLst/>
          </a:prstGeom>
          <a:noFill/>
          <a:ln>
            <a:noFill/>
          </a:ln>
        </p:spPr>
        <p:txBody>
          <a:bodyPr anchorCtr="0" anchor="ctr" bIns="0" lIns="0" spcFirstLastPara="1" rIns="0" wrap="square" tIns="0">
            <a:noAutofit/>
          </a:bodyPr>
          <a:lstStyle>
            <a:lvl1pPr indent="-228600" lvl="0" marL="457200" algn="ctr">
              <a:lnSpc>
                <a:spcPct val="107692"/>
              </a:lnSpc>
              <a:spcBef>
                <a:spcPts val="0"/>
              </a:spcBef>
              <a:spcAft>
                <a:spcPts val="0"/>
              </a:spcAft>
              <a:buClr>
                <a:schemeClr val="dk1"/>
              </a:buClr>
              <a:buSzPts val="1300"/>
              <a:buNone/>
              <a:defRPr sz="1300">
                <a:solidFill>
                  <a:schemeClr val="dk1"/>
                </a:solidFill>
              </a:defRPr>
            </a:lvl1pPr>
            <a:lvl2pPr indent="-317500" lvl="1" marL="914400" algn="l">
              <a:lnSpc>
                <a:spcPct val="100000"/>
              </a:lnSpc>
              <a:spcBef>
                <a:spcPts val="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57" name="Google Shape;957;p68"/>
          <p:cNvSpPr txBox="1"/>
          <p:nvPr>
            <p:ph idx="6" type="body"/>
          </p:nvPr>
        </p:nvSpPr>
        <p:spPr>
          <a:xfrm>
            <a:off x="8190597" y="5585038"/>
            <a:ext cx="1692449" cy="432048"/>
          </a:xfrm>
          <a:prstGeom prst="rect">
            <a:avLst/>
          </a:prstGeom>
          <a:noFill/>
          <a:ln>
            <a:noFill/>
          </a:ln>
        </p:spPr>
        <p:txBody>
          <a:bodyPr anchorCtr="0" anchor="ctr" bIns="0" lIns="0" spcFirstLastPara="1" rIns="0" wrap="square" tIns="0">
            <a:noAutofit/>
          </a:bodyPr>
          <a:lstStyle>
            <a:lvl1pPr indent="-228600" lvl="0" marL="457200" algn="ctr">
              <a:lnSpc>
                <a:spcPct val="107692"/>
              </a:lnSpc>
              <a:spcBef>
                <a:spcPts val="0"/>
              </a:spcBef>
              <a:spcAft>
                <a:spcPts val="0"/>
              </a:spcAft>
              <a:buClr>
                <a:schemeClr val="dk1"/>
              </a:buClr>
              <a:buSzPts val="1300"/>
              <a:buNone/>
              <a:defRPr sz="1300">
                <a:solidFill>
                  <a:schemeClr val="dk1"/>
                </a:solidFill>
              </a:defRPr>
            </a:lvl1pPr>
            <a:lvl2pPr indent="-317500" lvl="1" marL="914400" algn="l">
              <a:lnSpc>
                <a:spcPct val="100000"/>
              </a:lnSpc>
              <a:spcBef>
                <a:spcPts val="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58" name="Google Shape;958;p68"/>
          <p:cNvSpPr txBox="1"/>
          <p:nvPr>
            <p:ph idx="7" type="body"/>
          </p:nvPr>
        </p:nvSpPr>
        <p:spPr>
          <a:xfrm>
            <a:off x="10083744" y="5585038"/>
            <a:ext cx="1692449" cy="432048"/>
          </a:xfrm>
          <a:prstGeom prst="rect">
            <a:avLst/>
          </a:prstGeom>
          <a:noFill/>
          <a:ln>
            <a:noFill/>
          </a:ln>
        </p:spPr>
        <p:txBody>
          <a:bodyPr anchorCtr="0" anchor="ctr" bIns="0" lIns="0" spcFirstLastPara="1" rIns="0" wrap="square" tIns="0">
            <a:noAutofit/>
          </a:bodyPr>
          <a:lstStyle>
            <a:lvl1pPr indent="-228600" lvl="0" marL="457200" algn="r">
              <a:lnSpc>
                <a:spcPct val="114285"/>
              </a:lnSpc>
              <a:spcBef>
                <a:spcPts val="0"/>
              </a:spcBef>
              <a:spcAft>
                <a:spcPts val="0"/>
              </a:spcAft>
              <a:buClr>
                <a:schemeClr val="dk1"/>
              </a:buClr>
              <a:buSzPts val="1400"/>
              <a:buNone/>
              <a:defRPr b="1" sz="1400">
                <a:solidFill>
                  <a:schemeClr val="dk1"/>
                </a:solidFill>
              </a:defRPr>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59" name="Google Shape;959;p68"/>
          <p:cNvSpPr txBox="1"/>
          <p:nvPr>
            <p:ph type="title"/>
          </p:nvPr>
        </p:nvSpPr>
        <p:spPr>
          <a:xfrm>
            <a:off x="407988" y="404813"/>
            <a:ext cx="11016604" cy="863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2"/>
              </a:buClr>
              <a:buSzPts val="2600"/>
              <a:buFont typeface="Verdana"/>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0" name="Google Shape;960;p68"/>
          <p:cNvSpPr/>
          <p:nvPr/>
        </p:nvSpPr>
        <p:spPr>
          <a:xfrm>
            <a:off x="11784013" y="6555758"/>
            <a:ext cx="242375"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rgbClr val="7F7F7F"/>
                </a:solidFill>
                <a:latin typeface="Verdana"/>
                <a:ea typeface="Verdana"/>
                <a:cs typeface="Verdana"/>
                <a:sym typeface="Verdana"/>
              </a:rPr>
              <a:t>‹#›</a:t>
            </a:fld>
            <a:endParaRPr sz="800">
              <a:solidFill>
                <a:srgbClr val="7F7F7F"/>
              </a:solidFill>
              <a:latin typeface="Verdana"/>
              <a:ea typeface="Verdana"/>
              <a:cs typeface="Verdana"/>
              <a:sym typeface="Verdana"/>
            </a:endParaRPr>
          </a:p>
        </p:txBody>
      </p:sp>
      <p:cxnSp>
        <p:nvCxnSpPr>
          <p:cNvPr id="961" name="Google Shape;961;p68"/>
          <p:cNvCxnSpPr/>
          <p:nvPr/>
        </p:nvCxnSpPr>
        <p:spPr>
          <a:xfrm rot="10800000">
            <a:off x="3283674" y="6587911"/>
            <a:ext cx="0" cy="155576"/>
          </a:xfrm>
          <a:prstGeom prst="straightConnector1">
            <a:avLst/>
          </a:prstGeom>
          <a:solidFill>
            <a:schemeClr val="dk1"/>
          </a:solidFill>
          <a:ln cap="rnd" cmpd="sng" w="12700">
            <a:solidFill>
              <a:schemeClr val="accent2"/>
            </a:solidFill>
            <a:prstDash val="solid"/>
            <a:round/>
            <a:headEnd len="sm" w="sm" type="none"/>
            <a:tailEnd len="sm" w="sm" type="none"/>
          </a:ln>
        </p:spPr>
      </p:cxnSp>
      <p:sp>
        <p:nvSpPr>
          <p:cNvPr id="962" name="Google Shape;962;p68">
            <a:hlinkClick r:id="rId2"/>
          </p:cNvPr>
          <p:cNvSpPr/>
          <p:nvPr/>
        </p:nvSpPr>
        <p:spPr>
          <a:xfrm>
            <a:off x="407988" y="6555971"/>
            <a:ext cx="2829007" cy="219456"/>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lang="en-US" sz="800">
                <a:solidFill>
                  <a:srgbClr val="00458D"/>
                </a:solidFill>
                <a:latin typeface="Verdana"/>
                <a:ea typeface="Verdana"/>
                <a:cs typeface="Verdana"/>
                <a:sym typeface="Verdana"/>
              </a:rPr>
              <a:t>Presentation Title | Author | Date</a:t>
            </a:r>
            <a:endParaRPr/>
          </a:p>
        </p:txBody>
      </p:sp>
      <p:sp>
        <p:nvSpPr>
          <p:cNvPr id="963" name="Google Shape;963;p68"/>
          <p:cNvSpPr/>
          <p:nvPr/>
        </p:nvSpPr>
        <p:spPr>
          <a:xfrm>
            <a:off x="3411379" y="6555758"/>
            <a:ext cx="222368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800">
                <a:solidFill>
                  <a:srgbClr val="767676"/>
                </a:solidFill>
                <a:latin typeface="Verdana"/>
                <a:ea typeface="Verdana"/>
                <a:cs typeface="Verdana"/>
                <a:sym typeface="Verdana"/>
              </a:rPr>
              <a:t>© 2017 Capgemini. All rights reserved.</a:t>
            </a:r>
            <a:endParaRPr/>
          </a:p>
        </p:txBody>
      </p:sp>
      <p:sp>
        <p:nvSpPr>
          <p:cNvPr id="964" name="Google Shape;964;p68"/>
          <p:cNvSpPr txBox="1"/>
          <p:nvPr>
            <p:ph idx="8" type="body"/>
          </p:nvPr>
        </p:nvSpPr>
        <p:spPr>
          <a:xfrm>
            <a:off x="426488" y="2326856"/>
            <a:ext cx="3149232" cy="1994493"/>
          </a:xfrm>
          <a:prstGeom prst="rect">
            <a:avLst/>
          </a:prstGeom>
          <a:noFill/>
          <a:ln>
            <a:noFill/>
          </a:ln>
        </p:spPr>
        <p:txBody>
          <a:bodyPr anchorCtr="0" anchor="t"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04800" lvl="1" marL="914400" algn="l">
              <a:lnSpc>
                <a:spcPct val="116666"/>
              </a:lnSpc>
              <a:spcBef>
                <a:spcPts val="600"/>
              </a:spcBef>
              <a:spcAft>
                <a:spcPts val="0"/>
              </a:spcAft>
              <a:buSzPts val="1200"/>
              <a:buChar char="▪"/>
              <a:defRPr sz="1200">
                <a:solidFill>
                  <a:schemeClr val="dk1"/>
                </a:solidFill>
              </a:defRPr>
            </a:lvl2pPr>
            <a:lvl3pPr indent="-304800" lvl="2" marL="1371600" algn="l">
              <a:lnSpc>
                <a:spcPct val="116666"/>
              </a:lnSpc>
              <a:spcBef>
                <a:spcPts val="600"/>
              </a:spcBef>
              <a:spcAft>
                <a:spcPts val="0"/>
              </a:spcAft>
              <a:buSzPts val="1200"/>
              <a:buChar char="•"/>
              <a:defRPr sz="1200">
                <a:solidFill>
                  <a:schemeClr val="dk1"/>
                </a:solidFill>
              </a:defRPr>
            </a:lvl3pPr>
            <a:lvl4pPr indent="-298450" lvl="3" marL="1828800" algn="l">
              <a:lnSpc>
                <a:spcPct val="109090"/>
              </a:lnSpc>
              <a:spcBef>
                <a:spcPts val="600"/>
              </a:spcBef>
              <a:spcAft>
                <a:spcPts val="0"/>
              </a:spcAft>
              <a:buSzPts val="1100"/>
              <a:buChar char="‒"/>
              <a:defRPr sz="1100">
                <a:solidFill>
                  <a:schemeClr val="dk1"/>
                </a:solidFill>
              </a:defRPr>
            </a:lvl4pPr>
            <a:lvl5pPr indent="-304800" lvl="4" marL="2286000" algn="l">
              <a:lnSpc>
                <a:spcPct val="100000"/>
              </a:lnSpc>
              <a:spcBef>
                <a:spcPts val="600"/>
              </a:spcBef>
              <a:spcAft>
                <a:spcPts val="0"/>
              </a:spcAft>
              <a:buClr>
                <a:schemeClr val="dk1"/>
              </a:buClr>
              <a:buSzPts val="1200"/>
              <a:buChar char="•"/>
              <a:defRPr sz="12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65" name="Google Shape;965;p68"/>
          <p:cNvSpPr txBox="1"/>
          <p:nvPr>
            <p:ph idx="9" type="body"/>
          </p:nvPr>
        </p:nvSpPr>
        <p:spPr>
          <a:xfrm>
            <a:off x="3860688" y="2326856"/>
            <a:ext cx="3149232" cy="1994493"/>
          </a:xfrm>
          <a:prstGeom prst="rect">
            <a:avLst/>
          </a:prstGeom>
          <a:noFill/>
          <a:ln>
            <a:noFill/>
          </a:ln>
        </p:spPr>
        <p:txBody>
          <a:bodyPr anchorCtr="0" anchor="t"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04800" lvl="1" marL="914400" algn="l">
              <a:lnSpc>
                <a:spcPct val="116666"/>
              </a:lnSpc>
              <a:spcBef>
                <a:spcPts val="600"/>
              </a:spcBef>
              <a:spcAft>
                <a:spcPts val="0"/>
              </a:spcAft>
              <a:buSzPts val="1200"/>
              <a:buChar char="▪"/>
              <a:defRPr sz="1200">
                <a:solidFill>
                  <a:schemeClr val="dk1"/>
                </a:solidFill>
              </a:defRPr>
            </a:lvl2pPr>
            <a:lvl3pPr indent="-304800" lvl="2" marL="1371600" algn="l">
              <a:lnSpc>
                <a:spcPct val="116666"/>
              </a:lnSpc>
              <a:spcBef>
                <a:spcPts val="600"/>
              </a:spcBef>
              <a:spcAft>
                <a:spcPts val="0"/>
              </a:spcAft>
              <a:buSzPts val="1200"/>
              <a:buChar char="•"/>
              <a:defRPr sz="1200">
                <a:solidFill>
                  <a:schemeClr val="dk1"/>
                </a:solidFill>
              </a:defRPr>
            </a:lvl3pPr>
            <a:lvl4pPr indent="-298450" lvl="3" marL="1828800" algn="l">
              <a:lnSpc>
                <a:spcPct val="109090"/>
              </a:lnSpc>
              <a:spcBef>
                <a:spcPts val="600"/>
              </a:spcBef>
              <a:spcAft>
                <a:spcPts val="0"/>
              </a:spcAft>
              <a:buSzPts val="1100"/>
              <a:buChar char="‒"/>
              <a:defRPr sz="1100">
                <a:solidFill>
                  <a:schemeClr val="dk1"/>
                </a:solidFill>
              </a:defRPr>
            </a:lvl4pPr>
            <a:lvl5pPr indent="-304800" lvl="4" marL="2286000" algn="l">
              <a:lnSpc>
                <a:spcPct val="100000"/>
              </a:lnSpc>
              <a:spcBef>
                <a:spcPts val="600"/>
              </a:spcBef>
              <a:spcAft>
                <a:spcPts val="0"/>
              </a:spcAft>
              <a:buClr>
                <a:schemeClr val="dk1"/>
              </a:buClr>
              <a:buSzPts val="1200"/>
              <a:buChar char="•"/>
              <a:defRPr sz="12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66" name="Google Shape;966;p68"/>
          <p:cNvSpPr txBox="1"/>
          <p:nvPr>
            <p:ph idx="13" type="body"/>
          </p:nvPr>
        </p:nvSpPr>
        <p:spPr>
          <a:xfrm>
            <a:off x="7294887" y="2326856"/>
            <a:ext cx="3149232" cy="1994493"/>
          </a:xfrm>
          <a:prstGeom prst="rect">
            <a:avLst/>
          </a:prstGeom>
          <a:noFill/>
          <a:ln>
            <a:noFill/>
          </a:ln>
        </p:spPr>
        <p:txBody>
          <a:bodyPr anchorCtr="0" anchor="t" bIns="0" lIns="0" spcFirstLastPara="1" rIns="0" wrap="square" tIns="0">
            <a:noAutofit/>
          </a:bodyPr>
          <a:lstStyle>
            <a:lvl1pPr indent="-228600" lvl="0" marL="457200" algn="l">
              <a:lnSpc>
                <a:spcPct val="114285"/>
              </a:lnSpc>
              <a:spcBef>
                <a:spcPts val="0"/>
              </a:spcBef>
              <a:spcAft>
                <a:spcPts val="0"/>
              </a:spcAft>
              <a:buClr>
                <a:schemeClr val="dk1"/>
              </a:buClr>
              <a:buSzPts val="1400"/>
              <a:buNone/>
              <a:defRPr sz="1400">
                <a:solidFill>
                  <a:schemeClr val="dk1"/>
                </a:solidFill>
              </a:defRPr>
            </a:lvl1pPr>
            <a:lvl2pPr indent="-304800" lvl="1" marL="914400" algn="l">
              <a:lnSpc>
                <a:spcPct val="116666"/>
              </a:lnSpc>
              <a:spcBef>
                <a:spcPts val="600"/>
              </a:spcBef>
              <a:spcAft>
                <a:spcPts val="0"/>
              </a:spcAft>
              <a:buSzPts val="1200"/>
              <a:buChar char="▪"/>
              <a:defRPr sz="1200">
                <a:solidFill>
                  <a:schemeClr val="dk1"/>
                </a:solidFill>
              </a:defRPr>
            </a:lvl2pPr>
            <a:lvl3pPr indent="-304800" lvl="2" marL="1371600" algn="l">
              <a:lnSpc>
                <a:spcPct val="116666"/>
              </a:lnSpc>
              <a:spcBef>
                <a:spcPts val="600"/>
              </a:spcBef>
              <a:spcAft>
                <a:spcPts val="0"/>
              </a:spcAft>
              <a:buSzPts val="1200"/>
              <a:buChar char="•"/>
              <a:defRPr sz="1200">
                <a:solidFill>
                  <a:schemeClr val="dk1"/>
                </a:solidFill>
              </a:defRPr>
            </a:lvl3pPr>
            <a:lvl4pPr indent="-298450" lvl="3" marL="1828800" algn="l">
              <a:lnSpc>
                <a:spcPct val="109090"/>
              </a:lnSpc>
              <a:spcBef>
                <a:spcPts val="600"/>
              </a:spcBef>
              <a:spcAft>
                <a:spcPts val="0"/>
              </a:spcAft>
              <a:buSzPts val="1100"/>
              <a:buChar char="‒"/>
              <a:defRPr sz="1100">
                <a:solidFill>
                  <a:schemeClr val="dk1"/>
                </a:solidFill>
              </a:defRPr>
            </a:lvl4pPr>
            <a:lvl5pPr indent="-304800" lvl="4" marL="2286000" algn="l">
              <a:lnSpc>
                <a:spcPct val="100000"/>
              </a:lnSpc>
              <a:spcBef>
                <a:spcPts val="600"/>
              </a:spcBef>
              <a:spcAft>
                <a:spcPts val="0"/>
              </a:spcAft>
              <a:buClr>
                <a:schemeClr val="dk1"/>
              </a:buClr>
              <a:buSzPts val="1200"/>
              <a:buChar char="•"/>
              <a:defRPr sz="12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67" name="Google Shape;967;p68"/>
          <p:cNvSpPr/>
          <p:nvPr/>
        </p:nvSpPr>
        <p:spPr>
          <a:xfrm>
            <a:off x="11547793" y="188640"/>
            <a:ext cx="424356" cy="459624"/>
          </a:xfrm>
          <a:prstGeom prst="rect">
            <a:avLst/>
          </a:prstGeom>
          <a:noFill/>
          <a:ln>
            <a:noFill/>
          </a:ln>
        </p:spPr>
      </p:sp>
      <p:cxnSp>
        <p:nvCxnSpPr>
          <p:cNvPr id="968" name="Google Shape;968;p68"/>
          <p:cNvCxnSpPr/>
          <p:nvPr/>
        </p:nvCxnSpPr>
        <p:spPr>
          <a:xfrm>
            <a:off x="407988" y="2235647"/>
            <a:ext cx="10036131" cy="0"/>
          </a:xfrm>
          <a:prstGeom prst="straightConnector1">
            <a:avLst/>
          </a:prstGeom>
          <a:solidFill>
            <a:schemeClr val="dk1"/>
          </a:solidFill>
          <a:ln cap="flat" cmpd="sng" w="47625">
            <a:solidFill>
              <a:srgbClr val="D8D8D8"/>
            </a:solidFill>
            <a:prstDash val="solid"/>
            <a:round/>
            <a:headEnd len="sm" w="sm" type="none"/>
            <a:tailEnd len="sm" w="sm" type="none"/>
          </a:ln>
        </p:spPr>
      </p:cxn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rganization Chart">
  <p:cSld name="Organization Chart">
    <p:bg>
      <p:bgPr>
        <a:solidFill>
          <a:schemeClr val="lt1"/>
        </a:solidFill>
      </p:bgPr>
    </p:bg>
    <p:spTree>
      <p:nvGrpSpPr>
        <p:cNvPr id="969" name="Shape 969"/>
        <p:cNvGrpSpPr/>
        <p:nvPr/>
      </p:nvGrpSpPr>
      <p:grpSpPr>
        <a:xfrm>
          <a:off x="0" y="0"/>
          <a:ext cx="0" cy="0"/>
          <a:chOff x="0" y="0"/>
          <a:chExt cx="0" cy="0"/>
        </a:xfrm>
      </p:grpSpPr>
      <p:sp>
        <p:nvSpPr>
          <p:cNvPr id="970" name="Google Shape;970;p69"/>
          <p:cNvSpPr txBox="1"/>
          <p:nvPr>
            <p:ph idx="1" type="body"/>
          </p:nvPr>
        </p:nvSpPr>
        <p:spPr>
          <a:xfrm>
            <a:off x="666750" y="5733255"/>
            <a:ext cx="1939924" cy="504056"/>
          </a:xfrm>
          <a:prstGeom prst="rect">
            <a:avLst/>
          </a:prstGeom>
          <a:solidFill>
            <a:srgbClr val="E6E7E7"/>
          </a:solidFill>
          <a:ln>
            <a:noFill/>
          </a:ln>
        </p:spPr>
        <p:txBody>
          <a:bodyPr anchorCtr="0" anchor="ctr" bIns="0" lIns="0" spcFirstLastPara="1" rIns="0" wrap="square" tIns="0">
            <a:noAutofit/>
          </a:bodyPr>
          <a:lstStyle>
            <a:lvl1pPr indent="-228600" lvl="0" marL="457200" algn="ctr">
              <a:lnSpc>
                <a:spcPct val="116666"/>
              </a:lnSpc>
              <a:spcBef>
                <a:spcPts val="0"/>
              </a:spcBef>
              <a:spcAft>
                <a:spcPts val="0"/>
              </a:spcAft>
              <a:buClr>
                <a:schemeClr val="dk1"/>
              </a:buClr>
              <a:buSzPts val="1200"/>
              <a:buNone/>
              <a:defRPr b="0" sz="1200"/>
            </a:lvl1pPr>
            <a:lvl2pPr indent="-317500" lvl="1" marL="914400" algn="l">
              <a:lnSpc>
                <a:spcPct val="100000"/>
              </a:lnSpc>
              <a:spcBef>
                <a:spcPts val="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1" name="Google Shape;971;p69"/>
          <p:cNvSpPr txBox="1"/>
          <p:nvPr>
            <p:ph idx="2" type="body"/>
          </p:nvPr>
        </p:nvSpPr>
        <p:spPr>
          <a:xfrm>
            <a:off x="2794164" y="5737641"/>
            <a:ext cx="1939924" cy="504056"/>
          </a:xfrm>
          <a:prstGeom prst="rect">
            <a:avLst/>
          </a:prstGeom>
          <a:solidFill>
            <a:srgbClr val="E6E7E7"/>
          </a:solidFill>
          <a:ln>
            <a:noFill/>
          </a:ln>
        </p:spPr>
        <p:txBody>
          <a:bodyPr anchorCtr="0" anchor="ctr" bIns="0" lIns="0" spcFirstLastPara="1" rIns="0" wrap="square" tIns="0">
            <a:noAutofit/>
          </a:bodyPr>
          <a:lstStyle>
            <a:lvl1pPr indent="-228600" lvl="0" marL="457200" algn="ctr">
              <a:lnSpc>
                <a:spcPct val="116666"/>
              </a:lnSpc>
              <a:spcBef>
                <a:spcPts val="0"/>
              </a:spcBef>
              <a:spcAft>
                <a:spcPts val="0"/>
              </a:spcAft>
              <a:buClr>
                <a:schemeClr val="dk1"/>
              </a:buClr>
              <a:buSzPts val="1200"/>
              <a:buNone/>
              <a:defRPr b="0" sz="1200"/>
            </a:lvl1pPr>
            <a:lvl2pPr indent="-317500" lvl="1" marL="914400" algn="l">
              <a:lnSpc>
                <a:spcPct val="100000"/>
              </a:lnSpc>
              <a:spcBef>
                <a:spcPts val="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2" name="Google Shape;972;p69"/>
          <p:cNvSpPr txBox="1"/>
          <p:nvPr>
            <p:ph idx="3" type="body"/>
          </p:nvPr>
        </p:nvSpPr>
        <p:spPr>
          <a:xfrm>
            <a:off x="4927473" y="5737641"/>
            <a:ext cx="1939924" cy="504056"/>
          </a:xfrm>
          <a:prstGeom prst="rect">
            <a:avLst/>
          </a:prstGeom>
          <a:solidFill>
            <a:srgbClr val="E6E7E7"/>
          </a:solidFill>
          <a:ln>
            <a:noFill/>
          </a:ln>
        </p:spPr>
        <p:txBody>
          <a:bodyPr anchorCtr="0" anchor="ctr" bIns="0" lIns="0" spcFirstLastPara="1" rIns="0" wrap="square" tIns="0">
            <a:noAutofit/>
          </a:bodyPr>
          <a:lstStyle>
            <a:lvl1pPr indent="-228600" lvl="0" marL="457200" algn="ctr">
              <a:lnSpc>
                <a:spcPct val="116666"/>
              </a:lnSpc>
              <a:spcBef>
                <a:spcPts val="0"/>
              </a:spcBef>
              <a:spcAft>
                <a:spcPts val="0"/>
              </a:spcAft>
              <a:buClr>
                <a:schemeClr val="dk1"/>
              </a:buClr>
              <a:buSzPts val="1200"/>
              <a:buNone/>
              <a:defRPr b="0" sz="1200"/>
            </a:lvl1pPr>
            <a:lvl2pPr indent="-317500" lvl="1" marL="914400" algn="l">
              <a:lnSpc>
                <a:spcPct val="100000"/>
              </a:lnSpc>
              <a:spcBef>
                <a:spcPts val="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3" name="Google Shape;973;p69"/>
          <p:cNvSpPr txBox="1"/>
          <p:nvPr>
            <p:ph idx="4" type="body"/>
          </p:nvPr>
        </p:nvSpPr>
        <p:spPr>
          <a:xfrm>
            <a:off x="7060200" y="5733156"/>
            <a:ext cx="1939924" cy="504056"/>
          </a:xfrm>
          <a:prstGeom prst="rect">
            <a:avLst/>
          </a:prstGeom>
          <a:solidFill>
            <a:srgbClr val="E6E7E7"/>
          </a:solidFill>
          <a:ln>
            <a:noFill/>
          </a:ln>
        </p:spPr>
        <p:txBody>
          <a:bodyPr anchorCtr="0" anchor="ctr" bIns="0" lIns="0" spcFirstLastPara="1" rIns="0" wrap="square" tIns="0">
            <a:noAutofit/>
          </a:bodyPr>
          <a:lstStyle>
            <a:lvl1pPr indent="-228600" lvl="0" marL="457200" algn="ctr">
              <a:lnSpc>
                <a:spcPct val="116666"/>
              </a:lnSpc>
              <a:spcBef>
                <a:spcPts val="0"/>
              </a:spcBef>
              <a:spcAft>
                <a:spcPts val="0"/>
              </a:spcAft>
              <a:buClr>
                <a:schemeClr val="dk1"/>
              </a:buClr>
              <a:buSzPts val="1200"/>
              <a:buNone/>
              <a:defRPr b="0" sz="1200"/>
            </a:lvl1pPr>
            <a:lvl2pPr indent="-317500" lvl="1" marL="914400" algn="l">
              <a:lnSpc>
                <a:spcPct val="100000"/>
              </a:lnSpc>
              <a:spcBef>
                <a:spcPts val="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4" name="Google Shape;974;p69"/>
          <p:cNvSpPr txBox="1"/>
          <p:nvPr>
            <p:ph idx="5" type="body"/>
          </p:nvPr>
        </p:nvSpPr>
        <p:spPr>
          <a:xfrm>
            <a:off x="9192926" y="5733156"/>
            <a:ext cx="1939924" cy="504056"/>
          </a:xfrm>
          <a:prstGeom prst="rect">
            <a:avLst/>
          </a:prstGeom>
          <a:solidFill>
            <a:srgbClr val="E6E7E7"/>
          </a:solidFill>
          <a:ln>
            <a:noFill/>
          </a:ln>
        </p:spPr>
        <p:txBody>
          <a:bodyPr anchorCtr="0" anchor="ctr" bIns="0" lIns="0" spcFirstLastPara="1" rIns="0" wrap="square" tIns="0">
            <a:noAutofit/>
          </a:bodyPr>
          <a:lstStyle>
            <a:lvl1pPr indent="-228600" lvl="0" marL="457200" algn="ctr">
              <a:lnSpc>
                <a:spcPct val="116666"/>
              </a:lnSpc>
              <a:spcBef>
                <a:spcPts val="0"/>
              </a:spcBef>
              <a:spcAft>
                <a:spcPts val="0"/>
              </a:spcAft>
              <a:buClr>
                <a:schemeClr val="dk1"/>
              </a:buClr>
              <a:buSzPts val="1200"/>
              <a:buNone/>
              <a:defRPr b="0" sz="1200"/>
            </a:lvl1pPr>
            <a:lvl2pPr indent="-317500" lvl="1" marL="914400" algn="l">
              <a:lnSpc>
                <a:spcPct val="100000"/>
              </a:lnSpc>
              <a:spcBef>
                <a:spcPts val="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5" name="Google Shape;975;p69"/>
          <p:cNvSpPr txBox="1"/>
          <p:nvPr>
            <p:ph idx="6" type="body"/>
          </p:nvPr>
        </p:nvSpPr>
        <p:spPr>
          <a:xfrm>
            <a:off x="3647728" y="1958081"/>
            <a:ext cx="1440160" cy="1152128"/>
          </a:xfrm>
          <a:prstGeom prst="rect">
            <a:avLst/>
          </a:prstGeom>
          <a:solidFill>
            <a:srgbClr val="0070AD"/>
          </a:solidFill>
          <a:ln>
            <a:noFill/>
          </a:ln>
        </p:spPr>
        <p:txBody>
          <a:bodyPr anchorCtr="0" anchor="ctr" bIns="0" lIns="0" spcFirstLastPara="1" rIns="0" wrap="square" tIns="0">
            <a:noAutofit/>
          </a:bodyPr>
          <a:lstStyle>
            <a:lvl1pPr indent="-228600" lvl="0" marL="457200" algn="ctr">
              <a:lnSpc>
                <a:spcPct val="112500"/>
              </a:lnSpc>
              <a:spcBef>
                <a:spcPts val="0"/>
              </a:spcBef>
              <a:spcAft>
                <a:spcPts val="0"/>
              </a:spcAft>
              <a:buClr>
                <a:schemeClr val="lt1"/>
              </a:buClr>
              <a:buSzPts val="1600"/>
              <a:buNone/>
              <a:defRPr b="0" sz="1600">
                <a:solidFill>
                  <a:schemeClr val="lt1"/>
                </a:solidFill>
              </a:defRPr>
            </a:lvl1pPr>
            <a:lvl2pPr indent="-317500" lvl="1" marL="914400" algn="l">
              <a:lnSpc>
                <a:spcPct val="100000"/>
              </a:lnSpc>
              <a:spcBef>
                <a:spcPts val="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6" name="Google Shape;976;p69"/>
          <p:cNvSpPr txBox="1"/>
          <p:nvPr>
            <p:ph idx="7" type="body"/>
          </p:nvPr>
        </p:nvSpPr>
        <p:spPr>
          <a:xfrm>
            <a:off x="6384032" y="3428999"/>
            <a:ext cx="1440160" cy="1152128"/>
          </a:xfrm>
          <a:prstGeom prst="rect">
            <a:avLst/>
          </a:prstGeom>
          <a:solidFill>
            <a:srgbClr val="12ABDB"/>
          </a:solidFill>
          <a:ln>
            <a:noFill/>
          </a:ln>
        </p:spPr>
        <p:txBody>
          <a:bodyPr anchorCtr="0" anchor="ctr" bIns="0" lIns="0" spcFirstLastPara="1" rIns="0" wrap="square" tIns="0">
            <a:noAutofit/>
          </a:bodyPr>
          <a:lstStyle>
            <a:lvl1pPr indent="-228600" lvl="0" marL="457200" algn="ctr">
              <a:lnSpc>
                <a:spcPct val="112500"/>
              </a:lnSpc>
              <a:spcBef>
                <a:spcPts val="0"/>
              </a:spcBef>
              <a:spcAft>
                <a:spcPts val="0"/>
              </a:spcAft>
              <a:buClr>
                <a:schemeClr val="lt1"/>
              </a:buClr>
              <a:buSzPts val="1600"/>
              <a:buNone/>
              <a:defRPr b="0" sz="1600">
                <a:solidFill>
                  <a:schemeClr val="lt1"/>
                </a:solidFill>
              </a:defRPr>
            </a:lvl1pPr>
            <a:lvl2pPr indent="-317500" lvl="1" marL="914400" algn="l">
              <a:lnSpc>
                <a:spcPct val="100000"/>
              </a:lnSpc>
              <a:spcBef>
                <a:spcPts val="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7" name="Google Shape;977;p69"/>
          <p:cNvSpPr/>
          <p:nvPr/>
        </p:nvSpPr>
        <p:spPr>
          <a:xfrm>
            <a:off x="3589947" y="1916832"/>
            <a:ext cx="5012107" cy="1230106"/>
          </a:xfrm>
          <a:prstGeom prst="rect">
            <a:avLst/>
          </a:prstGeom>
          <a:no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rgbClr val="FFFFFF"/>
              </a:solidFill>
              <a:latin typeface="Verdana"/>
              <a:ea typeface="Verdana"/>
              <a:cs typeface="Verdana"/>
              <a:sym typeface="Verdana"/>
            </a:endParaRPr>
          </a:p>
        </p:txBody>
      </p:sp>
      <p:sp>
        <p:nvSpPr>
          <p:cNvPr id="978" name="Google Shape;978;p69"/>
          <p:cNvSpPr/>
          <p:nvPr/>
        </p:nvSpPr>
        <p:spPr>
          <a:xfrm>
            <a:off x="6337816" y="3389316"/>
            <a:ext cx="5012107" cy="1230106"/>
          </a:xfrm>
          <a:prstGeom prst="rect">
            <a:avLst/>
          </a:prstGeom>
          <a:no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rgbClr val="FFFFFF"/>
              </a:solidFill>
              <a:latin typeface="Verdana"/>
              <a:ea typeface="Verdana"/>
              <a:cs typeface="Verdana"/>
              <a:sym typeface="Verdana"/>
            </a:endParaRPr>
          </a:p>
        </p:txBody>
      </p:sp>
      <p:sp>
        <p:nvSpPr>
          <p:cNvPr id="979" name="Google Shape;979;p69"/>
          <p:cNvSpPr/>
          <p:nvPr/>
        </p:nvSpPr>
        <p:spPr>
          <a:xfrm>
            <a:off x="839788" y="3389316"/>
            <a:ext cx="5012107" cy="1230106"/>
          </a:xfrm>
          <a:prstGeom prst="rect">
            <a:avLst/>
          </a:prstGeom>
          <a:noFill/>
          <a:ln cap="flat" cmpd="sng" w="12700">
            <a:solidFill>
              <a:srgbClr val="D8D8D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rgbClr val="FFFFFF"/>
              </a:solidFill>
              <a:latin typeface="Verdana"/>
              <a:ea typeface="Verdana"/>
              <a:cs typeface="Verdana"/>
              <a:sym typeface="Verdana"/>
            </a:endParaRPr>
          </a:p>
        </p:txBody>
      </p:sp>
      <p:sp>
        <p:nvSpPr>
          <p:cNvPr id="980" name="Google Shape;980;p69"/>
          <p:cNvSpPr txBox="1"/>
          <p:nvPr/>
        </p:nvSpPr>
        <p:spPr>
          <a:xfrm>
            <a:off x="883343" y="3711981"/>
            <a:ext cx="1239750" cy="510909"/>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None/>
            </a:pPr>
            <a:r>
              <a:rPr b="1" lang="en-US" sz="1600">
                <a:solidFill>
                  <a:schemeClr val="lt1"/>
                </a:solidFill>
                <a:latin typeface="Verdana"/>
                <a:ea typeface="Verdana"/>
                <a:cs typeface="Verdana"/>
                <a:sym typeface="Verdana"/>
              </a:rPr>
              <a:t>Group Name</a:t>
            </a:r>
            <a:endParaRPr/>
          </a:p>
        </p:txBody>
      </p:sp>
      <p:cxnSp>
        <p:nvCxnSpPr>
          <p:cNvPr id="981" name="Google Shape;981;p69"/>
          <p:cNvCxnSpPr/>
          <p:nvPr/>
        </p:nvCxnSpPr>
        <p:spPr>
          <a:xfrm>
            <a:off x="4367808" y="3160017"/>
            <a:ext cx="0" cy="216024"/>
          </a:xfrm>
          <a:prstGeom prst="straightConnector1">
            <a:avLst/>
          </a:prstGeom>
          <a:noFill/>
          <a:ln cap="flat" cmpd="sng" w="38100">
            <a:solidFill>
              <a:schemeClr val="accent1"/>
            </a:solidFill>
            <a:prstDash val="solid"/>
            <a:miter lim="8000"/>
            <a:headEnd len="sm" w="sm" type="none"/>
            <a:tailEnd len="sm" w="sm" type="none"/>
          </a:ln>
        </p:spPr>
      </p:cxnSp>
      <p:cxnSp>
        <p:nvCxnSpPr>
          <p:cNvPr id="982" name="Google Shape;982;p69"/>
          <p:cNvCxnSpPr/>
          <p:nvPr/>
        </p:nvCxnSpPr>
        <p:spPr>
          <a:xfrm>
            <a:off x="7104112" y="3160017"/>
            <a:ext cx="0" cy="216024"/>
          </a:xfrm>
          <a:prstGeom prst="straightConnector1">
            <a:avLst/>
          </a:prstGeom>
          <a:noFill/>
          <a:ln cap="flat" cmpd="sng" w="38100">
            <a:solidFill>
              <a:schemeClr val="accent1"/>
            </a:solidFill>
            <a:prstDash val="solid"/>
            <a:miter lim="8000"/>
            <a:headEnd len="sm" w="sm" type="none"/>
            <a:tailEnd len="sm" w="sm" type="none"/>
          </a:ln>
        </p:spPr>
      </p:cxnSp>
      <p:cxnSp>
        <p:nvCxnSpPr>
          <p:cNvPr id="983" name="Google Shape;983;p69"/>
          <p:cNvCxnSpPr/>
          <p:nvPr/>
        </p:nvCxnSpPr>
        <p:spPr>
          <a:xfrm>
            <a:off x="5879976" y="4004369"/>
            <a:ext cx="432048" cy="0"/>
          </a:xfrm>
          <a:prstGeom prst="straightConnector1">
            <a:avLst/>
          </a:prstGeom>
          <a:noFill/>
          <a:ln cap="flat" cmpd="sng" w="38100">
            <a:solidFill>
              <a:schemeClr val="accent1"/>
            </a:solidFill>
            <a:prstDash val="solid"/>
            <a:miter lim="8000"/>
            <a:headEnd len="sm" w="sm" type="none"/>
            <a:tailEnd len="sm" w="sm" type="none"/>
          </a:ln>
        </p:spPr>
      </p:cxnSp>
      <p:cxnSp>
        <p:nvCxnSpPr>
          <p:cNvPr id="984" name="Google Shape;984;p69"/>
          <p:cNvCxnSpPr/>
          <p:nvPr/>
        </p:nvCxnSpPr>
        <p:spPr>
          <a:xfrm>
            <a:off x="2711624" y="4653135"/>
            <a:ext cx="0" cy="504056"/>
          </a:xfrm>
          <a:prstGeom prst="straightConnector1">
            <a:avLst/>
          </a:prstGeom>
          <a:noFill/>
          <a:ln cap="flat" cmpd="sng" w="38100">
            <a:solidFill>
              <a:srgbClr val="12ABDB"/>
            </a:solidFill>
            <a:prstDash val="solid"/>
            <a:miter lim="8000"/>
            <a:headEnd len="sm" w="sm" type="none"/>
            <a:tailEnd len="sm" w="sm" type="none"/>
          </a:ln>
        </p:spPr>
      </p:cxnSp>
      <p:cxnSp>
        <p:nvCxnSpPr>
          <p:cNvPr id="985" name="Google Shape;985;p69"/>
          <p:cNvCxnSpPr/>
          <p:nvPr/>
        </p:nvCxnSpPr>
        <p:spPr>
          <a:xfrm>
            <a:off x="1612454" y="5226817"/>
            <a:ext cx="8588002" cy="0"/>
          </a:xfrm>
          <a:prstGeom prst="straightConnector1">
            <a:avLst/>
          </a:prstGeom>
          <a:noFill/>
          <a:ln cap="flat" cmpd="sng" w="38100">
            <a:solidFill>
              <a:srgbClr val="12ABDB"/>
            </a:solidFill>
            <a:prstDash val="solid"/>
            <a:miter lim="8000"/>
            <a:headEnd len="sm" w="sm" type="none"/>
            <a:tailEnd len="sm" w="sm" type="none"/>
          </a:ln>
        </p:spPr>
      </p:cxnSp>
      <p:cxnSp>
        <p:nvCxnSpPr>
          <p:cNvPr id="986" name="Google Shape;986;p69"/>
          <p:cNvCxnSpPr/>
          <p:nvPr/>
        </p:nvCxnSpPr>
        <p:spPr>
          <a:xfrm>
            <a:off x="1631690" y="5229100"/>
            <a:ext cx="0" cy="432147"/>
          </a:xfrm>
          <a:prstGeom prst="straightConnector1">
            <a:avLst/>
          </a:prstGeom>
          <a:noFill/>
          <a:ln cap="flat" cmpd="sng" w="38100">
            <a:solidFill>
              <a:srgbClr val="12ABDB"/>
            </a:solidFill>
            <a:prstDash val="solid"/>
            <a:miter lim="8000"/>
            <a:headEnd len="sm" w="sm" type="none"/>
            <a:tailEnd len="sm" w="sm" type="none"/>
          </a:ln>
        </p:spPr>
      </p:cxnSp>
      <p:cxnSp>
        <p:nvCxnSpPr>
          <p:cNvPr id="987" name="Google Shape;987;p69"/>
          <p:cNvCxnSpPr/>
          <p:nvPr/>
        </p:nvCxnSpPr>
        <p:spPr>
          <a:xfrm>
            <a:off x="3764417" y="5229199"/>
            <a:ext cx="0" cy="432147"/>
          </a:xfrm>
          <a:prstGeom prst="straightConnector1">
            <a:avLst/>
          </a:prstGeom>
          <a:noFill/>
          <a:ln cap="flat" cmpd="sng" w="38100">
            <a:solidFill>
              <a:srgbClr val="12ABDB"/>
            </a:solidFill>
            <a:prstDash val="solid"/>
            <a:miter lim="8000"/>
            <a:headEnd len="sm" w="sm" type="none"/>
            <a:tailEnd len="sm" w="sm" type="none"/>
          </a:ln>
        </p:spPr>
      </p:cxnSp>
      <p:cxnSp>
        <p:nvCxnSpPr>
          <p:cNvPr id="988" name="Google Shape;988;p69"/>
          <p:cNvCxnSpPr/>
          <p:nvPr/>
        </p:nvCxnSpPr>
        <p:spPr>
          <a:xfrm>
            <a:off x="5897144" y="5229199"/>
            <a:ext cx="0" cy="432147"/>
          </a:xfrm>
          <a:prstGeom prst="straightConnector1">
            <a:avLst/>
          </a:prstGeom>
          <a:noFill/>
          <a:ln cap="flat" cmpd="sng" w="38100">
            <a:solidFill>
              <a:srgbClr val="12ABDB"/>
            </a:solidFill>
            <a:prstDash val="solid"/>
            <a:miter lim="8000"/>
            <a:headEnd len="sm" w="sm" type="none"/>
            <a:tailEnd len="sm" w="sm" type="none"/>
          </a:ln>
        </p:spPr>
      </p:cxnSp>
      <p:cxnSp>
        <p:nvCxnSpPr>
          <p:cNvPr id="989" name="Google Shape;989;p69"/>
          <p:cNvCxnSpPr/>
          <p:nvPr/>
        </p:nvCxnSpPr>
        <p:spPr>
          <a:xfrm>
            <a:off x="8029871" y="5229199"/>
            <a:ext cx="0" cy="432147"/>
          </a:xfrm>
          <a:prstGeom prst="straightConnector1">
            <a:avLst/>
          </a:prstGeom>
          <a:noFill/>
          <a:ln cap="flat" cmpd="sng" w="38100">
            <a:solidFill>
              <a:srgbClr val="12ABDB"/>
            </a:solidFill>
            <a:prstDash val="solid"/>
            <a:miter lim="8000"/>
            <a:headEnd len="sm" w="sm" type="none"/>
            <a:tailEnd len="sm" w="sm" type="none"/>
          </a:ln>
        </p:spPr>
      </p:cxnSp>
      <p:cxnSp>
        <p:nvCxnSpPr>
          <p:cNvPr id="990" name="Google Shape;990;p69"/>
          <p:cNvCxnSpPr/>
          <p:nvPr/>
        </p:nvCxnSpPr>
        <p:spPr>
          <a:xfrm>
            <a:off x="10179266" y="5219674"/>
            <a:ext cx="0" cy="432147"/>
          </a:xfrm>
          <a:prstGeom prst="straightConnector1">
            <a:avLst/>
          </a:prstGeom>
          <a:noFill/>
          <a:ln cap="flat" cmpd="sng" w="38100">
            <a:solidFill>
              <a:srgbClr val="12ABDB"/>
            </a:solidFill>
            <a:prstDash val="solid"/>
            <a:miter lim="8000"/>
            <a:headEnd len="sm" w="sm" type="none"/>
            <a:tailEnd len="sm" w="sm" type="none"/>
          </a:ln>
        </p:spPr>
      </p:cxnSp>
      <p:sp>
        <p:nvSpPr>
          <p:cNvPr id="991" name="Google Shape;991;p69"/>
          <p:cNvSpPr txBox="1"/>
          <p:nvPr>
            <p:ph idx="8" type="body"/>
          </p:nvPr>
        </p:nvSpPr>
        <p:spPr>
          <a:xfrm>
            <a:off x="5157506" y="2091773"/>
            <a:ext cx="3314758" cy="880224"/>
          </a:xfrm>
          <a:prstGeom prst="rect">
            <a:avLst/>
          </a:prstGeom>
          <a:noFill/>
          <a:ln>
            <a:noFill/>
          </a:ln>
        </p:spPr>
        <p:txBody>
          <a:bodyPr anchorCtr="0" anchor="t" bIns="0" lIns="0" spcFirstLastPara="1" rIns="0" wrap="square" tIns="0">
            <a:noAutofit/>
          </a:bodyPr>
          <a:lstStyle>
            <a:lvl1pPr indent="-228600" lvl="0" marL="457200" algn="l">
              <a:lnSpc>
                <a:spcPct val="116666"/>
              </a:lnSpc>
              <a:spcBef>
                <a:spcPts val="0"/>
              </a:spcBef>
              <a:spcAft>
                <a:spcPts val="0"/>
              </a:spcAft>
              <a:buClr>
                <a:schemeClr val="dk1"/>
              </a:buClr>
              <a:buSzPts val="1200"/>
              <a:buNone/>
              <a:defRPr sz="1200"/>
            </a:lvl1pPr>
            <a:lvl2pPr indent="-317500" lvl="1" marL="914400" algn="l">
              <a:lnSpc>
                <a:spcPct val="100000"/>
              </a:lnSpc>
              <a:spcBef>
                <a:spcPts val="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92" name="Google Shape;992;p69"/>
          <p:cNvSpPr txBox="1"/>
          <p:nvPr>
            <p:ph idx="9" type="body"/>
          </p:nvPr>
        </p:nvSpPr>
        <p:spPr>
          <a:xfrm>
            <a:off x="2391842" y="3564257"/>
            <a:ext cx="3314758" cy="880224"/>
          </a:xfrm>
          <a:prstGeom prst="rect">
            <a:avLst/>
          </a:prstGeom>
          <a:noFill/>
          <a:ln>
            <a:noFill/>
          </a:ln>
        </p:spPr>
        <p:txBody>
          <a:bodyPr anchorCtr="0" anchor="t" bIns="0" lIns="0" spcFirstLastPara="1" rIns="0" wrap="square" tIns="0">
            <a:noAutofit/>
          </a:bodyPr>
          <a:lstStyle>
            <a:lvl1pPr indent="-228600" lvl="0" marL="457200" algn="l">
              <a:lnSpc>
                <a:spcPct val="116666"/>
              </a:lnSpc>
              <a:spcBef>
                <a:spcPts val="0"/>
              </a:spcBef>
              <a:spcAft>
                <a:spcPts val="0"/>
              </a:spcAft>
              <a:buClr>
                <a:schemeClr val="dk1"/>
              </a:buClr>
              <a:buSzPts val="1200"/>
              <a:buNone/>
              <a:defRPr sz="1200"/>
            </a:lvl1pPr>
            <a:lvl2pPr indent="-317500" lvl="1" marL="914400" algn="l">
              <a:lnSpc>
                <a:spcPct val="100000"/>
              </a:lnSpc>
              <a:spcBef>
                <a:spcPts val="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93" name="Google Shape;993;p69"/>
          <p:cNvSpPr txBox="1"/>
          <p:nvPr>
            <p:ph idx="13" type="body"/>
          </p:nvPr>
        </p:nvSpPr>
        <p:spPr>
          <a:xfrm>
            <a:off x="7896622" y="3564257"/>
            <a:ext cx="3314758" cy="880224"/>
          </a:xfrm>
          <a:prstGeom prst="rect">
            <a:avLst/>
          </a:prstGeom>
          <a:noFill/>
          <a:ln>
            <a:noFill/>
          </a:ln>
        </p:spPr>
        <p:txBody>
          <a:bodyPr anchorCtr="0" anchor="t" bIns="0" lIns="0" spcFirstLastPara="1" rIns="0" wrap="square" tIns="0">
            <a:noAutofit/>
          </a:bodyPr>
          <a:lstStyle>
            <a:lvl1pPr indent="-228600" lvl="0" marL="457200" algn="l">
              <a:lnSpc>
                <a:spcPct val="116666"/>
              </a:lnSpc>
              <a:spcBef>
                <a:spcPts val="0"/>
              </a:spcBef>
              <a:spcAft>
                <a:spcPts val="0"/>
              </a:spcAft>
              <a:buClr>
                <a:schemeClr val="dk1"/>
              </a:buClr>
              <a:buSzPts val="1200"/>
              <a:buNone/>
              <a:defRPr sz="1200"/>
            </a:lvl1pPr>
            <a:lvl2pPr indent="-317500" lvl="1" marL="914400" algn="l">
              <a:lnSpc>
                <a:spcPct val="100000"/>
              </a:lnSpc>
              <a:spcBef>
                <a:spcPts val="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94" name="Google Shape;994;p69"/>
          <p:cNvSpPr txBox="1"/>
          <p:nvPr>
            <p:ph idx="14" type="body"/>
          </p:nvPr>
        </p:nvSpPr>
        <p:spPr>
          <a:xfrm>
            <a:off x="881063" y="3428106"/>
            <a:ext cx="1440160" cy="1152128"/>
          </a:xfrm>
          <a:prstGeom prst="rect">
            <a:avLst/>
          </a:prstGeom>
          <a:solidFill>
            <a:srgbClr val="12ABDB"/>
          </a:solidFill>
          <a:ln>
            <a:noFill/>
          </a:ln>
        </p:spPr>
        <p:txBody>
          <a:bodyPr anchorCtr="0" anchor="ctr" bIns="0" lIns="0" spcFirstLastPara="1" rIns="0" wrap="square" tIns="0">
            <a:noAutofit/>
          </a:bodyPr>
          <a:lstStyle>
            <a:lvl1pPr indent="-228600" lvl="0" marL="457200" algn="ctr">
              <a:lnSpc>
                <a:spcPct val="112500"/>
              </a:lnSpc>
              <a:spcBef>
                <a:spcPts val="0"/>
              </a:spcBef>
              <a:spcAft>
                <a:spcPts val="0"/>
              </a:spcAft>
              <a:buClr>
                <a:schemeClr val="lt1"/>
              </a:buClr>
              <a:buSzPts val="1600"/>
              <a:buNone/>
              <a:defRPr b="0" sz="1600">
                <a:solidFill>
                  <a:schemeClr val="lt1"/>
                </a:solidFill>
              </a:defRPr>
            </a:lvl1pPr>
            <a:lvl2pPr indent="-317500" lvl="1" marL="914400" algn="l">
              <a:lnSpc>
                <a:spcPct val="100000"/>
              </a:lnSpc>
              <a:spcBef>
                <a:spcPts val="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95" name="Google Shape;995;p69"/>
          <p:cNvSpPr txBox="1"/>
          <p:nvPr>
            <p:ph type="title"/>
          </p:nvPr>
        </p:nvSpPr>
        <p:spPr>
          <a:xfrm>
            <a:off x="407988" y="404813"/>
            <a:ext cx="11016604" cy="863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2"/>
              </a:buClr>
              <a:buSzPts val="2600"/>
              <a:buFont typeface="Verdana"/>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96" name="Google Shape;996;p69"/>
          <p:cNvSpPr/>
          <p:nvPr/>
        </p:nvSpPr>
        <p:spPr>
          <a:xfrm>
            <a:off x="11784013" y="6555758"/>
            <a:ext cx="242375"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rgbClr val="7F7F7F"/>
                </a:solidFill>
                <a:latin typeface="Verdana"/>
                <a:ea typeface="Verdana"/>
                <a:cs typeface="Verdana"/>
                <a:sym typeface="Verdana"/>
              </a:rPr>
              <a:t>‹#›</a:t>
            </a:fld>
            <a:endParaRPr sz="800">
              <a:solidFill>
                <a:srgbClr val="7F7F7F"/>
              </a:solidFill>
              <a:latin typeface="Verdana"/>
              <a:ea typeface="Verdana"/>
              <a:cs typeface="Verdana"/>
              <a:sym typeface="Verdana"/>
            </a:endParaRPr>
          </a:p>
        </p:txBody>
      </p:sp>
      <p:cxnSp>
        <p:nvCxnSpPr>
          <p:cNvPr id="997" name="Google Shape;997;p69"/>
          <p:cNvCxnSpPr/>
          <p:nvPr/>
        </p:nvCxnSpPr>
        <p:spPr>
          <a:xfrm rot="10800000">
            <a:off x="3283674" y="6587911"/>
            <a:ext cx="0" cy="155576"/>
          </a:xfrm>
          <a:prstGeom prst="straightConnector1">
            <a:avLst/>
          </a:prstGeom>
          <a:solidFill>
            <a:schemeClr val="dk1"/>
          </a:solidFill>
          <a:ln cap="rnd" cmpd="sng" w="12700">
            <a:solidFill>
              <a:schemeClr val="accent2"/>
            </a:solidFill>
            <a:prstDash val="solid"/>
            <a:round/>
            <a:headEnd len="sm" w="sm" type="none"/>
            <a:tailEnd len="sm" w="sm" type="none"/>
          </a:ln>
        </p:spPr>
      </p:cxnSp>
      <p:sp>
        <p:nvSpPr>
          <p:cNvPr id="998" name="Google Shape;998;p69">
            <a:hlinkClick r:id="rId2"/>
          </p:cNvPr>
          <p:cNvSpPr/>
          <p:nvPr/>
        </p:nvSpPr>
        <p:spPr>
          <a:xfrm>
            <a:off x="407988" y="6555971"/>
            <a:ext cx="2829007" cy="219456"/>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None/>
            </a:pPr>
            <a:r>
              <a:rPr lang="en-US" sz="800">
                <a:solidFill>
                  <a:srgbClr val="00458D"/>
                </a:solidFill>
                <a:latin typeface="Verdana"/>
                <a:ea typeface="Verdana"/>
                <a:cs typeface="Verdana"/>
                <a:sym typeface="Verdana"/>
              </a:rPr>
              <a:t>Presentation Title | Author | Date</a:t>
            </a:r>
            <a:endParaRPr/>
          </a:p>
        </p:txBody>
      </p:sp>
      <p:sp>
        <p:nvSpPr>
          <p:cNvPr id="999" name="Google Shape;999;p69"/>
          <p:cNvSpPr/>
          <p:nvPr/>
        </p:nvSpPr>
        <p:spPr>
          <a:xfrm>
            <a:off x="3411379" y="6555758"/>
            <a:ext cx="222368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800">
                <a:solidFill>
                  <a:srgbClr val="767676"/>
                </a:solidFill>
                <a:latin typeface="Verdana"/>
                <a:ea typeface="Verdana"/>
                <a:cs typeface="Verdana"/>
                <a:sym typeface="Verdana"/>
              </a:rPr>
              <a:t>© 2017 Capgemini. All rights reserved.</a:t>
            </a:r>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1">
  <p:cSld name="Closing1">
    <p:spTree>
      <p:nvGrpSpPr>
        <p:cNvPr id="1000" name="Shape 1000"/>
        <p:cNvGrpSpPr/>
        <p:nvPr/>
      </p:nvGrpSpPr>
      <p:grpSpPr>
        <a:xfrm>
          <a:off x="0" y="0"/>
          <a:ext cx="0" cy="0"/>
          <a:chOff x="0" y="0"/>
          <a:chExt cx="0" cy="0"/>
        </a:xfrm>
      </p:grpSpPr>
      <p:sp>
        <p:nvSpPr>
          <p:cNvPr id="1001" name="Google Shape;1001;p70"/>
          <p:cNvSpPr/>
          <p:nvPr/>
        </p:nvSpPr>
        <p:spPr>
          <a:xfrm>
            <a:off x="0"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002" name="Google Shape;1002;p70"/>
          <p:cNvSpPr/>
          <p:nvPr/>
        </p:nvSpPr>
        <p:spPr>
          <a:xfrm>
            <a:off x="-1243012" y="-2656920"/>
            <a:ext cx="10768012" cy="11443496"/>
          </a:xfrm>
          <a:custGeom>
            <a:rect b="b" l="l" r="r" t="t"/>
            <a:pathLst>
              <a:path extrusionOk="0" h="3621" w="3407">
                <a:moveTo>
                  <a:pt x="854" y="0"/>
                </a:moveTo>
                <a:cubicBezTo>
                  <a:pt x="0" y="0"/>
                  <a:pt x="0" y="0"/>
                  <a:pt x="0" y="0"/>
                </a:cubicBezTo>
                <a:cubicBezTo>
                  <a:pt x="0" y="3621"/>
                  <a:pt x="0" y="3621"/>
                  <a:pt x="0" y="3621"/>
                </a:cubicBezTo>
                <a:cubicBezTo>
                  <a:pt x="3407" y="3621"/>
                  <a:pt x="3407" y="3621"/>
                  <a:pt x="3407" y="3621"/>
                </a:cubicBezTo>
                <a:cubicBezTo>
                  <a:pt x="3407" y="3617"/>
                  <a:pt x="3407" y="3617"/>
                  <a:pt x="3407" y="3617"/>
                </a:cubicBezTo>
                <a:cubicBezTo>
                  <a:pt x="179" y="3617"/>
                  <a:pt x="179" y="3617"/>
                  <a:pt x="179" y="3617"/>
                </a:cubicBezTo>
                <a:cubicBezTo>
                  <a:pt x="2551" y="2996"/>
                  <a:pt x="2421" y="1729"/>
                  <a:pt x="2096" y="1606"/>
                </a:cubicBezTo>
                <a:cubicBezTo>
                  <a:pt x="2281" y="2130"/>
                  <a:pt x="865" y="1627"/>
                  <a:pt x="854" y="0"/>
                </a:cubicBezTo>
              </a:path>
            </a:pathLst>
          </a:custGeom>
          <a:solidFill>
            <a:srgbClr val="300B4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grpSp>
        <p:nvGrpSpPr>
          <p:cNvPr id="1003" name="Google Shape;1003;p70"/>
          <p:cNvGrpSpPr/>
          <p:nvPr/>
        </p:nvGrpSpPr>
        <p:grpSpPr>
          <a:xfrm>
            <a:off x="4979035" y="2404110"/>
            <a:ext cx="735013" cy="682321"/>
            <a:chOff x="5662614" y="3032124"/>
            <a:chExt cx="863600" cy="801689"/>
          </a:xfrm>
        </p:grpSpPr>
        <p:sp>
          <p:nvSpPr>
            <p:cNvPr id="1004" name="Google Shape;1004;p70"/>
            <p:cNvSpPr/>
            <p:nvPr/>
          </p:nvSpPr>
          <p:spPr>
            <a:xfrm>
              <a:off x="5959476" y="3368675"/>
              <a:ext cx="566738" cy="465138"/>
            </a:xfrm>
            <a:custGeom>
              <a:rect b="b" l="l" r="r" t="t"/>
              <a:pathLst>
                <a:path extrusionOk="0" h="122" w="149">
                  <a:moveTo>
                    <a:pt x="99" y="85"/>
                  </a:moveTo>
                  <a:cubicBezTo>
                    <a:pt x="127" y="85"/>
                    <a:pt x="149" y="62"/>
                    <a:pt x="149" y="34"/>
                  </a:cubicBezTo>
                  <a:cubicBezTo>
                    <a:pt x="147" y="22"/>
                    <a:pt x="143" y="0"/>
                    <a:pt x="112" y="0"/>
                  </a:cubicBezTo>
                  <a:cubicBezTo>
                    <a:pt x="78" y="0"/>
                    <a:pt x="67" y="48"/>
                    <a:pt x="39" y="78"/>
                  </a:cubicBezTo>
                  <a:cubicBezTo>
                    <a:pt x="37" y="96"/>
                    <a:pt x="20" y="111"/>
                    <a:pt x="0" y="114"/>
                  </a:cubicBezTo>
                  <a:cubicBezTo>
                    <a:pt x="5" y="119"/>
                    <a:pt x="16" y="122"/>
                    <a:pt x="29" y="122"/>
                  </a:cubicBezTo>
                  <a:cubicBezTo>
                    <a:pt x="54" y="122"/>
                    <a:pt x="84" y="115"/>
                    <a:pt x="99" y="99"/>
                  </a:cubicBezTo>
                  <a:cubicBezTo>
                    <a:pt x="78" y="100"/>
                    <a:pt x="65" y="86"/>
                    <a:pt x="64" y="68"/>
                  </a:cubicBezTo>
                  <a:cubicBezTo>
                    <a:pt x="74" y="80"/>
                    <a:pt x="85" y="85"/>
                    <a:pt x="99" y="85"/>
                  </a:cubicBezTo>
                </a:path>
              </a:pathLst>
            </a:custGeom>
            <a:solidFill>
              <a:srgbClr val="00B0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sp>
          <p:nvSpPr>
            <p:cNvPr id="1005" name="Google Shape;1005;p70"/>
            <p:cNvSpPr/>
            <p:nvPr/>
          </p:nvSpPr>
          <p:spPr>
            <a:xfrm>
              <a:off x="5662614" y="3032124"/>
              <a:ext cx="863600" cy="736599"/>
            </a:xfrm>
            <a:custGeom>
              <a:rect b="b" l="l" r="r" t="t"/>
              <a:pathLst>
                <a:path extrusionOk="0" h="193" w="227">
                  <a:moveTo>
                    <a:pt x="227" y="120"/>
                  </a:moveTo>
                  <a:cubicBezTo>
                    <a:pt x="226" y="89"/>
                    <a:pt x="211" y="62"/>
                    <a:pt x="188" y="40"/>
                  </a:cubicBezTo>
                  <a:cubicBezTo>
                    <a:pt x="170" y="24"/>
                    <a:pt x="149" y="12"/>
                    <a:pt x="127" y="3"/>
                  </a:cubicBezTo>
                  <a:cubicBezTo>
                    <a:pt x="125" y="2"/>
                    <a:pt x="123" y="1"/>
                    <a:pt x="122" y="0"/>
                  </a:cubicBezTo>
                  <a:cubicBezTo>
                    <a:pt x="122" y="0"/>
                    <a:pt x="122" y="0"/>
                    <a:pt x="122" y="0"/>
                  </a:cubicBezTo>
                  <a:cubicBezTo>
                    <a:pt x="94" y="33"/>
                    <a:pt x="0" y="57"/>
                    <a:pt x="0" y="125"/>
                  </a:cubicBezTo>
                  <a:cubicBezTo>
                    <a:pt x="0" y="152"/>
                    <a:pt x="17" y="177"/>
                    <a:pt x="42" y="187"/>
                  </a:cubicBezTo>
                  <a:cubicBezTo>
                    <a:pt x="56" y="193"/>
                    <a:pt x="71" y="193"/>
                    <a:pt x="85" y="188"/>
                  </a:cubicBezTo>
                  <a:cubicBezTo>
                    <a:pt x="98" y="184"/>
                    <a:pt x="108" y="176"/>
                    <a:pt x="117" y="166"/>
                  </a:cubicBezTo>
                  <a:cubicBezTo>
                    <a:pt x="145" y="136"/>
                    <a:pt x="156" y="88"/>
                    <a:pt x="190" y="88"/>
                  </a:cubicBezTo>
                  <a:cubicBezTo>
                    <a:pt x="221" y="88"/>
                    <a:pt x="225" y="110"/>
                    <a:pt x="227" y="122"/>
                  </a:cubicBezTo>
                  <a:cubicBezTo>
                    <a:pt x="227" y="122"/>
                    <a:pt x="227" y="121"/>
                    <a:pt x="227" y="120"/>
                  </a:cubicBezTo>
                </a:path>
              </a:pathLst>
            </a:custGeom>
            <a:solidFill>
              <a:srgbClr val="0075B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grpSp>
      <p:sp>
        <p:nvSpPr>
          <p:cNvPr id="1006" name="Google Shape;1006;p70"/>
          <p:cNvSpPr/>
          <p:nvPr/>
        </p:nvSpPr>
        <p:spPr>
          <a:xfrm>
            <a:off x="6536184" y="2886346"/>
            <a:ext cx="5125720" cy="770384"/>
          </a:xfrm>
          <a:prstGeom prst="rect">
            <a:avLst/>
          </a:prstGeom>
          <a:noFill/>
          <a:ln>
            <a:noFill/>
          </a:ln>
        </p:spPr>
        <p:txBody>
          <a:bodyPr anchorCtr="0" anchor="t" bIns="0" lIns="0" spcFirstLastPara="1" rIns="0" wrap="square" tIns="0">
            <a:noAutofit/>
          </a:bodyPr>
          <a:lstStyle/>
          <a:p>
            <a:pPr indent="0" lvl="0" marL="0" marR="0" rtl="0" algn="just">
              <a:lnSpc>
                <a:spcPct val="133333"/>
              </a:lnSpc>
              <a:spcBef>
                <a:spcPts val="0"/>
              </a:spcBef>
              <a:spcAft>
                <a:spcPts val="0"/>
              </a:spcAft>
              <a:buNone/>
            </a:pPr>
            <a:r>
              <a:rPr lang="en-US" sz="900">
                <a:solidFill>
                  <a:schemeClr val="dk1"/>
                </a:solidFill>
                <a:latin typeface="Verdana"/>
                <a:ea typeface="Verdana"/>
                <a:cs typeface="Verdana"/>
                <a:sym typeface="Verdana"/>
              </a:rPr>
              <a:t>With more than 190,000 people, Capgemini is present in over 40 countries and celebrates its 50th Anniversary year in 2017. A global leader in consulting, technology and outsourcing services, the Group reported 2016 global revenues of EUR 12.5 billion. Together with its clients, Capgemini creates and delivers business, technology and digital solutions that fit their needs, enabling them to achieve innovation and competitiveness. A deeply multicultural organization, Capgemini has developed its own way of working, </a:t>
            </a:r>
            <a:r>
              <a:rPr lang="en-US" sz="900">
                <a:solidFill>
                  <a:schemeClr val="accent1"/>
                </a:solidFill>
                <a:latin typeface="Verdana"/>
                <a:ea typeface="Verdana"/>
                <a:cs typeface="Verdana"/>
                <a:sym typeface="Verdana"/>
              </a:rPr>
              <a:t>the Collaborative Business Experience™</a:t>
            </a:r>
            <a:r>
              <a:rPr lang="en-US" sz="900">
                <a:solidFill>
                  <a:schemeClr val="dk1"/>
                </a:solidFill>
                <a:latin typeface="Verdana"/>
                <a:ea typeface="Verdana"/>
                <a:cs typeface="Verdana"/>
                <a:sym typeface="Verdana"/>
              </a:rPr>
              <a:t>, and draws on </a:t>
            </a:r>
            <a:r>
              <a:rPr lang="en-US" sz="900">
                <a:solidFill>
                  <a:schemeClr val="accent1"/>
                </a:solidFill>
                <a:latin typeface="Verdana"/>
                <a:ea typeface="Verdana"/>
                <a:cs typeface="Verdana"/>
                <a:sym typeface="Verdana"/>
              </a:rPr>
              <a:t>Rightshore</a:t>
            </a:r>
            <a:r>
              <a:rPr baseline="30000" lang="en-US" sz="900">
                <a:solidFill>
                  <a:schemeClr val="accent1"/>
                </a:solidFill>
                <a:latin typeface="Verdana"/>
                <a:ea typeface="Verdana"/>
                <a:cs typeface="Verdana"/>
                <a:sym typeface="Verdana"/>
              </a:rPr>
              <a:t>®</a:t>
            </a:r>
            <a:r>
              <a:rPr lang="en-US" sz="900">
                <a:solidFill>
                  <a:schemeClr val="dk1"/>
                </a:solidFill>
                <a:latin typeface="Verdana"/>
                <a:ea typeface="Verdana"/>
                <a:cs typeface="Verdana"/>
                <a:sym typeface="Verdana"/>
              </a:rPr>
              <a:t>, its worldwide delivery model.</a:t>
            </a:r>
            <a:endParaRPr/>
          </a:p>
        </p:txBody>
      </p:sp>
      <p:sp>
        <p:nvSpPr>
          <p:cNvPr id="1007" name="Google Shape;1007;p70"/>
          <p:cNvSpPr/>
          <p:nvPr/>
        </p:nvSpPr>
        <p:spPr>
          <a:xfrm>
            <a:off x="6536184" y="2507082"/>
            <a:ext cx="2219960" cy="229615"/>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None/>
            </a:pPr>
            <a:r>
              <a:rPr lang="en-US" sz="1400">
                <a:solidFill>
                  <a:schemeClr val="accent1"/>
                </a:solidFill>
                <a:latin typeface="Verdana"/>
                <a:ea typeface="Verdana"/>
                <a:cs typeface="Verdana"/>
                <a:sym typeface="Verdana"/>
              </a:rPr>
              <a:t>About Capgemini</a:t>
            </a:r>
            <a:endParaRPr/>
          </a:p>
        </p:txBody>
      </p:sp>
      <p:sp>
        <p:nvSpPr>
          <p:cNvPr id="1008" name="Google Shape;1008;p70"/>
          <p:cNvSpPr/>
          <p:nvPr/>
        </p:nvSpPr>
        <p:spPr>
          <a:xfrm>
            <a:off x="6536184" y="4235826"/>
            <a:ext cx="2057400" cy="407294"/>
          </a:xfrm>
          <a:prstGeom prst="rect">
            <a:avLst/>
          </a:prstGeom>
          <a:noFill/>
          <a:ln>
            <a:noFill/>
          </a:ln>
        </p:spPr>
        <p:txBody>
          <a:bodyPr anchorCtr="0" anchor="t" bIns="0" lIns="0" spcFirstLastPara="1" rIns="0" wrap="square" tIns="0">
            <a:noAutofit/>
          </a:bodyPr>
          <a:lstStyle/>
          <a:p>
            <a:pPr indent="0" lvl="0" marL="0" marR="0" rtl="0" algn="just">
              <a:lnSpc>
                <a:spcPct val="133333"/>
              </a:lnSpc>
              <a:spcBef>
                <a:spcPts val="0"/>
              </a:spcBef>
              <a:spcAft>
                <a:spcPts val="0"/>
              </a:spcAft>
              <a:buNone/>
            </a:pPr>
            <a:r>
              <a:rPr lang="en-US" sz="900">
                <a:solidFill>
                  <a:schemeClr val="dk1"/>
                </a:solidFill>
                <a:latin typeface="Verdana"/>
                <a:ea typeface="Verdana"/>
                <a:cs typeface="Verdana"/>
                <a:sym typeface="Verdana"/>
              </a:rPr>
              <a:t>Learn more about us at</a:t>
            </a:r>
            <a:endParaRPr/>
          </a:p>
          <a:p>
            <a:pPr indent="0" lvl="0" marL="0" marR="0" rtl="0" algn="just">
              <a:lnSpc>
                <a:spcPct val="85714"/>
              </a:lnSpc>
              <a:spcBef>
                <a:spcPts val="600"/>
              </a:spcBef>
              <a:spcAft>
                <a:spcPts val="0"/>
              </a:spcAft>
              <a:buNone/>
            </a:pPr>
            <a:r>
              <a:rPr lang="en-US" sz="1400">
                <a:solidFill>
                  <a:schemeClr val="accent2"/>
                </a:solidFill>
                <a:latin typeface="Verdana"/>
                <a:ea typeface="Verdana"/>
                <a:cs typeface="Verdana"/>
                <a:sym typeface="Verdana"/>
              </a:rPr>
              <a:t>www.capgemini.com</a:t>
            </a:r>
            <a:endParaRPr/>
          </a:p>
        </p:txBody>
      </p:sp>
      <p:pic>
        <p:nvPicPr>
          <p:cNvPr descr="D:\My Work\Template\Icons\Social Media\LinkedIN.png" id="1009" name="Google Shape;1009;p70">
            <a:hlinkClick r:id="rId2"/>
          </p:cNvPr>
          <p:cNvPicPr preferRelativeResize="0"/>
          <p:nvPr/>
        </p:nvPicPr>
        <p:blipFill rotWithShape="1">
          <a:blip r:embed="rId3">
            <a:alphaModFix/>
          </a:blip>
          <a:srcRect b="0" l="0" r="0" t="0"/>
          <a:stretch/>
        </p:blipFill>
        <p:spPr>
          <a:xfrm>
            <a:off x="798415" y="3979258"/>
            <a:ext cx="333195" cy="333195"/>
          </a:xfrm>
          <a:prstGeom prst="rect">
            <a:avLst/>
          </a:prstGeom>
          <a:noFill/>
          <a:ln>
            <a:noFill/>
          </a:ln>
        </p:spPr>
      </p:pic>
      <p:pic>
        <p:nvPicPr>
          <p:cNvPr descr="D:\My Work\Template\Icons\Social Media\SlideShare.png" id="1010" name="Google Shape;1010;p70">
            <a:hlinkClick r:id="rId4"/>
          </p:cNvPr>
          <p:cNvPicPr preferRelativeResize="0"/>
          <p:nvPr/>
        </p:nvPicPr>
        <p:blipFill rotWithShape="1">
          <a:blip r:embed="rId5">
            <a:alphaModFix/>
          </a:blip>
          <a:srcRect b="0" l="0" r="0" t="0"/>
          <a:stretch/>
        </p:blipFill>
        <p:spPr>
          <a:xfrm>
            <a:off x="1181792" y="3979258"/>
            <a:ext cx="333195" cy="333195"/>
          </a:xfrm>
          <a:prstGeom prst="rect">
            <a:avLst/>
          </a:prstGeom>
          <a:noFill/>
          <a:ln>
            <a:noFill/>
          </a:ln>
        </p:spPr>
      </p:pic>
      <p:pic>
        <p:nvPicPr>
          <p:cNvPr descr="D:\My Work\Template\Icons\Social Media\Twitter.png" id="1011" name="Google Shape;1011;p70">
            <a:hlinkClick r:id="rId6"/>
          </p:cNvPr>
          <p:cNvPicPr preferRelativeResize="0"/>
          <p:nvPr/>
        </p:nvPicPr>
        <p:blipFill rotWithShape="1">
          <a:blip r:embed="rId7">
            <a:alphaModFix/>
          </a:blip>
          <a:srcRect b="0" l="0" r="0" t="0"/>
          <a:stretch/>
        </p:blipFill>
        <p:spPr>
          <a:xfrm>
            <a:off x="1565169" y="3979258"/>
            <a:ext cx="333195" cy="333195"/>
          </a:xfrm>
          <a:prstGeom prst="rect">
            <a:avLst/>
          </a:prstGeom>
          <a:noFill/>
          <a:ln>
            <a:noFill/>
          </a:ln>
        </p:spPr>
      </p:pic>
      <p:pic>
        <p:nvPicPr>
          <p:cNvPr descr="D:\My Work\Template\Icons\Social Media\YouTube.png" id="1012" name="Google Shape;1012;p70">
            <a:hlinkClick r:id="rId8"/>
          </p:cNvPr>
          <p:cNvPicPr preferRelativeResize="0"/>
          <p:nvPr/>
        </p:nvPicPr>
        <p:blipFill rotWithShape="1">
          <a:blip r:embed="rId9">
            <a:alphaModFix/>
          </a:blip>
          <a:srcRect b="0" l="0" r="0" t="0"/>
          <a:stretch/>
        </p:blipFill>
        <p:spPr>
          <a:xfrm>
            <a:off x="1948545" y="3979258"/>
            <a:ext cx="333195" cy="333195"/>
          </a:xfrm>
          <a:prstGeom prst="rect">
            <a:avLst/>
          </a:prstGeom>
          <a:noFill/>
          <a:ln>
            <a:noFill/>
          </a:ln>
        </p:spPr>
      </p:pic>
      <p:pic>
        <p:nvPicPr>
          <p:cNvPr descr="D:\My Work\Template\Icons\Social Media\Facebook.png" id="1013" name="Google Shape;1013;p70">
            <a:hlinkClick r:id="rId10"/>
          </p:cNvPr>
          <p:cNvPicPr preferRelativeResize="0"/>
          <p:nvPr/>
        </p:nvPicPr>
        <p:blipFill rotWithShape="1">
          <a:blip r:embed="rId11">
            <a:alphaModFix/>
          </a:blip>
          <a:srcRect b="0" l="0" r="0" t="0"/>
          <a:stretch/>
        </p:blipFill>
        <p:spPr>
          <a:xfrm>
            <a:off x="415038" y="3979258"/>
            <a:ext cx="333195" cy="333195"/>
          </a:xfrm>
          <a:prstGeom prst="rect">
            <a:avLst/>
          </a:prstGeom>
          <a:noFill/>
          <a:ln>
            <a:noFill/>
          </a:ln>
        </p:spPr>
      </p:pic>
      <p:sp>
        <p:nvSpPr>
          <p:cNvPr id="1014" name="Google Shape;1014;p70"/>
          <p:cNvSpPr/>
          <p:nvPr/>
        </p:nvSpPr>
        <p:spPr>
          <a:xfrm>
            <a:off x="415038" y="5640913"/>
            <a:ext cx="4198620" cy="569387"/>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None/>
            </a:pPr>
            <a:r>
              <a:rPr lang="en-US" sz="800">
                <a:solidFill>
                  <a:schemeClr val="lt1"/>
                </a:solidFill>
                <a:latin typeface="Verdana"/>
                <a:ea typeface="Verdana"/>
                <a:cs typeface="Verdana"/>
                <a:sym typeface="Verdana"/>
              </a:rPr>
              <a:t>This message contains information that may be privileged or confidential and is the property of the Capgemini Group.</a:t>
            </a:r>
            <a:br>
              <a:rPr lang="en-US" sz="800">
                <a:solidFill>
                  <a:schemeClr val="lt1"/>
                </a:solidFill>
                <a:latin typeface="Verdana"/>
                <a:ea typeface="Verdana"/>
                <a:cs typeface="Verdana"/>
                <a:sym typeface="Verdana"/>
              </a:rPr>
            </a:br>
            <a:r>
              <a:rPr lang="en-US" sz="800">
                <a:solidFill>
                  <a:schemeClr val="lt1"/>
                </a:solidFill>
                <a:latin typeface="Arial"/>
                <a:ea typeface="Arial"/>
                <a:cs typeface="Arial"/>
                <a:sym typeface="Arial"/>
              </a:rPr>
              <a:t>Copyright © 2017 Capgemini. All rights reserved.</a:t>
            </a:r>
            <a:endParaRPr/>
          </a:p>
          <a:p>
            <a:pPr indent="0" lvl="0" marL="0" marR="0" rtl="0" algn="l">
              <a:lnSpc>
                <a:spcPct val="100000"/>
              </a:lnSpc>
              <a:spcBef>
                <a:spcPts val="600"/>
              </a:spcBef>
              <a:spcAft>
                <a:spcPts val="0"/>
              </a:spcAft>
              <a:buClr>
                <a:schemeClr val="lt1"/>
              </a:buClr>
              <a:buSzPts val="800"/>
              <a:buFont typeface="Arial"/>
              <a:buNone/>
            </a:pPr>
            <a:r>
              <a:rPr lang="en-US" sz="800">
                <a:solidFill>
                  <a:schemeClr val="lt1"/>
                </a:solidFill>
                <a:latin typeface="Arial"/>
                <a:ea typeface="Arial"/>
                <a:cs typeface="Arial"/>
                <a:sym typeface="Arial"/>
              </a:rPr>
              <a:t>Rightshore</a:t>
            </a:r>
            <a:r>
              <a:rPr baseline="30000" lang="en-US" sz="800">
                <a:solidFill>
                  <a:schemeClr val="lt1"/>
                </a:solidFill>
                <a:latin typeface="Arial"/>
                <a:ea typeface="Arial"/>
                <a:cs typeface="Arial"/>
                <a:sym typeface="Arial"/>
              </a:rPr>
              <a:t>®</a:t>
            </a:r>
            <a:r>
              <a:rPr lang="en-US" sz="800">
                <a:solidFill>
                  <a:schemeClr val="lt1"/>
                </a:solidFill>
                <a:latin typeface="Arial"/>
                <a:ea typeface="Arial"/>
                <a:cs typeface="Arial"/>
                <a:sym typeface="Arial"/>
              </a:rPr>
              <a:t> is a trademark belonging to Capgemini.</a:t>
            </a:r>
            <a:endParaRPr/>
          </a:p>
        </p:txBody>
      </p:sp>
      <p:sp>
        <p:nvSpPr>
          <p:cNvPr id="1015" name="Google Shape;1015;p70"/>
          <p:cNvSpPr/>
          <p:nvPr/>
        </p:nvSpPr>
        <p:spPr>
          <a:xfrm>
            <a:off x="6536184" y="5933302"/>
            <a:ext cx="5219699" cy="276999"/>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None/>
            </a:pPr>
            <a:r>
              <a:rPr lang="en-US" sz="600">
                <a:solidFill>
                  <a:schemeClr val="dk1"/>
                </a:solidFill>
                <a:latin typeface="Verdana"/>
                <a:ea typeface="Verdana"/>
                <a:cs typeface="Verdana"/>
                <a:sym typeface="Verdana"/>
              </a:rPr>
              <a:t>This message is intended only for the person to whom it is addressed. If you are not the intended recipient, you are not authorized to read, print, retain, copy, disseminate, distribute, or use this message or any part thereof. If you receive this message in error, please notify the sender immediately and delete all copies of this message. </a:t>
            </a:r>
            <a:endParaRPr/>
          </a:p>
        </p:txBody>
      </p:sp>
      <p:sp>
        <p:nvSpPr>
          <p:cNvPr id="1016" name="Google Shape;1016;p70">
            <a:hlinkClick r:id="rId12"/>
          </p:cNvPr>
          <p:cNvSpPr/>
          <p:nvPr/>
        </p:nvSpPr>
        <p:spPr>
          <a:xfrm>
            <a:off x="7489902" y="3812094"/>
            <a:ext cx="2336088" cy="124676"/>
          </a:xfrm>
          <a:prstGeom prst="rect">
            <a:avLst/>
          </a:prstGeom>
          <a:solidFill>
            <a:schemeClr val="accent2">
              <a:alpha val="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017" name="Google Shape;1017;p70">
            <a:hlinkClick r:id="rId13"/>
          </p:cNvPr>
          <p:cNvSpPr/>
          <p:nvPr/>
        </p:nvSpPr>
        <p:spPr>
          <a:xfrm>
            <a:off x="10730865" y="3812094"/>
            <a:ext cx="704850" cy="124676"/>
          </a:xfrm>
          <a:prstGeom prst="rect">
            <a:avLst/>
          </a:prstGeom>
          <a:solidFill>
            <a:schemeClr val="accent2">
              <a:alpha val="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018" name="Google Shape;1018;p70">
            <a:hlinkClick r:id="rId14"/>
          </p:cNvPr>
          <p:cNvSpPr/>
          <p:nvPr/>
        </p:nvSpPr>
        <p:spPr>
          <a:xfrm>
            <a:off x="6532245" y="4445639"/>
            <a:ext cx="1851660" cy="183449"/>
          </a:xfrm>
          <a:prstGeom prst="rect">
            <a:avLst/>
          </a:prstGeom>
          <a:solidFill>
            <a:schemeClr val="accent2">
              <a:alpha val="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pic>
        <p:nvPicPr>
          <p:cNvPr id="1019" name="Google Shape;1019;p70"/>
          <p:cNvPicPr preferRelativeResize="0"/>
          <p:nvPr/>
        </p:nvPicPr>
        <p:blipFill rotWithShape="1">
          <a:blip r:embed="rId15">
            <a:alphaModFix/>
          </a:blip>
          <a:srcRect b="0" l="0" r="0" t="0"/>
          <a:stretch/>
        </p:blipFill>
        <p:spPr>
          <a:xfrm>
            <a:off x="407572" y="4434172"/>
            <a:ext cx="2560320" cy="201012"/>
          </a:xfrm>
          <a:prstGeom prst="rect">
            <a:avLst/>
          </a:prstGeom>
          <a:noFill/>
          <a:ln>
            <a:noFill/>
          </a:ln>
        </p:spPr>
      </p:pic>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Opener4">
  <p:cSld name="Section Opener4">
    <p:spTree>
      <p:nvGrpSpPr>
        <p:cNvPr id="1020" name="Shape 1020"/>
        <p:cNvGrpSpPr/>
        <p:nvPr/>
      </p:nvGrpSpPr>
      <p:grpSpPr>
        <a:xfrm>
          <a:off x="0" y="0"/>
          <a:ext cx="0" cy="0"/>
          <a:chOff x="0" y="0"/>
          <a:chExt cx="0" cy="0"/>
        </a:xfrm>
      </p:grpSpPr>
      <p:sp>
        <p:nvSpPr>
          <p:cNvPr id="1021" name="Google Shape;1021;p71"/>
          <p:cNvSpPr/>
          <p:nvPr/>
        </p:nvSpPr>
        <p:spPr>
          <a:xfrm>
            <a:off x="0"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022" name="Google Shape;1022;p71"/>
          <p:cNvSpPr/>
          <p:nvPr/>
        </p:nvSpPr>
        <p:spPr>
          <a:xfrm>
            <a:off x="-312712" y="0"/>
            <a:ext cx="8760296" cy="8102938"/>
          </a:xfrm>
          <a:custGeom>
            <a:rect b="b" l="l" r="r" t="t"/>
            <a:pathLst>
              <a:path extrusionOk="0" h="1514" w="1637">
                <a:moveTo>
                  <a:pt x="1453" y="0"/>
                </a:moveTo>
                <a:cubicBezTo>
                  <a:pt x="1453" y="0"/>
                  <a:pt x="1637" y="326"/>
                  <a:pt x="1238" y="494"/>
                </a:cubicBezTo>
                <a:cubicBezTo>
                  <a:pt x="840" y="663"/>
                  <a:pt x="594" y="755"/>
                  <a:pt x="763" y="1046"/>
                </a:cubicBezTo>
                <a:cubicBezTo>
                  <a:pt x="230" y="1514"/>
                  <a:pt x="0" y="1449"/>
                  <a:pt x="0" y="1449"/>
                </a:cubicBezTo>
                <a:cubicBezTo>
                  <a:pt x="0" y="0"/>
                  <a:pt x="0" y="0"/>
                  <a:pt x="0" y="0"/>
                </a:cubicBezTo>
                <a:lnTo>
                  <a:pt x="1453" y="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sp>
        <p:nvSpPr>
          <p:cNvPr id="1023" name="Google Shape;1023;p71"/>
          <p:cNvSpPr/>
          <p:nvPr>
            <p:ph idx="2" type="pic"/>
          </p:nvPr>
        </p:nvSpPr>
        <p:spPr>
          <a:xfrm>
            <a:off x="4943872" y="-1634"/>
            <a:ext cx="7248128" cy="6859588"/>
          </a:xfrm>
          <a:prstGeom prst="rect">
            <a:avLst/>
          </a:prstGeom>
          <a:noFill/>
          <a:ln>
            <a:noFill/>
          </a:ln>
        </p:spPr>
      </p:sp>
      <p:pic>
        <p:nvPicPr>
          <p:cNvPr id="1024" name="Google Shape;1024;p71"/>
          <p:cNvPicPr preferRelativeResize="0"/>
          <p:nvPr/>
        </p:nvPicPr>
        <p:blipFill rotWithShape="1">
          <a:blip r:embed="rId2">
            <a:alphaModFix/>
          </a:blip>
          <a:srcRect b="0" l="9322" r="9322" t="0"/>
          <a:stretch/>
        </p:blipFill>
        <p:spPr>
          <a:xfrm>
            <a:off x="2273300" y="-1588"/>
            <a:ext cx="9918700" cy="6859588"/>
          </a:xfrm>
          <a:prstGeom prst="rect">
            <a:avLst/>
          </a:prstGeom>
          <a:noFill/>
          <a:ln>
            <a:noFill/>
          </a:ln>
        </p:spPr>
      </p:pic>
      <p:sp>
        <p:nvSpPr>
          <p:cNvPr id="1025" name="Google Shape;1025;p71"/>
          <p:cNvSpPr txBox="1"/>
          <p:nvPr>
            <p:ph idx="1" type="body"/>
          </p:nvPr>
        </p:nvSpPr>
        <p:spPr>
          <a:xfrm>
            <a:off x="407988" y="434513"/>
            <a:ext cx="5471988" cy="1698343"/>
          </a:xfrm>
          <a:prstGeom prst="rect">
            <a:avLst/>
          </a:prstGeom>
          <a:noFill/>
          <a:ln>
            <a:noFill/>
          </a:ln>
        </p:spPr>
        <p:txBody>
          <a:bodyPr anchorCtr="0" anchor="b" bIns="0" lIns="0" spcFirstLastPara="1" rIns="0" wrap="square" tIns="0">
            <a:noAutofit/>
          </a:bodyPr>
          <a:lstStyle>
            <a:lvl1pPr indent="-228600" lvl="0" marL="457200" algn="l">
              <a:lnSpc>
                <a:spcPct val="115384"/>
              </a:lnSpc>
              <a:spcBef>
                <a:spcPts val="0"/>
              </a:spcBef>
              <a:spcAft>
                <a:spcPts val="0"/>
              </a:spcAft>
              <a:buClr>
                <a:schemeClr val="lt1"/>
              </a:buClr>
              <a:buSzPts val="2600"/>
              <a:buNone/>
              <a:defRPr sz="2600">
                <a:solidFill>
                  <a:schemeClr val="lt1"/>
                </a:solidFill>
              </a:defRPr>
            </a:lvl1pPr>
            <a:lvl2pPr indent="-228600" lvl="1" marL="914400" algn="l">
              <a:lnSpc>
                <a:spcPct val="33333"/>
              </a:lnSpc>
              <a:spcBef>
                <a:spcPts val="600"/>
              </a:spcBef>
              <a:spcAft>
                <a:spcPts val="0"/>
              </a:spcAft>
              <a:buSzPts val="6000"/>
              <a:buNone/>
              <a:defRPr sz="6000">
                <a:solidFill>
                  <a:schemeClr val="lt1"/>
                </a:solidFill>
              </a:defRPr>
            </a:lvl2pPr>
            <a:lvl3pPr indent="-342900" lvl="2" marL="1371600" algn="l">
              <a:lnSpc>
                <a:spcPct val="88888"/>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26" name="Google Shape;1026;p71"/>
          <p:cNvSpPr/>
          <p:nvPr/>
        </p:nvSpPr>
        <p:spPr>
          <a:xfrm>
            <a:off x="11547793" y="188640"/>
            <a:ext cx="424356" cy="459624"/>
          </a:xfrm>
          <a:prstGeom prst="rect">
            <a:avLst/>
          </a:prstGeom>
          <a:noFill/>
          <a:ln>
            <a:noFill/>
          </a:ln>
        </p:spPr>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nd Text2 (fixed)">
  <p:cSld name="Image and Text2 (fixed)">
    <p:spTree>
      <p:nvGrpSpPr>
        <p:cNvPr id="1027" name="Shape 1027"/>
        <p:cNvGrpSpPr/>
        <p:nvPr/>
      </p:nvGrpSpPr>
      <p:grpSpPr>
        <a:xfrm>
          <a:off x="0" y="0"/>
          <a:ext cx="0" cy="0"/>
          <a:chOff x="0" y="0"/>
          <a:chExt cx="0" cy="0"/>
        </a:xfrm>
      </p:grpSpPr>
      <p:pic>
        <p:nvPicPr>
          <p:cNvPr id="1028" name="Google Shape;1028;p72"/>
          <p:cNvPicPr preferRelativeResize="0"/>
          <p:nvPr/>
        </p:nvPicPr>
        <p:blipFill rotWithShape="1">
          <a:blip r:embed="rId2">
            <a:alphaModFix/>
          </a:blip>
          <a:srcRect b="0" l="0" r="0" t="0"/>
          <a:stretch/>
        </p:blipFill>
        <p:spPr>
          <a:xfrm>
            <a:off x="1524" y="0"/>
            <a:ext cx="12188952" cy="6858000"/>
          </a:xfrm>
          <a:prstGeom prst="rect">
            <a:avLst/>
          </a:prstGeom>
          <a:noFill/>
          <a:ln>
            <a:noFill/>
          </a:ln>
        </p:spPr>
      </p:pic>
      <p:sp>
        <p:nvSpPr>
          <p:cNvPr id="1029" name="Google Shape;1029;p72"/>
          <p:cNvSpPr/>
          <p:nvPr/>
        </p:nvSpPr>
        <p:spPr>
          <a:xfrm rot="-966871">
            <a:off x="6623457" y="-854950"/>
            <a:ext cx="5712032" cy="3331781"/>
          </a:xfrm>
          <a:custGeom>
            <a:rect b="b" l="l" r="r" t="t"/>
            <a:pathLst>
              <a:path extrusionOk="0" h="3765238" w="6455155">
                <a:moveTo>
                  <a:pt x="0" y="0"/>
                </a:moveTo>
                <a:lnTo>
                  <a:pt x="6455155" y="1864957"/>
                </a:lnTo>
                <a:lnTo>
                  <a:pt x="5906145" y="3765238"/>
                </a:lnTo>
                <a:lnTo>
                  <a:pt x="2661149" y="3765238"/>
                </a:lnTo>
                <a:lnTo>
                  <a:pt x="0" y="2996406"/>
                </a:lnTo>
                <a:close/>
              </a:path>
            </a:pathLst>
          </a:custGeom>
          <a:noFill/>
          <a:ln>
            <a:noFill/>
          </a:ln>
        </p:spPr>
      </p:sp>
      <p:sp>
        <p:nvSpPr>
          <p:cNvPr id="1030" name="Google Shape;1030;p72"/>
          <p:cNvSpPr txBox="1"/>
          <p:nvPr>
            <p:ph idx="1" type="body"/>
          </p:nvPr>
        </p:nvSpPr>
        <p:spPr>
          <a:xfrm>
            <a:off x="7712546" y="251439"/>
            <a:ext cx="3594084" cy="953247"/>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lt1"/>
              </a:buClr>
              <a:buSzPts val="1600"/>
              <a:buNone/>
              <a:defRPr b="1" sz="1600">
                <a:solidFill>
                  <a:schemeClr val="lt1"/>
                </a:solidFill>
              </a:defRPr>
            </a:lvl1pPr>
            <a:lvl2pPr indent="-317500" lvl="1" marL="914400" algn="l">
              <a:lnSpc>
                <a:spcPct val="100000"/>
              </a:lnSpc>
              <a:spcBef>
                <a:spcPts val="600"/>
              </a:spcBef>
              <a:spcAft>
                <a:spcPts val="0"/>
              </a:spcAft>
              <a:buSzPts val="1400"/>
              <a:buChar char="▪"/>
              <a:defRPr sz="1400"/>
            </a:lvl2pPr>
            <a:lvl3pPr indent="-317500" lvl="2" marL="1371600" algn="l">
              <a:lnSpc>
                <a:spcPct val="100000"/>
              </a:lnSpc>
              <a:spcBef>
                <a:spcPts val="600"/>
              </a:spcBef>
              <a:spcAft>
                <a:spcPts val="0"/>
              </a:spcAft>
              <a:buSzPts val="1400"/>
              <a:buChar char="•"/>
              <a:defRPr sz="1400"/>
            </a:lvl3pPr>
            <a:lvl4pPr indent="-317500" lvl="3" marL="1828800" algn="l">
              <a:lnSpc>
                <a:spcPct val="100000"/>
              </a:lnSpc>
              <a:spcBef>
                <a:spcPts val="600"/>
              </a:spcBef>
              <a:spcAft>
                <a:spcPts val="0"/>
              </a:spcAft>
              <a:buSzPts val="1400"/>
              <a:buChar char="‒"/>
              <a:defRPr sz="1400"/>
            </a:lvl4pPr>
            <a:lvl5pPr indent="-304800" lvl="4" marL="2286000" algn="l">
              <a:lnSpc>
                <a:spcPct val="100000"/>
              </a:lnSpc>
              <a:spcBef>
                <a:spcPts val="6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31" name="Google Shape;1031;p72"/>
          <p:cNvSpPr/>
          <p:nvPr/>
        </p:nvSpPr>
        <p:spPr>
          <a:xfrm>
            <a:off x="11784013" y="6555758"/>
            <a:ext cx="242375"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800">
                <a:solidFill>
                  <a:srgbClr val="7F7F7F"/>
                </a:solidFill>
                <a:latin typeface="Verdana"/>
                <a:ea typeface="Verdana"/>
                <a:cs typeface="Verdana"/>
                <a:sym typeface="Verdana"/>
              </a:rPr>
              <a:t>‹#›</a:t>
            </a:fld>
            <a:endParaRPr sz="800">
              <a:solidFill>
                <a:srgbClr val="7F7F7F"/>
              </a:solidFill>
              <a:latin typeface="Verdana"/>
              <a:ea typeface="Verdana"/>
              <a:cs typeface="Verdana"/>
              <a:sym typeface="Verdana"/>
            </a:endParaRPr>
          </a:p>
        </p:txBody>
      </p:sp>
      <p:sp>
        <p:nvSpPr>
          <p:cNvPr id="1032" name="Google Shape;1032;p72"/>
          <p:cNvSpPr txBox="1"/>
          <p:nvPr>
            <p:ph type="title"/>
          </p:nvPr>
        </p:nvSpPr>
        <p:spPr>
          <a:xfrm>
            <a:off x="407988" y="404813"/>
            <a:ext cx="6984156" cy="863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2"/>
              </a:buClr>
              <a:buSzPts val="2600"/>
              <a:buFont typeface="Verdana"/>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33" name="Google Shape;1033;p72"/>
          <p:cNvSpPr txBox="1"/>
          <p:nvPr>
            <p:ph idx="2" type="body"/>
          </p:nvPr>
        </p:nvSpPr>
        <p:spPr>
          <a:xfrm>
            <a:off x="417592" y="1430234"/>
            <a:ext cx="3008302" cy="5011014"/>
          </a:xfrm>
          <a:prstGeom prst="rect">
            <a:avLst/>
          </a:prstGeom>
          <a:noFill/>
          <a:ln>
            <a:noFill/>
          </a:ln>
        </p:spPr>
        <p:txBody>
          <a:bodyPr anchorCtr="0" anchor="t" bIns="0" lIns="0" spcFirstLastPara="1" rIns="0" wrap="square" tIns="0">
            <a:noAutofit/>
          </a:bodyPr>
          <a:lstStyle>
            <a:lvl1pPr indent="-228600" lvl="0" marL="457200" algn="l">
              <a:lnSpc>
                <a:spcPct val="122222"/>
              </a:lnSpc>
              <a:spcBef>
                <a:spcPts val="0"/>
              </a:spcBef>
              <a:spcAft>
                <a:spcPts val="0"/>
              </a:spcAft>
              <a:buClr>
                <a:schemeClr val="dk1"/>
              </a:buClr>
              <a:buSzPts val="1800"/>
              <a:buNone/>
              <a:defRPr sz="1800">
                <a:solidFill>
                  <a:schemeClr val="dk1"/>
                </a:solidFill>
              </a:defRPr>
            </a:lvl1pPr>
            <a:lvl2pPr indent="-330200" lvl="1" marL="914400" algn="l">
              <a:lnSpc>
                <a:spcPct val="112500"/>
              </a:lnSpc>
              <a:spcBef>
                <a:spcPts val="600"/>
              </a:spcBef>
              <a:spcAft>
                <a:spcPts val="0"/>
              </a:spcAft>
              <a:buSzPts val="1600"/>
              <a:buChar char="▪"/>
              <a:defRPr sz="1600">
                <a:solidFill>
                  <a:schemeClr val="dk1"/>
                </a:solidFill>
              </a:defRPr>
            </a:lvl2pPr>
            <a:lvl3pPr indent="-317500" lvl="2" marL="1371600" algn="l">
              <a:lnSpc>
                <a:spcPct val="114285"/>
              </a:lnSpc>
              <a:spcBef>
                <a:spcPts val="600"/>
              </a:spcBef>
              <a:spcAft>
                <a:spcPts val="0"/>
              </a:spcAft>
              <a:buSzPts val="1400"/>
              <a:buChar char="•"/>
              <a:defRPr sz="1400">
                <a:solidFill>
                  <a:schemeClr val="dk1"/>
                </a:solidFill>
              </a:defRPr>
            </a:lvl3pPr>
            <a:lvl4pPr indent="-304800" lvl="3" marL="1828800" algn="l">
              <a:lnSpc>
                <a:spcPct val="116666"/>
              </a:lnSpc>
              <a:spcBef>
                <a:spcPts val="600"/>
              </a:spcBef>
              <a:spcAft>
                <a:spcPts val="0"/>
              </a:spcAft>
              <a:buSzPts val="1200"/>
              <a:buChar char="‒"/>
              <a:defRPr sz="1200">
                <a:solidFill>
                  <a:schemeClr val="dk1"/>
                </a:solidFill>
              </a:defRPr>
            </a:lvl4pPr>
            <a:lvl5pPr indent="-304800" lvl="4" marL="2286000" algn="l">
              <a:lnSpc>
                <a:spcPct val="100000"/>
              </a:lnSpc>
              <a:spcBef>
                <a:spcPts val="600"/>
              </a:spcBef>
              <a:spcAft>
                <a:spcPts val="0"/>
              </a:spcAft>
              <a:buClr>
                <a:schemeClr val="dk1"/>
              </a:buClr>
              <a:buSzPts val="1200"/>
              <a:buChar char="•"/>
              <a:defRPr sz="12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34" name="Google Shape;1034;p72"/>
          <p:cNvSpPr/>
          <p:nvPr/>
        </p:nvSpPr>
        <p:spPr>
          <a:xfrm>
            <a:off x="11547793" y="188640"/>
            <a:ext cx="424356" cy="459624"/>
          </a:xfrm>
          <a:prstGeom prst="rect">
            <a:avLst/>
          </a:prstGeom>
          <a:noFill/>
          <a:ln>
            <a:noFill/>
          </a:ln>
        </p:spPr>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23" Type="http://schemas.openxmlformats.org/officeDocument/2006/relationships/theme" Target="../theme/theme4.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7.xml"/><Relationship Id="rId10" Type="http://schemas.openxmlformats.org/officeDocument/2006/relationships/slideLayout" Target="../slideLayouts/slideLayout36.xml"/><Relationship Id="rId13" Type="http://schemas.openxmlformats.org/officeDocument/2006/relationships/slideLayout" Target="../slideLayouts/slideLayout39.xml"/><Relationship Id="rId12" Type="http://schemas.openxmlformats.org/officeDocument/2006/relationships/slideLayout" Target="../slideLayouts/slideLayout38.xml"/><Relationship Id="rId1" Type="http://schemas.openxmlformats.org/officeDocument/2006/relationships/slideLayout" Target="../slideLayouts/slideLayout27.xml"/><Relationship Id="rId2" Type="http://schemas.openxmlformats.org/officeDocument/2006/relationships/slideLayout" Target="../slideLayouts/slideLayout28.xml"/><Relationship Id="rId3" Type="http://schemas.openxmlformats.org/officeDocument/2006/relationships/slideLayout" Target="../slideLayouts/slideLayout29.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5" Type="http://schemas.openxmlformats.org/officeDocument/2006/relationships/slideLayout" Target="../slideLayouts/slideLayout41.xml"/><Relationship Id="rId14" Type="http://schemas.openxmlformats.org/officeDocument/2006/relationships/slideLayout" Target="../slideLayouts/slideLayout40.xml"/><Relationship Id="rId17" Type="http://schemas.openxmlformats.org/officeDocument/2006/relationships/slideLayout" Target="../slideLayouts/slideLayout43.xml"/><Relationship Id="rId16" Type="http://schemas.openxmlformats.org/officeDocument/2006/relationships/slideLayout" Target="../slideLayouts/slideLayout42.xml"/><Relationship Id="rId5" Type="http://schemas.openxmlformats.org/officeDocument/2006/relationships/slideLayout" Target="../slideLayouts/slideLayout31.xml"/><Relationship Id="rId19" Type="http://schemas.openxmlformats.org/officeDocument/2006/relationships/theme" Target="../theme/theme5.xml"/><Relationship Id="rId6" Type="http://schemas.openxmlformats.org/officeDocument/2006/relationships/slideLayout" Target="../slideLayouts/slideLayout32.xml"/><Relationship Id="rId18" Type="http://schemas.openxmlformats.org/officeDocument/2006/relationships/slideLayout" Target="../slideLayouts/slideLayout44.xml"/><Relationship Id="rId7" Type="http://schemas.openxmlformats.org/officeDocument/2006/relationships/slideLayout" Target="../slideLayouts/slideLayout33.xml"/><Relationship Id="rId8" Type="http://schemas.openxmlformats.org/officeDocument/2006/relationships/slideLayout" Target="../slideLayouts/slideLayout34.xml"/></Relationships>
</file>

<file path=ppt/slideMasters/_rels/slideMaster4.xml.rels><?xml version="1.0" encoding="UTF-8" standalone="yes"?><Relationships xmlns="http://schemas.openxmlformats.org/package/2006/relationships"><Relationship Id="rId20" Type="http://schemas.openxmlformats.org/officeDocument/2006/relationships/slideLayout" Target="../slideLayouts/slideLayout64.xml"/><Relationship Id="rId22" Type="http://schemas.openxmlformats.org/officeDocument/2006/relationships/slideLayout" Target="../slideLayouts/slideLayout66.xml"/><Relationship Id="rId21" Type="http://schemas.openxmlformats.org/officeDocument/2006/relationships/slideLayout" Target="../slideLayouts/slideLayout65.xml"/><Relationship Id="rId24" Type="http://schemas.openxmlformats.org/officeDocument/2006/relationships/slideLayout" Target="../slideLayouts/slideLayout68.xml"/><Relationship Id="rId23" Type="http://schemas.openxmlformats.org/officeDocument/2006/relationships/slideLayout" Target="../slideLayouts/slideLayout67.xml"/><Relationship Id="rId1" Type="http://schemas.openxmlformats.org/officeDocument/2006/relationships/slideLayout" Target="../slideLayouts/slideLayout45.xml"/><Relationship Id="rId2" Type="http://schemas.openxmlformats.org/officeDocument/2006/relationships/slideLayout" Target="../slideLayouts/slideLayout46.xml"/><Relationship Id="rId3" Type="http://schemas.openxmlformats.org/officeDocument/2006/relationships/slideLayout" Target="../slideLayouts/slideLayout47.xml"/><Relationship Id="rId4" Type="http://schemas.openxmlformats.org/officeDocument/2006/relationships/slideLayout" Target="../slideLayouts/slideLayout48.xml"/><Relationship Id="rId9" Type="http://schemas.openxmlformats.org/officeDocument/2006/relationships/slideLayout" Target="../slideLayouts/slideLayout53.xml"/><Relationship Id="rId25" Type="http://schemas.openxmlformats.org/officeDocument/2006/relationships/theme" Target="../theme/theme3.xml"/><Relationship Id="rId5" Type="http://schemas.openxmlformats.org/officeDocument/2006/relationships/slideLayout" Target="../slideLayouts/slideLayout49.xml"/><Relationship Id="rId6" Type="http://schemas.openxmlformats.org/officeDocument/2006/relationships/slideLayout" Target="../slideLayouts/slideLayout50.xml"/><Relationship Id="rId7" Type="http://schemas.openxmlformats.org/officeDocument/2006/relationships/slideLayout" Target="../slideLayouts/slideLayout51.xml"/><Relationship Id="rId8" Type="http://schemas.openxmlformats.org/officeDocument/2006/relationships/slideLayout" Target="../slideLayouts/slideLayout52.xml"/><Relationship Id="rId11" Type="http://schemas.openxmlformats.org/officeDocument/2006/relationships/slideLayout" Target="../slideLayouts/slideLayout55.xml"/><Relationship Id="rId10" Type="http://schemas.openxmlformats.org/officeDocument/2006/relationships/slideLayout" Target="../slideLayouts/slideLayout54.xml"/><Relationship Id="rId13" Type="http://schemas.openxmlformats.org/officeDocument/2006/relationships/slideLayout" Target="../slideLayouts/slideLayout57.xml"/><Relationship Id="rId12" Type="http://schemas.openxmlformats.org/officeDocument/2006/relationships/slideLayout" Target="../slideLayouts/slideLayout56.xml"/><Relationship Id="rId15" Type="http://schemas.openxmlformats.org/officeDocument/2006/relationships/slideLayout" Target="../slideLayouts/slideLayout59.xml"/><Relationship Id="rId14" Type="http://schemas.openxmlformats.org/officeDocument/2006/relationships/slideLayout" Target="../slideLayouts/slideLayout58.xml"/><Relationship Id="rId17" Type="http://schemas.openxmlformats.org/officeDocument/2006/relationships/slideLayout" Target="../slideLayouts/slideLayout61.xml"/><Relationship Id="rId16" Type="http://schemas.openxmlformats.org/officeDocument/2006/relationships/slideLayout" Target="../slideLayouts/slideLayout60.xml"/><Relationship Id="rId19" Type="http://schemas.openxmlformats.org/officeDocument/2006/relationships/slideLayout" Target="../slideLayouts/slideLayout63.xml"/><Relationship Id="rId18" Type="http://schemas.openxmlformats.org/officeDocument/2006/relationships/slideLayout" Target="../slideLayouts/slideLayout6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07988" y="404813"/>
            <a:ext cx="11016604" cy="863601"/>
          </a:xfrm>
          <a:prstGeom prst="rect">
            <a:avLst/>
          </a:prstGeom>
          <a:noFill/>
          <a:ln>
            <a:noFill/>
          </a:ln>
        </p:spPr>
        <p:txBody>
          <a:bodyPr anchorCtr="0" anchor="t" bIns="0" lIns="0" spcFirstLastPara="1" rIns="0" wrap="square" tIns="0">
            <a:normAutofit/>
          </a:bodyPr>
          <a:lstStyle>
            <a:lvl1pPr lvl="0" marR="0" rtl="0" algn="l">
              <a:lnSpc>
                <a:spcPct val="90000"/>
              </a:lnSpc>
              <a:spcBef>
                <a:spcPts val="0"/>
              </a:spcBef>
              <a:spcAft>
                <a:spcPts val="0"/>
              </a:spcAft>
              <a:buClr>
                <a:schemeClr val="dk2"/>
              </a:buClr>
              <a:buSzPts val="2600"/>
              <a:buFont typeface="Verdana"/>
              <a:buNone/>
              <a:defRPr b="0" i="0" sz="2600" u="none" cap="none" strike="noStrike">
                <a:solidFill>
                  <a:schemeClr val="dk2"/>
                </a:solidFill>
                <a:latin typeface="Verdana"/>
                <a:ea typeface="Verdana"/>
                <a:cs typeface="Verdana"/>
                <a:sym typeface="Verdan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p:nvPr/>
        </p:nvSpPr>
        <p:spPr>
          <a:xfrm>
            <a:off x="11547793" y="188640"/>
            <a:ext cx="424356" cy="459624"/>
          </a:xfrm>
          <a:prstGeom prst="rect">
            <a:avLst/>
          </a:prstGeom>
          <a:noFill/>
          <a:ln>
            <a:noFill/>
          </a:ln>
        </p:spPr>
      </p:sp>
      <p:sp>
        <p:nvSpPr>
          <p:cNvPr id="8" name="Google Shape;8;p1"/>
          <p:cNvSpPr txBox="1"/>
          <p:nvPr>
            <p:ph idx="1" type="body"/>
          </p:nvPr>
        </p:nvSpPr>
        <p:spPr>
          <a:xfrm>
            <a:off x="413067" y="1412875"/>
            <a:ext cx="11370945" cy="5040313"/>
          </a:xfrm>
          <a:prstGeom prst="rect">
            <a:avLst/>
          </a:prstGeom>
          <a:noFill/>
          <a:ln>
            <a:noFill/>
          </a:ln>
        </p:spPr>
        <p:txBody>
          <a:bodyPr anchorCtr="0" anchor="t" bIns="0" lIns="0" spcFirstLastPara="1" rIns="0" wrap="square" tIns="0">
            <a:normAutofit/>
          </a:bodyPr>
          <a:lstStyle>
            <a:lvl1pPr indent="-228600" lvl="0" marL="457200" marR="0" rtl="0" algn="l">
              <a:lnSpc>
                <a:spcPct val="122222"/>
              </a:lnSpc>
              <a:spcBef>
                <a:spcPts val="0"/>
              </a:spcBef>
              <a:spcAft>
                <a:spcPts val="0"/>
              </a:spcAft>
              <a:buClr>
                <a:schemeClr val="dk1"/>
              </a:buClr>
              <a:buSzPts val="1800"/>
              <a:buFont typeface="Arial"/>
              <a:buNone/>
              <a:defRPr b="0" i="0" sz="1800" u="none" cap="none" strike="noStrike">
                <a:solidFill>
                  <a:schemeClr val="dk1"/>
                </a:solidFill>
                <a:latin typeface="Verdana"/>
                <a:ea typeface="Verdana"/>
                <a:cs typeface="Verdana"/>
                <a:sym typeface="Verdana"/>
              </a:defRPr>
            </a:lvl1pPr>
            <a:lvl2pPr indent="-330200" lvl="1" marL="914400" marR="0" rtl="0" algn="l">
              <a:lnSpc>
                <a:spcPct val="125000"/>
              </a:lnSpc>
              <a:spcBef>
                <a:spcPts val="600"/>
              </a:spcBef>
              <a:spcAft>
                <a:spcPts val="0"/>
              </a:spcAft>
              <a:buClr>
                <a:schemeClr val="accent1"/>
              </a:buClr>
              <a:buSzPts val="1600"/>
              <a:buFont typeface="Noto Sans Symbols"/>
              <a:buChar char="▪"/>
              <a:defRPr b="0" i="0" sz="1600" u="none" cap="none" strike="noStrike">
                <a:solidFill>
                  <a:schemeClr val="dk1"/>
                </a:solidFill>
                <a:latin typeface="Verdana"/>
                <a:ea typeface="Verdana"/>
                <a:cs typeface="Verdana"/>
                <a:sym typeface="Verdana"/>
              </a:defRPr>
            </a:lvl2pPr>
            <a:lvl3pPr indent="-317500" lvl="2" marL="1371600" marR="0" rtl="0" algn="l">
              <a:lnSpc>
                <a:spcPct val="114285"/>
              </a:lnSpc>
              <a:spcBef>
                <a:spcPts val="600"/>
              </a:spcBef>
              <a:spcAft>
                <a:spcPts val="0"/>
              </a:spcAft>
              <a:buClr>
                <a:schemeClr val="accent1"/>
              </a:buClr>
              <a:buSzPts val="1400"/>
              <a:buFont typeface="Arial"/>
              <a:buChar char="•"/>
              <a:defRPr b="0" i="0" sz="1400" u="none" cap="none" strike="noStrike">
                <a:solidFill>
                  <a:schemeClr val="dk1"/>
                </a:solidFill>
                <a:latin typeface="Verdana"/>
                <a:ea typeface="Verdana"/>
                <a:cs typeface="Verdana"/>
                <a:sym typeface="Verdana"/>
              </a:defRPr>
            </a:lvl3pPr>
            <a:lvl4pPr indent="-304800" lvl="3" marL="1828800" marR="0" rtl="0" algn="l">
              <a:lnSpc>
                <a:spcPct val="90000"/>
              </a:lnSpc>
              <a:spcBef>
                <a:spcPts val="600"/>
              </a:spcBef>
              <a:spcAft>
                <a:spcPts val="0"/>
              </a:spcAft>
              <a:buClr>
                <a:schemeClr val="accent1"/>
              </a:buClr>
              <a:buSzPts val="1200"/>
              <a:buFont typeface="Arial"/>
              <a:buChar char="‒"/>
              <a:defRPr b="0" i="0" sz="1200" u="none" cap="none" strike="noStrike">
                <a:solidFill>
                  <a:schemeClr val="dk1"/>
                </a:solidFill>
                <a:latin typeface="Verdana"/>
                <a:ea typeface="Verdana"/>
                <a:cs typeface="Verdana"/>
                <a:sym typeface="Verdana"/>
              </a:defRPr>
            </a:lvl4pPr>
            <a:lvl5pPr indent="-317500" lvl="4" marL="22860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Verdana"/>
                <a:ea typeface="Verdana"/>
                <a:cs typeface="Verdana"/>
                <a:sym typeface="Verdan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9pPr>
          </a:lstStyle>
          <a:p/>
        </p:txBody>
      </p:sp>
      <p:sp>
        <p:nvSpPr>
          <p:cNvPr id="9" name="Google Shape;9;p1"/>
          <p:cNvSpPr/>
          <p:nvPr/>
        </p:nvSpPr>
        <p:spPr>
          <a:xfrm>
            <a:off x="12496801" y="1590548"/>
            <a:ext cx="595070" cy="621323"/>
          </a:xfrm>
          <a:prstGeom prst="rect">
            <a:avLst/>
          </a:prstGeom>
          <a:solidFill>
            <a:schemeClr val="accent1"/>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600" u="none" cap="none" strike="noStrike">
                <a:solidFill>
                  <a:schemeClr val="lt1"/>
                </a:solidFill>
                <a:latin typeface="Verdana"/>
                <a:ea typeface="Verdana"/>
                <a:cs typeface="Verdana"/>
                <a:sym typeface="Verdana"/>
              </a:rPr>
              <a:t>Capgemini Blue</a:t>
            </a:r>
            <a:endParaRPr/>
          </a:p>
          <a:p>
            <a:pPr indent="0" lvl="0" marL="171450" marR="0" rtl="0" algn="l">
              <a:spcBef>
                <a:spcPts val="400"/>
              </a:spcBef>
              <a:spcAft>
                <a:spcPts val="0"/>
              </a:spcAft>
              <a:buNone/>
            </a:pPr>
            <a:r>
              <a:rPr b="0" i="0" lang="en-US" sz="600" u="none" cap="none" strike="noStrike">
                <a:solidFill>
                  <a:schemeClr val="lt1"/>
                </a:solidFill>
                <a:latin typeface="Verdana"/>
                <a:ea typeface="Verdana"/>
                <a:cs typeface="Verdana"/>
                <a:sym typeface="Verdana"/>
              </a:rPr>
              <a:t>R 0</a:t>
            </a:r>
            <a:endParaRPr/>
          </a:p>
          <a:p>
            <a:pPr indent="0" lvl="0" marL="171450" marR="0" rtl="0" algn="l">
              <a:spcBef>
                <a:spcPts val="0"/>
              </a:spcBef>
              <a:spcAft>
                <a:spcPts val="0"/>
              </a:spcAft>
              <a:buNone/>
            </a:pPr>
            <a:r>
              <a:rPr b="0" i="0" lang="en-US" sz="600" u="none" cap="none" strike="noStrike">
                <a:solidFill>
                  <a:schemeClr val="lt1"/>
                </a:solidFill>
                <a:latin typeface="Verdana"/>
                <a:ea typeface="Verdana"/>
                <a:cs typeface="Verdana"/>
                <a:sym typeface="Verdana"/>
              </a:rPr>
              <a:t>G 112</a:t>
            </a:r>
            <a:endParaRPr/>
          </a:p>
          <a:p>
            <a:pPr indent="0" lvl="0" marL="171450" marR="0" rtl="0" algn="l">
              <a:spcBef>
                <a:spcPts val="0"/>
              </a:spcBef>
              <a:spcAft>
                <a:spcPts val="0"/>
              </a:spcAft>
              <a:buNone/>
            </a:pPr>
            <a:r>
              <a:rPr b="0" i="0" lang="en-US" sz="600" u="none" cap="none" strike="noStrike">
                <a:solidFill>
                  <a:schemeClr val="lt1"/>
                </a:solidFill>
                <a:latin typeface="Verdana"/>
                <a:ea typeface="Verdana"/>
                <a:cs typeface="Verdana"/>
                <a:sym typeface="Verdana"/>
              </a:rPr>
              <a:t>B 173</a:t>
            </a:r>
            <a:endParaRPr/>
          </a:p>
        </p:txBody>
      </p:sp>
      <p:sp>
        <p:nvSpPr>
          <p:cNvPr id="10" name="Google Shape;10;p1"/>
          <p:cNvSpPr/>
          <p:nvPr/>
        </p:nvSpPr>
        <p:spPr>
          <a:xfrm>
            <a:off x="13091871" y="1590548"/>
            <a:ext cx="595070" cy="621323"/>
          </a:xfrm>
          <a:prstGeom prst="rect">
            <a:avLst/>
          </a:prstGeom>
          <a:solidFill>
            <a:schemeClr val="accent2"/>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600" u="none" cap="none" strike="noStrike">
                <a:solidFill>
                  <a:schemeClr val="lt1"/>
                </a:solidFill>
                <a:latin typeface="Verdana"/>
                <a:ea typeface="Verdana"/>
                <a:cs typeface="Verdana"/>
                <a:sym typeface="Verdana"/>
              </a:rPr>
              <a:t>Vibrant</a:t>
            </a:r>
            <a:br>
              <a:rPr b="1" i="0" lang="en-US" sz="600" u="none" cap="none" strike="noStrike">
                <a:solidFill>
                  <a:schemeClr val="lt1"/>
                </a:solidFill>
                <a:latin typeface="Verdana"/>
                <a:ea typeface="Verdana"/>
                <a:cs typeface="Verdana"/>
                <a:sym typeface="Verdana"/>
              </a:rPr>
            </a:br>
            <a:r>
              <a:rPr b="1" i="0" lang="en-US" sz="600" u="none" cap="none" strike="noStrike">
                <a:solidFill>
                  <a:schemeClr val="lt1"/>
                </a:solidFill>
                <a:latin typeface="Verdana"/>
                <a:ea typeface="Verdana"/>
                <a:cs typeface="Verdana"/>
                <a:sym typeface="Verdana"/>
              </a:rPr>
              <a:t>Blue</a:t>
            </a:r>
            <a:endParaRPr/>
          </a:p>
          <a:p>
            <a:pPr indent="0" lvl="0" marL="171450" marR="0" rtl="0" algn="l">
              <a:spcBef>
                <a:spcPts val="400"/>
              </a:spcBef>
              <a:spcAft>
                <a:spcPts val="0"/>
              </a:spcAft>
              <a:buNone/>
            </a:pPr>
            <a:r>
              <a:rPr b="0" i="0" lang="en-US" sz="600" u="none" cap="none" strike="noStrike">
                <a:solidFill>
                  <a:schemeClr val="lt1"/>
                </a:solidFill>
                <a:latin typeface="Verdana"/>
                <a:ea typeface="Verdana"/>
                <a:cs typeface="Verdana"/>
                <a:sym typeface="Verdana"/>
              </a:rPr>
              <a:t>R 18</a:t>
            </a:r>
            <a:endParaRPr/>
          </a:p>
          <a:p>
            <a:pPr indent="0" lvl="0" marL="171450" marR="0" rtl="0" algn="l">
              <a:spcBef>
                <a:spcPts val="0"/>
              </a:spcBef>
              <a:spcAft>
                <a:spcPts val="0"/>
              </a:spcAft>
              <a:buNone/>
            </a:pPr>
            <a:r>
              <a:rPr b="0" i="0" lang="en-US" sz="600" u="none" cap="none" strike="noStrike">
                <a:solidFill>
                  <a:schemeClr val="lt1"/>
                </a:solidFill>
                <a:latin typeface="Verdana"/>
                <a:ea typeface="Verdana"/>
                <a:cs typeface="Verdana"/>
                <a:sym typeface="Verdana"/>
              </a:rPr>
              <a:t>G 171</a:t>
            </a:r>
            <a:endParaRPr/>
          </a:p>
          <a:p>
            <a:pPr indent="0" lvl="0" marL="171450" marR="0" rtl="0" algn="l">
              <a:spcBef>
                <a:spcPts val="0"/>
              </a:spcBef>
              <a:spcAft>
                <a:spcPts val="0"/>
              </a:spcAft>
              <a:buNone/>
            </a:pPr>
            <a:r>
              <a:rPr b="0" i="0" lang="en-US" sz="600" u="none" cap="none" strike="noStrike">
                <a:solidFill>
                  <a:schemeClr val="lt1"/>
                </a:solidFill>
                <a:latin typeface="Verdana"/>
                <a:ea typeface="Verdana"/>
                <a:cs typeface="Verdana"/>
                <a:sym typeface="Verdana"/>
              </a:rPr>
              <a:t>B 219</a:t>
            </a:r>
            <a:endParaRPr/>
          </a:p>
        </p:txBody>
      </p:sp>
      <p:sp>
        <p:nvSpPr>
          <p:cNvPr id="11" name="Google Shape;11;p1"/>
          <p:cNvSpPr/>
          <p:nvPr/>
        </p:nvSpPr>
        <p:spPr>
          <a:xfrm>
            <a:off x="13686941" y="1590548"/>
            <a:ext cx="595070" cy="621323"/>
          </a:xfrm>
          <a:prstGeom prst="rect">
            <a:avLst/>
          </a:prstGeom>
          <a:solidFill>
            <a:schemeClr val="accent3"/>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600" u="none" cap="none" strike="noStrike">
                <a:solidFill>
                  <a:schemeClr val="lt1"/>
                </a:solidFill>
                <a:latin typeface="Verdana"/>
                <a:ea typeface="Verdana"/>
                <a:cs typeface="Verdana"/>
                <a:sym typeface="Verdana"/>
              </a:rPr>
              <a:t>Deep</a:t>
            </a:r>
            <a:br>
              <a:rPr b="1" i="0" lang="en-US" sz="600" u="none" cap="none" strike="noStrike">
                <a:solidFill>
                  <a:schemeClr val="lt1"/>
                </a:solidFill>
                <a:latin typeface="Verdana"/>
                <a:ea typeface="Verdana"/>
                <a:cs typeface="Verdana"/>
                <a:sym typeface="Verdana"/>
              </a:rPr>
            </a:br>
            <a:r>
              <a:rPr b="1" i="0" lang="en-US" sz="600" u="none" cap="none" strike="noStrike">
                <a:solidFill>
                  <a:schemeClr val="lt1"/>
                </a:solidFill>
                <a:latin typeface="Verdana"/>
                <a:ea typeface="Verdana"/>
                <a:cs typeface="Verdana"/>
                <a:sym typeface="Verdana"/>
              </a:rPr>
              <a:t>Purple</a:t>
            </a:r>
            <a:endParaRPr/>
          </a:p>
          <a:p>
            <a:pPr indent="0" lvl="0" marL="171450" marR="0" rtl="0" algn="l">
              <a:spcBef>
                <a:spcPts val="400"/>
              </a:spcBef>
              <a:spcAft>
                <a:spcPts val="0"/>
              </a:spcAft>
              <a:buNone/>
            </a:pPr>
            <a:r>
              <a:rPr b="0" i="0" lang="en-US" sz="600" u="none" cap="none" strike="noStrike">
                <a:solidFill>
                  <a:schemeClr val="lt1"/>
                </a:solidFill>
                <a:latin typeface="Verdana"/>
                <a:ea typeface="Verdana"/>
                <a:cs typeface="Verdana"/>
                <a:sym typeface="Verdana"/>
              </a:rPr>
              <a:t>R 43</a:t>
            </a:r>
            <a:endParaRPr/>
          </a:p>
          <a:p>
            <a:pPr indent="0" lvl="0" marL="171450" marR="0" rtl="0" algn="l">
              <a:spcBef>
                <a:spcPts val="0"/>
              </a:spcBef>
              <a:spcAft>
                <a:spcPts val="0"/>
              </a:spcAft>
              <a:buNone/>
            </a:pPr>
            <a:r>
              <a:rPr b="0" i="0" lang="en-US" sz="600" u="none" cap="none" strike="noStrike">
                <a:solidFill>
                  <a:schemeClr val="lt1"/>
                </a:solidFill>
                <a:latin typeface="Verdana"/>
                <a:ea typeface="Verdana"/>
                <a:cs typeface="Verdana"/>
                <a:sym typeface="Verdana"/>
              </a:rPr>
              <a:t>G 10</a:t>
            </a:r>
            <a:endParaRPr/>
          </a:p>
          <a:p>
            <a:pPr indent="0" lvl="0" marL="171450" marR="0" rtl="0" algn="l">
              <a:spcBef>
                <a:spcPts val="0"/>
              </a:spcBef>
              <a:spcAft>
                <a:spcPts val="0"/>
              </a:spcAft>
              <a:buNone/>
            </a:pPr>
            <a:r>
              <a:rPr b="0" i="0" lang="en-US" sz="600" u="none" cap="none" strike="noStrike">
                <a:solidFill>
                  <a:schemeClr val="lt1"/>
                </a:solidFill>
                <a:latin typeface="Verdana"/>
                <a:ea typeface="Verdana"/>
                <a:cs typeface="Verdana"/>
                <a:sym typeface="Verdana"/>
              </a:rPr>
              <a:t>B 61</a:t>
            </a:r>
            <a:endParaRPr/>
          </a:p>
        </p:txBody>
      </p:sp>
      <p:sp>
        <p:nvSpPr>
          <p:cNvPr id="12" name="Google Shape;12;p1"/>
          <p:cNvSpPr/>
          <p:nvPr/>
        </p:nvSpPr>
        <p:spPr>
          <a:xfrm>
            <a:off x="14282011" y="1590548"/>
            <a:ext cx="595070" cy="621323"/>
          </a:xfrm>
          <a:prstGeom prst="rect">
            <a:avLst/>
          </a:prstGeom>
          <a:solidFill>
            <a:schemeClr val="accent4"/>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600" u="none" cap="none" strike="noStrike">
                <a:solidFill>
                  <a:schemeClr val="lt1"/>
                </a:solidFill>
                <a:latin typeface="Verdana"/>
                <a:ea typeface="Verdana"/>
                <a:cs typeface="Verdana"/>
                <a:sym typeface="Verdana"/>
              </a:rPr>
              <a:t>Tech</a:t>
            </a:r>
            <a:br>
              <a:rPr b="1" i="0" lang="en-US" sz="600" u="none" cap="none" strike="noStrike">
                <a:solidFill>
                  <a:schemeClr val="lt1"/>
                </a:solidFill>
                <a:latin typeface="Verdana"/>
                <a:ea typeface="Verdana"/>
                <a:cs typeface="Verdana"/>
                <a:sym typeface="Verdana"/>
              </a:rPr>
            </a:br>
            <a:r>
              <a:rPr b="1" i="0" lang="en-US" sz="600" u="none" cap="none" strike="noStrike">
                <a:solidFill>
                  <a:schemeClr val="lt1"/>
                </a:solidFill>
                <a:latin typeface="Verdana"/>
                <a:ea typeface="Verdana"/>
                <a:cs typeface="Verdana"/>
                <a:sym typeface="Verdana"/>
              </a:rPr>
              <a:t>Red</a:t>
            </a:r>
            <a:endParaRPr/>
          </a:p>
          <a:p>
            <a:pPr indent="0" lvl="0" marL="171450" marR="0" rtl="0" algn="l">
              <a:spcBef>
                <a:spcPts val="400"/>
              </a:spcBef>
              <a:spcAft>
                <a:spcPts val="0"/>
              </a:spcAft>
              <a:buNone/>
            </a:pPr>
            <a:r>
              <a:rPr b="0" i="0" lang="en-US" sz="600" u="none" cap="none" strike="noStrike">
                <a:solidFill>
                  <a:schemeClr val="lt1"/>
                </a:solidFill>
                <a:latin typeface="Verdana"/>
                <a:ea typeface="Verdana"/>
                <a:cs typeface="Verdana"/>
                <a:sym typeface="Verdana"/>
              </a:rPr>
              <a:t>R 255</a:t>
            </a:r>
            <a:endParaRPr/>
          </a:p>
          <a:p>
            <a:pPr indent="0" lvl="0" marL="171450" marR="0" rtl="0" algn="l">
              <a:spcBef>
                <a:spcPts val="0"/>
              </a:spcBef>
              <a:spcAft>
                <a:spcPts val="0"/>
              </a:spcAft>
              <a:buNone/>
            </a:pPr>
            <a:r>
              <a:rPr b="0" i="0" lang="en-US" sz="600" u="none" cap="none" strike="noStrike">
                <a:solidFill>
                  <a:schemeClr val="lt1"/>
                </a:solidFill>
                <a:latin typeface="Verdana"/>
                <a:ea typeface="Verdana"/>
                <a:cs typeface="Verdana"/>
                <a:sym typeface="Verdana"/>
              </a:rPr>
              <a:t>G 48</a:t>
            </a:r>
            <a:endParaRPr/>
          </a:p>
          <a:p>
            <a:pPr indent="0" lvl="0" marL="171450" marR="0" rtl="0" algn="l">
              <a:spcBef>
                <a:spcPts val="0"/>
              </a:spcBef>
              <a:spcAft>
                <a:spcPts val="0"/>
              </a:spcAft>
              <a:buNone/>
            </a:pPr>
            <a:r>
              <a:rPr b="0" i="0" lang="en-US" sz="600" u="none" cap="none" strike="noStrike">
                <a:solidFill>
                  <a:schemeClr val="lt1"/>
                </a:solidFill>
                <a:latin typeface="Verdana"/>
                <a:ea typeface="Verdana"/>
                <a:cs typeface="Verdana"/>
                <a:sym typeface="Verdana"/>
              </a:rPr>
              <a:t>B 76</a:t>
            </a:r>
            <a:endParaRPr/>
          </a:p>
        </p:txBody>
      </p:sp>
      <p:sp>
        <p:nvSpPr>
          <p:cNvPr id="13" name="Google Shape;13;p1"/>
          <p:cNvSpPr/>
          <p:nvPr/>
        </p:nvSpPr>
        <p:spPr>
          <a:xfrm>
            <a:off x="14877081" y="1590548"/>
            <a:ext cx="595070" cy="621323"/>
          </a:xfrm>
          <a:prstGeom prst="rect">
            <a:avLst/>
          </a:prstGeom>
          <a:solidFill>
            <a:schemeClr val="accent5"/>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600" u="none" cap="none" strike="noStrike">
                <a:solidFill>
                  <a:schemeClr val="lt1"/>
                </a:solidFill>
                <a:latin typeface="Verdana"/>
                <a:ea typeface="Verdana"/>
                <a:cs typeface="Verdana"/>
                <a:sym typeface="Verdana"/>
              </a:rPr>
              <a:t>Zest</a:t>
            </a:r>
            <a:br>
              <a:rPr b="1" i="0" lang="en-US" sz="600" u="none" cap="none" strike="noStrike">
                <a:solidFill>
                  <a:schemeClr val="lt1"/>
                </a:solidFill>
                <a:latin typeface="Verdana"/>
                <a:ea typeface="Verdana"/>
                <a:cs typeface="Verdana"/>
                <a:sym typeface="Verdana"/>
              </a:rPr>
            </a:br>
            <a:r>
              <a:rPr b="1" i="0" lang="en-US" sz="600" u="none" cap="none" strike="noStrike">
                <a:solidFill>
                  <a:schemeClr val="lt1"/>
                </a:solidFill>
                <a:latin typeface="Verdana"/>
                <a:ea typeface="Verdana"/>
                <a:cs typeface="Verdana"/>
                <a:sym typeface="Verdana"/>
              </a:rPr>
              <a:t>Green</a:t>
            </a:r>
            <a:endParaRPr/>
          </a:p>
          <a:p>
            <a:pPr indent="0" lvl="0" marL="171450" marR="0" rtl="0" algn="l">
              <a:spcBef>
                <a:spcPts val="400"/>
              </a:spcBef>
              <a:spcAft>
                <a:spcPts val="0"/>
              </a:spcAft>
              <a:buNone/>
            </a:pPr>
            <a:r>
              <a:rPr b="0" i="0" lang="en-US" sz="600" u="none" cap="none" strike="noStrike">
                <a:solidFill>
                  <a:schemeClr val="lt1"/>
                </a:solidFill>
                <a:latin typeface="Verdana"/>
                <a:ea typeface="Verdana"/>
                <a:cs typeface="Verdana"/>
                <a:sym typeface="Verdana"/>
              </a:rPr>
              <a:t>R 149</a:t>
            </a:r>
            <a:endParaRPr/>
          </a:p>
          <a:p>
            <a:pPr indent="0" lvl="0" marL="171450" marR="0" rtl="0" algn="l">
              <a:spcBef>
                <a:spcPts val="0"/>
              </a:spcBef>
              <a:spcAft>
                <a:spcPts val="0"/>
              </a:spcAft>
              <a:buNone/>
            </a:pPr>
            <a:r>
              <a:rPr b="0" i="0" lang="en-US" sz="600" u="none" cap="none" strike="noStrike">
                <a:solidFill>
                  <a:schemeClr val="lt1"/>
                </a:solidFill>
                <a:latin typeface="Verdana"/>
                <a:ea typeface="Verdana"/>
                <a:cs typeface="Verdana"/>
                <a:sym typeface="Verdana"/>
              </a:rPr>
              <a:t>G 230</a:t>
            </a:r>
            <a:endParaRPr/>
          </a:p>
          <a:p>
            <a:pPr indent="0" lvl="0" marL="171450" marR="0" rtl="0" algn="l">
              <a:spcBef>
                <a:spcPts val="0"/>
              </a:spcBef>
              <a:spcAft>
                <a:spcPts val="0"/>
              </a:spcAft>
              <a:buNone/>
            </a:pPr>
            <a:r>
              <a:rPr b="0" i="0" lang="en-US" sz="600" u="none" cap="none" strike="noStrike">
                <a:solidFill>
                  <a:schemeClr val="lt1"/>
                </a:solidFill>
                <a:latin typeface="Verdana"/>
                <a:ea typeface="Verdana"/>
                <a:cs typeface="Verdana"/>
                <a:sym typeface="Verdana"/>
              </a:rPr>
              <a:t>B 22</a:t>
            </a:r>
            <a:endParaRPr/>
          </a:p>
        </p:txBody>
      </p:sp>
      <p:sp>
        <p:nvSpPr>
          <p:cNvPr id="14" name="Google Shape;14;p1"/>
          <p:cNvSpPr/>
          <p:nvPr/>
        </p:nvSpPr>
        <p:spPr>
          <a:xfrm>
            <a:off x="12496801" y="2468607"/>
            <a:ext cx="595070" cy="621323"/>
          </a:xfrm>
          <a:prstGeom prst="rect">
            <a:avLst/>
          </a:prstGeom>
          <a:solidFill>
            <a:srgbClr val="80B8D6"/>
          </a:solidFill>
          <a:ln>
            <a:noFill/>
          </a:ln>
        </p:spPr>
        <p:txBody>
          <a:bodyPr anchorCtr="0" anchor="ctr" bIns="0" lIns="0" spcFirstLastPara="1" rIns="0" wrap="square" tIns="0">
            <a:noAutofit/>
          </a:bodyPr>
          <a:lstStyle/>
          <a:p>
            <a:pPr indent="0" lvl="0" marL="58738" marR="0" rtl="0" algn="l">
              <a:spcBef>
                <a:spcPts val="0"/>
              </a:spcBef>
              <a:spcAft>
                <a:spcPts val="0"/>
              </a:spcAft>
              <a:buNone/>
            </a:pPr>
            <a:r>
              <a:rPr b="1" i="0" lang="en-US" sz="600" u="none" cap="none" strike="noStrike">
                <a:solidFill>
                  <a:schemeClr val="lt1"/>
                </a:solidFill>
                <a:latin typeface="Verdana"/>
                <a:ea typeface="Verdana"/>
                <a:cs typeface="Verdana"/>
                <a:sym typeface="Verdana"/>
              </a:rPr>
              <a:t>Capgemini Blue</a:t>
            </a:r>
            <a:r>
              <a:rPr b="0" i="0" lang="en-US" sz="600" u="none" cap="none" strike="noStrike">
                <a:solidFill>
                  <a:schemeClr val="lt1"/>
                </a:solidFill>
                <a:latin typeface="Verdana"/>
                <a:ea typeface="Verdana"/>
                <a:cs typeface="Verdana"/>
                <a:sym typeface="Verdana"/>
              </a:rPr>
              <a:t> (-50%)</a:t>
            </a:r>
            <a:endParaRPr/>
          </a:p>
          <a:p>
            <a:pPr indent="0" lvl="0" marL="171450" marR="0" rtl="0" algn="l">
              <a:spcBef>
                <a:spcPts val="400"/>
              </a:spcBef>
              <a:spcAft>
                <a:spcPts val="0"/>
              </a:spcAft>
              <a:buNone/>
            </a:pPr>
            <a:r>
              <a:rPr b="0" i="0" lang="en-US" sz="600" u="none" cap="none" strike="noStrike">
                <a:solidFill>
                  <a:schemeClr val="lt1"/>
                </a:solidFill>
                <a:latin typeface="Verdana"/>
                <a:ea typeface="Verdana"/>
                <a:cs typeface="Verdana"/>
                <a:sym typeface="Verdana"/>
              </a:rPr>
              <a:t>R 128</a:t>
            </a:r>
            <a:endParaRPr/>
          </a:p>
          <a:p>
            <a:pPr indent="0" lvl="0" marL="171450" marR="0" rtl="0" algn="l">
              <a:spcBef>
                <a:spcPts val="0"/>
              </a:spcBef>
              <a:spcAft>
                <a:spcPts val="0"/>
              </a:spcAft>
              <a:buNone/>
            </a:pPr>
            <a:r>
              <a:rPr b="0" i="0" lang="en-US" sz="600" u="none" cap="none" strike="noStrike">
                <a:solidFill>
                  <a:schemeClr val="lt1"/>
                </a:solidFill>
                <a:latin typeface="Verdana"/>
                <a:ea typeface="Verdana"/>
                <a:cs typeface="Verdana"/>
                <a:sym typeface="Verdana"/>
              </a:rPr>
              <a:t>G 184</a:t>
            </a:r>
            <a:endParaRPr/>
          </a:p>
          <a:p>
            <a:pPr indent="0" lvl="0" marL="171450" marR="0" rtl="0" algn="l">
              <a:spcBef>
                <a:spcPts val="0"/>
              </a:spcBef>
              <a:spcAft>
                <a:spcPts val="0"/>
              </a:spcAft>
              <a:buNone/>
            </a:pPr>
            <a:r>
              <a:rPr b="0" i="0" lang="en-US" sz="600" u="none" cap="none" strike="noStrike">
                <a:solidFill>
                  <a:schemeClr val="lt1"/>
                </a:solidFill>
                <a:latin typeface="Verdana"/>
                <a:ea typeface="Verdana"/>
                <a:cs typeface="Verdana"/>
                <a:sym typeface="Verdana"/>
              </a:rPr>
              <a:t>B 214</a:t>
            </a:r>
            <a:endParaRPr/>
          </a:p>
        </p:txBody>
      </p:sp>
      <p:sp>
        <p:nvSpPr>
          <p:cNvPr id="15" name="Google Shape;15;p1"/>
          <p:cNvSpPr/>
          <p:nvPr/>
        </p:nvSpPr>
        <p:spPr>
          <a:xfrm>
            <a:off x="13091871" y="2468607"/>
            <a:ext cx="595070" cy="621323"/>
          </a:xfrm>
          <a:prstGeom prst="rect">
            <a:avLst/>
          </a:prstGeom>
          <a:solidFill>
            <a:srgbClr val="88D5ED"/>
          </a:solidFill>
          <a:ln>
            <a:noFill/>
          </a:ln>
        </p:spPr>
        <p:txBody>
          <a:bodyPr anchorCtr="0" anchor="ctr" bIns="0" lIns="0" spcFirstLastPara="1" rIns="0" wrap="square" tIns="0">
            <a:noAutofit/>
          </a:bodyPr>
          <a:lstStyle/>
          <a:p>
            <a:pPr indent="0" lvl="0" marL="58738" marR="0" rtl="0" algn="l">
              <a:spcBef>
                <a:spcPts val="0"/>
              </a:spcBef>
              <a:spcAft>
                <a:spcPts val="0"/>
              </a:spcAft>
              <a:buNone/>
            </a:pPr>
            <a:r>
              <a:rPr b="1" i="0" lang="en-US" sz="600" u="none" cap="none" strike="noStrike">
                <a:solidFill>
                  <a:schemeClr val="lt1"/>
                </a:solidFill>
                <a:latin typeface="Verdana"/>
                <a:ea typeface="Verdana"/>
                <a:cs typeface="Verdana"/>
                <a:sym typeface="Verdana"/>
              </a:rPr>
              <a:t>Vibrant</a:t>
            </a:r>
            <a:br>
              <a:rPr b="1" i="0" lang="en-US" sz="600" u="none" cap="none" strike="noStrike">
                <a:solidFill>
                  <a:schemeClr val="lt1"/>
                </a:solidFill>
                <a:latin typeface="Verdana"/>
                <a:ea typeface="Verdana"/>
                <a:cs typeface="Verdana"/>
                <a:sym typeface="Verdana"/>
              </a:rPr>
            </a:br>
            <a:r>
              <a:rPr b="1" i="0" lang="en-US" sz="600" u="none" cap="none" strike="noStrike">
                <a:solidFill>
                  <a:schemeClr val="lt1"/>
                </a:solidFill>
                <a:latin typeface="Verdana"/>
                <a:ea typeface="Verdana"/>
                <a:cs typeface="Verdana"/>
                <a:sym typeface="Verdana"/>
              </a:rPr>
              <a:t>Blue</a:t>
            </a:r>
            <a:r>
              <a:rPr b="0" i="0" lang="en-US" sz="600" u="none" cap="none" strike="noStrike">
                <a:solidFill>
                  <a:schemeClr val="lt1"/>
                </a:solidFill>
                <a:latin typeface="Verdana"/>
                <a:ea typeface="Verdana"/>
                <a:cs typeface="Verdana"/>
                <a:sym typeface="Verdana"/>
              </a:rPr>
              <a:t> (-50%)</a:t>
            </a:r>
            <a:endParaRPr/>
          </a:p>
          <a:p>
            <a:pPr indent="0" lvl="0" marL="171450" marR="0" rtl="0" algn="l">
              <a:spcBef>
                <a:spcPts val="400"/>
              </a:spcBef>
              <a:spcAft>
                <a:spcPts val="0"/>
              </a:spcAft>
              <a:buNone/>
            </a:pPr>
            <a:r>
              <a:rPr b="0" i="0" lang="en-US" sz="600" u="none" cap="none" strike="noStrike">
                <a:solidFill>
                  <a:schemeClr val="lt1"/>
                </a:solidFill>
                <a:latin typeface="Verdana"/>
                <a:ea typeface="Verdana"/>
                <a:cs typeface="Verdana"/>
                <a:sym typeface="Verdana"/>
              </a:rPr>
              <a:t>R 136</a:t>
            </a:r>
            <a:endParaRPr/>
          </a:p>
          <a:p>
            <a:pPr indent="0" lvl="0" marL="171450" marR="0" rtl="0" algn="l">
              <a:spcBef>
                <a:spcPts val="0"/>
              </a:spcBef>
              <a:spcAft>
                <a:spcPts val="0"/>
              </a:spcAft>
              <a:buNone/>
            </a:pPr>
            <a:r>
              <a:rPr b="0" i="0" lang="en-US" sz="600" u="none" cap="none" strike="noStrike">
                <a:solidFill>
                  <a:schemeClr val="lt1"/>
                </a:solidFill>
                <a:latin typeface="Verdana"/>
                <a:ea typeface="Verdana"/>
                <a:cs typeface="Verdana"/>
                <a:sym typeface="Verdana"/>
              </a:rPr>
              <a:t>G 213</a:t>
            </a:r>
            <a:endParaRPr/>
          </a:p>
          <a:p>
            <a:pPr indent="0" lvl="0" marL="171450" marR="0" rtl="0" algn="l">
              <a:spcBef>
                <a:spcPts val="0"/>
              </a:spcBef>
              <a:spcAft>
                <a:spcPts val="0"/>
              </a:spcAft>
              <a:buNone/>
            </a:pPr>
            <a:r>
              <a:rPr b="0" i="0" lang="en-US" sz="600" u="none" cap="none" strike="noStrike">
                <a:solidFill>
                  <a:schemeClr val="lt1"/>
                </a:solidFill>
                <a:latin typeface="Verdana"/>
                <a:ea typeface="Verdana"/>
                <a:cs typeface="Verdana"/>
                <a:sym typeface="Verdana"/>
              </a:rPr>
              <a:t>B 237</a:t>
            </a:r>
            <a:endParaRPr/>
          </a:p>
        </p:txBody>
      </p:sp>
      <p:sp>
        <p:nvSpPr>
          <p:cNvPr id="16" name="Google Shape;16;p1"/>
          <p:cNvSpPr/>
          <p:nvPr/>
        </p:nvSpPr>
        <p:spPr>
          <a:xfrm>
            <a:off x="13686941" y="2468607"/>
            <a:ext cx="595070" cy="621323"/>
          </a:xfrm>
          <a:prstGeom prst="rect">
            <a:avLst/>
          </a:prstGeom>
          <a:solidFill>
            <a:srgbClr val="6D64CC"/>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600" u="none" cap="none" strike="noStrike">
                <a:solidFill>
                  <a:schemeClr val="lt1"/>
                </a:solidFill>
                <a:latin typeface="Verdana"/>
                <a:ea typeface="Verdana"/>
                <a:cs typeface="Verdana"/>
                <a:sym typeface="Verdana"/>
              </a:rPr>
              <a:t>Bright</a:t>
            </a:r>
            <a:br>
              <a:rPr b="1" i="0" lang="en-US" sz="600" u="none" cap="none" strike="noStrike">
                <a:solidFill>
                  <a:schemeClr val="lt1"/>
                </a:solidFill>
                <a:latin typeface="Verdana"/>
                <a:ea typeface="Verdana"/>
                <a:cs typeface="Verdana"/>
                <a:sym typeface="Verdana"/>
              </a:rPr>
            </a:br>
            <a:r>
              <a:rPr b="1" i="0" lang="en-US" sz="600" u="none" cap="none" strike="noStrike">
                <a:solidFill>
                  <a:schemeClr val="lt1"/>
                </a:solidFill>
                <a:latin typeface="Verdana"/>
                <a:ea typeface="Verdana"/>
                <a:cs typeface="Verdana"/>
                <a:sym typeface="Verdana"/>
              </a:rPr>
              <a:t>Purple</a:t>
            </a:r>
            <a:endParaRPr/>
          </a:p>
          <a:p>
            <a:pPr indent="0" lvl="0" marL="171450" marR="0" rtl="0" algn="l">
              <a:spcBef>
                <a:spcPts val="400"/>
              </a:spcBef>
              <a:spcAft>
                <a:spcPts val="0"/>
              </a:spcAft>
              <a:buNone/>
            </a:pPr>
            <a:r>
              <a:rPr b="0" i="0" lang="en-US" sz="600" u="none" cap="none" strike="noStrike">
                <a:solidFill>
                  <a:schemeClr val="lt1"/>
                </a:solidFill>
                <a:latin typeface="Verdana"/>
                <a:ea typeface="Verdana"/>
                <a:cs typeface="Verdana"/>
                <a:sym typeface="Verdana"/>
              </a:rPr>
              <a:t>R 109</a:t>
            </a:r>
            <a:endParaRPr/>
          </a:p>
          <a:p>
            <a:pPr indent="0" lvl="0" marL="171450" marR="0" rtl="0" algn="l">
              <a:spcBef>
                <a:spcPts val="0"/>
              </a:spcBef>
              <a:spcAft>
                <a:spcPts val="0"/>
              </a:spcAft>
              <a:buNone/>
            </a:pPr>
            <a:r>
              <a:rPr b="0" i="0" lang="en-US" sz="600" u="none" cap="none" strike="noStrike">
                <a:solidFill>
                  <a:schemeClr val="lt1"/>
                </a:solidFill>
                <a:latin typeface="Verdana"/>
                <a:ea typeface="Verdana"/>
                <a:cs typeface="Verdana"/>
                <a:sym typeface="Verdana"/>
              </a:rPr>
              <a:t>G 100</a:t>
            </a:r>
            <a:endParaRPr/>
          </a:p>
          <a:p>
            <a:pPr indent="0" lvl="0" marL="171450" marR="0" rtl="0" algn="l">
              <a:spcBef>
                <a:spcPts val="0"/>
              </a:spcBef>
              <a:spcAft>
                <a:spcPts val="0"/>
              </a:spcAft>
              <a:buNone/>
            </a:pPr>
            <a:r>
              <a:rPr b="0" i="0" lang="en-US" sz="600" u="none" cap="none" strike="noStrike">
                <a:solidFill>
                  <a:schemeClr val="lt1"/>
                </a:solidFill>
                <a:latin typeface="Verdana"/>
                <a:ea typeface="Verdana"/>
                <a:cs typeface="Verdana"/>
                <a:sym typeface="Verdana"/>
              </a:rPr>
              <a:t>B 204</a:t>
            </a:r>
            <a:endParaRPr/>
          </a:p>
        </p:txBody>
      </p:sp>
      <p:sp>
        <p:nvSpPr>
          <p:cNvPr id="17" name="Google Shape;17;p1"/>
          <p:cNvSpPr/>
          <p:nvPr/>
        </p:nvSpPr>
        <p:spPr>
          <a:xfrm>
            <a:off x="14282011" y="2468607"/>
            <a:ext cx="595070" cy="621323"/>
          </a:xfrm>
          <a:prstGeom prst="rect">
            <a:avLst/>
          </a:prstGeom>
          <a:solidFill>
            <a:srgbClr val="FF6327"/>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600" u="none" cap="none" strike="noStrike">
                <a:solidFill>
                  <a:schemeClr val="lt1"/>
                </a:solidFill>
                <a:latin typeface="Verdana"/>
                <a:ea typeface="Verdana"/>
                <a:cs typeface="Verdana"/>
                <a:sym typeface="Verdana"/>
              </a:rPr>
              <a:t>Orange</a:t>
            </a:r>
            <a:endParaRPr/>
          </a:p>
          <a:p>
            <a:pPr indent="0" lvl="0" marL="171450" marR="0" rtl="0" algn="l">
              <a:spcBef>
                <a:spcPts val="400"/>
              </a:spcBef>
              <a:spcAft>
                <a:spcPts val="0"/>
              </a:spcAft>
              <a:buNone/>
            </a:pPr>
            <a:r>
              <a:rPr b="0" i="0" lang="en-US" sz="600" u="none" cap="none" strike="noStrike">
                <a:solidFill>
                  <a:schemeClr val="lt1"/>
                </a:solidFill>
                <a:latin typeface="Verdana"/>
                <a:ea typeface="Verdana"/>
                <a:cs typeface="Verdana"/>
                <a:sym typeface="Verdana"/>
              </a:rPr>
              <a:t>R 255</a:t>
            </a:r>
            <a:endParaRPr/>
          </a:p>
          <a:p>
            <a:pPr indent="0" lvl="0" marL="171450" marR="0" rtl="0" algn="l">
              <a:spcBef>
                <a:spcPts val="0"/>
              </a:spcBef>
              <a:spcAft>
                <a:spcPts val="0"/>
              </a:spcAft>
              <a:buNone/>
            </a:pPr>
            <a:r>
              <a:rPr b="0" i="0" lang="en-US" sz="600" u="none" cap="none" strike="noStrike">
                <a:solidFill>
                  <a:schemeClr val="lt1"/>
                </a:solidFill>
                <a:latin typeface="Verdana"/>
                <a:ea typeface="Verdana"/>
                <a:cs typeface="Verdana"/>
                <a:sym typeface="Verdana"/>
              </a:rPr>
              <a:t>G 99</a:t>
            </a:r>
            <a:endParaRPr/>
          </a:p>
          <a:p>
            <a:pPr indent="0" lvl="0" marL="171450" marR="0" rtl="0" algn="l">
              <a:spcBef>
                <a:spcPts val="0"/>
              </a:spcBef>
              <a:spcAft>
                <a:spcPts val="0"/>
              </a:spcAft>
              <a:buNone/>
            </a:pPr>
            <a:r>
              <a:rPr b="0" i="0" lang="en-US" sz="600" u="none" cap="none" strike="noStrike">
                <a:solidFill>
                  <a:schemeClr val="lt1"/>
                </a:solidFill>
                <a:latin typeface="Verdana"/>
                <a:ea typeface="Verdana"/>
                <a:cs typeface="Verdana"/>
                <a:sym typeface="Verdana"/>
              </a:rPr>
              <a:t>B 39</a:t>
            </a:r>
            <a:endParaRPr/>
          </a:p>
        </p:txBody>
      </p:sp>
      <p:sp>
        <p:nvSpPr>
          <p:cNvPr id="18" name="Google Shape;18;p1"/>
          <p:cNvSpPr/>
          <p:nvPr/>
        </p:nvSpPr>
        <p:spPr>
          <a:xfrm>
            <a:off x="14877081" y="2468607"/>
            <a:ext cx="595070" cy="621323"/>
          </a:xfrm>
          <a:prstGeom prst="rect">
            <a:avLst/>
          </a:prstGeom>
          <a:solidFill>
            <a:srgbClr val="C8FF16"/>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600" u="none" cap="none" strike="noStrike">
                <a:solidFill>
                  <a:schemeClr val="lt1"/>
                </a:solidFill>
                <a:latin typeface="Verdana"/>
                <a:ea typeface="Verdana"/>
                <a:cs typeface="Verdana"/>
                <a:sym typeface="Verdana"/>
              </a:rPr>
              <a:t>Bright</a:t>
            </a:r>
            <a:br>
              <a:rPr b="1" i="0" lang="en-US" sz="600" u="none" cap="none" strike="noStrike">
                <a:solidFill>
                  <a:schemeClr val="lt1"/>
                </a:solidFill>
                <a:latin typeface="Verdana"/>
                <a:ea typeface="Verdana"/>
                <a:cs typeface="Verdana"/>
                <a:sym typeface="Verdana"/>
              </a:rPr>
            </a:br>
            <a:r>
              <a:rPr b="1" i="0" lang="en-US" sz="600" u="none" cap="none" strike="noStrike">
                <a:solidFill>
                  <a:schemeClr val="lt1"/>
                </a:solidFill>
                <a:latin typeface="Verdana"/>
                <a:ea typeface="Verdana"/>
                <a:cs typeface="Verdana"/>
                <a:sym typeface="Verdana"/>
              </a:rPr>
              <a:t>Green</a:t>
            </a:r>
            <a:endParaRPr/>
          </a:p>
          <a:p>
            <a:pPr indent="0" lvl="0" marL="171450" marR="0" rtl="0" algn="l">
              <a:spcBef>
                <a:spcPts val="400"/>
              </a:spcBef>
              <a:spcAft>
                <a:spcPts val="0"/>
              </a:spcAft>
              <a:buNone/>
            </a:pPr>
            <a:r>
              <a:rPr b="0" i="0" lang="en-US" sz="600" u="none" cap="none" strike="noStrike">
                <a:solidFill>
                  <a:schemeClr val="lt1"/>
                </a:solidFill>
                <a:latin typeface="Verdana"/>
                <a:ea typeface="Verdana"/>
                <a:cs typeface="Verdana"/>
                <a:sym typeface="Verdana"/>
              </a:rPr>
              <a:t>R 200</a:t>
            </a:r>
            <a:endParaRPr/>
          </a:p>
          <a:p>
            <a:pPr indent="0" lvl="0" marL="171450" marR="0" rtl="0" algn="l">
              <a:spcBef>
                <a:spcPts val="0"/>
              </a:spcBef>
              <a:spcAft>
                <a:spcPts val="0"/>
              </a:spcAft>
              <a:buNone/>
            </a:pPr>
            <a:r>
              <a:rPr b="0" i="0" lang="en-US" sz="600" u="none" cap="none" strike="noStrike">
                <a:solidFill>
                  <a:schemeClr val="lt1"/>
                </a:solidFill>
                <a:latin typeface="Verdana"/>
                <a:ea typeface="Verdana"/>
                <a:cs typeface="Verdana"/>
                <a:sym typeface="Verdana"/>
              </a:rPr>
              <a:t>G 255</a:t>
            </a:r>
            <a:endParaRPr/>
          </a:p>
          <a:p>
            <a:pPr indent="0" lvl="0" marL="171450" marR="0" rtl="0" algn="l">
              <a:spcBef>
                <a:spcPts val="0"/>
              </a:spcBef>
              <a:spcAft>
                <a:spcPts val="0"/>
              </a:spcAft>
              <a:buNone/>
            </a:pPr>
            <a:r>
              <a:rPr b="0" i="0" lang="en-US" sz="600" u="none" cap="none" strike="noStrike">
                <a:solidFill>
                  <a:schemeClr val="lt1"/>
                </a:solidFill>
                <a:latin typeface="Verdana"/>
                <a:ea typeface="Verdana"/>
                <a:cs typeface="Verdana"/>
                <a:sym typeface="Verdana"/>
              </a:rPr>
              <a:t>B 22</a:t>
            </a:r>
            <a:endParaRPr/>
          </a:p>
        </p:txBody>
      </p:sp>
      <p:sp>
        <p:nvSpPr>
          <p:cNvPr id="19" name="Google Shape;19;p1"/>
          <p:cNvSpPr/>
          <p:nvPr/>
        </p:nvSpPr>
        <p:spPr>
          <a:xfrm>
            <a:off x="13686941" y="3089930"/>
            <a:ext cx="595070" cy="621323"/>
          </a:xfrm>
          <a:prstGeom prst="rect">
            <a:avLst/>
          </a:prstGeom>
          <a:solidFill>
            <a:srgbClr val="7E39BA"/>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600" u="none" cap="none" strike="noStrike">
                <a:solidFill>
                  <a:schemeClr val="lt1"/>
                </a:solidFill>
                <a:latin typeface="Verdana"/>
                <a:ea typeface="Verdana"/>
                <a:cs typeface="Verdana"/>
                <a:sym typeface="Verdana"/>
              </a:rPr>
              <a:t>Purple</a:t>
            </a:r>
            <a:endParaRPr/>
          </a:p>
          <a:p>
            <a:pPr indent="0" lvl="0" marL="171450" marR="0" rtl="0" algn="l">
              <a:spcBef>
                <a:spcPts val="400"/>
              </a:spcBef>
              <a:spcAft>
                <a:spcPts val="0"/>
              </a:spcAft>
              <a:buNone/>
            </a:pPr>
            <a:r>
              <a:rPr b="0" i="0" lang="en-US" sz="600" u="none" cap="none" strike="noStrike">
                <a:solidFill>
                  <a:schemeClr val="lt1"/>
                </a:solidFill>
                <a:latin typeface="Verdana"/>
                <a:ea typeface="Verdana"/>
                <a:cs typeface="Verdana"/>
                <a:sym typeface="Verdana"/>
              </a:rPr>
              <a:t>R 126</a:t>
            </a:r>
            <a:endParaRPr/>
          </a:p>
          <a:p>
            <a:pPr indent="0" lvl="0" marL="171450" marR="0" rtl="0" algn="l">
              <a:spcBef>
                <a:spcPts val="0"/>
              </a:spcBef>
              <a:spcAft>
                <a:spcPts val="0"/>
              </a:spcAft>
              <a:buNone/>
            </a:pPr>
            <a:r>
              <a:rPr b="0" i="0" lang="en-US" sz="600" u="none" cap="none" strike="noStrike">
                <a:solidFill>
                  <a:schemeClr val="lt1"/>
                </a:solidFill>
                <a:latin typeface="Verdana"/>
                <a:ea typeface="Verdana"/>
                <a:cs typeface="Verdana"/>
                <a:sym typeface="Verdana"/>
              </a:rPr>
              <a:t>G 57</a:t>
            </a:r>
            <a:endParaRPr/>
          </a:p>
          <a:p>
            <a:pPr indent="0" lvl="0" marL="171450" marR="0" rtl="0" algn="l">
              <a:spcBef>
                <a:spcPts val="0"/>
              </a:spcBef>
              <a:spcAft>
                <a:spcPts val="0"/>
              </a:spcAft>
              <a:buNone/>
            </a:pPr>
            <a:r>
              <a:rPr b="0" i="0" lang="en-US" sz="600" u="none" cap="none" strike="noStrike">
                <a:solidFill>
                  <a:schemeClr val="lt1"/>
                </a:solidFill>
                <a:latin typeface="Verdana"/>
                <a:ea typeface="Verdana"/>
                <a:cs typeface="Verdana"/>
                <a:sym typeface="Verdana"/>
              </a:rPr>
              <a:t>B 186</a:t>
            </a:r>
            <a:endParaRPr/>
          </a:p>
        </p:txBody>
      </p:sp>
      <p:sp>
        <p:nvSpPr>
          <p:cNvPr id="20" name="Google Shape;20;p1"/>
          <p:cNvSpPr/>
          <p:nvPr/>
        </p:nvSpPr>
        <p:spPr>
          <a:xfrm>
            <a:off x="14877081" y="3089930"/>
            <a:ext cx="595070" cy="621323"/>
          </a:xfrm>
          <a:prstGeom prst="rect">
            <a:avLst/>
          </a:prstGeom>
          <a:solidFill>
            <a:srgbClr val="00C37B"/>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600" u="none" cap="none" strike="noStrike">
                <a:solidFill>
                  <a:schemeClr val="lt1"/>
                </a:solidFill>
                <a:latin typeface="Verdana"/>
                <a:ea typeface="Verdana"/>
                <a:cs typeface="Verdana"/>
                <a:sym typeface="Verdana"/>
              </a:rPr>
              <a:t>Green</a:t>
            </a:r>
            <a:endParaRPr/>
          </a:p>
          <a:p>
            <a:pPr indent="0" lvl="0" marL="171450" marR="0" rtl="0" algn="l">
              <a:spcBef>
                <a:spcPts val="400"/>
              </a:spcBef>
              <a:spcAft>
                <a:spcPts val="0"/>
              </a:spcAft>
              <a:buNone/>
            </a:pPr>
            <a:r>
              <a:rPr b="0" i="0" lang="en-US" sz="600" u="none" cap="none" strike="noStrike">
                <a:solidFill>
                  <a:schemeClr val="lt1"/>
                </a:solidFill>
                <a:latin typeface="Verdana"/>
                <a:ea typeface="Verdana"/>
                <a:cs typeface="Verdana"/>
                <a:sym typeface="Verdana"/>
              </a:rPr>
              <a:t>R 0</a:t>
            </a:r>
            <a:endParaRPr/>
          </a:p>
          <a:p>
            <a:pPr indent="0" lvl="0" marL="171450" marR="0" rtl="0" algn="l">
              <a:spcBef>
                <a:spcPts val="0"/>
              </a:spcBef>
              <a:spcAft>
                <a:spcPts val="0"/>
              </a:spcAft>
              <a:buNone/>
            </a:pPr>
            <a:r>
              <a:rPr b="0" i="0" lang="en-US" sz="600" u="none" cap="none" strike="noStrike">
                <a:solidFill>
                  <a:schemeClr val="lt1"/>
                </a:solidFill>
                <a:latin typeface="Verdana"/>
                <a:ea typeface="Verdana"/>
                <a:cs typeface="Verdana"/>
                <a:sym typeface="Verdana"/>
              </a:rPr>
              <a:t>G 195</a:t>
            </a:r>
            <a:endParaRPr/>
          </a:p>
          <a:p>
            <a:pPr indent="0" lvl="0" marL="171450" marR="0" rtl="0" algn="l">
              <a:spcBef>
                <a:spcPts val="0"/>
              </a:spcBef>
              <a:spcAft>
                <a:spcPts val="0"/>
              </a:spcAft>
              <a:buNone/>
            </a:pPr>
            <a:r>
              <a:rPr b="0" i="0" lang="en-US" sz="600" u="none" cap="none" strike="noStrike">
                <a:solidFill>
                  <a:schemeClr val="lt1"/>
                </a:solidFill>
                <a:latin typeface="Verdana"/>
                <a:ea typeface="Verdana"/>
                <a:cs typeface="Verdana"/>
                <a:sym typeface="Verdana"/>
              </a:rPr>
              <a:t>B 123</a:t>
            </a:r>
            <a:endParaRPr/>
          </a:p>
        </p:txBody>
      </p:sp>
      <p:sp>
        <p:nvSpPr>
          <p:cNvPr id="21" name="Google Shape;21;p1"/>
          <p:cNvSpPr/>
          <p:nvPr/>
        </p:nvSpPr>
        <p:spPr>
          <a:xfrm>
            <a:off x="14877081" y="4948917"/>
            <a:ext cx="595070" cy="621323"/>
          </a:xfrm>
          <a:prstGeom prst="rect">
            <a:avLst/>
          </a:prstGeom>
          <a:solidFill>
            <a:srgbClr val="15636B"/>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600" u="none" cap="none" strike="noStrike">
                <a:solidFill>
                  <a:schemeClr val="lt1"/>
                </a:solidFill>
                <a:latin typeface="Verdana"/>
                <a:ea typeface="Verdana"/>
                <a:cs typeface="Verdana"/>
                <a:sym typeface="Verdana"/>
              </a:rPr>
              <a:t>Dark</a:t>
            </a:r>
            <a:br>
              <a:rPr b="1" i="0" lang="en-US" sz="600" u="none" cap="none" strike="noStrike">
                <a:solidFill>
                  <a:schemeClr val="lt1"/>
                </a:solidFill>
                <a:latin typeface="Verdana"/>
                <a:ea typeface="Verdana"/>
                <a:cs typeface="Verdana"/>
                <a:sym typeface="Verdana"/>
              </a:rPr>
            </a:br>
            <a:r>
              <a:rPr b="1" i="0" lang="en-US" sz="600" u="none" cap="none" strike="noStrike">
                <a:solidFill>
                  <a:schemeClr val="lt1"/>
                </a:solidFill>
                <a:latin typeface="Verdana"/>
                <a:ea typeface="Verdana"/>
                <a:cs typeface="Verdana"/>
                <a:sym typeface="Verdana"/>
              </a:rPr>
              <a:t>Green</a:t>
            </a:r>
            <a:endParaRPr/>
          </a:p>
          <a:p>
            <a:pPr indent="0" lvl="0" marL="171450" marR="0" rtl="0" algn="l">
              <a:spcBef>
                <a:spcPts val="400"/>
              </a:spcBef>
              <a:spcAft>
                <a:spcPts val="0"/>
              </a:spcAft>
              <a:buNone/>
            </a:pPr>
            <a:r>
              <a:rPr b="0" i="0" lang="en-US" sz="600" u="none" cap="none" strike="noStrike">
                <a:solidFill>
                  <a:schemeClr val="lt1"/>
                </a:solidFill>
                <a:latin typeface="Verdana"/>
                <a:ea typeface="Verdana"/>
                <a:cs typeface="Verdana"/>
                <a:sym typeface="Verdana"/>
              </a:rPr>
              <a:t>R 21</a:t>
            </a:r>
            <a:endParaRPr/>
          </a:p>
          <a:p>
            <a:pPr indent="0" lvl="0" marL="171450" marR="0" rtl="0" algn="l">
              <a:spcBef>
                <a:spcPts val="0"/>
              </a:spcBef>
              <a:spcAft>
                <a:spcPts val="0"/>
              </a:spcAft>
              <a:buNone/>
            </a:pPr>
            <a:r>
              <a:rPr b="0" i="0" lang="en-US" sz="600" u="none" cap="none" strike="noStrike">
                <a:solidFill>
                  <a:schemeClr val="lt1"/>
                </a:solidFill>
                <a:latin typeface="Verdana"/>
                <a:ea typeface="Verdana"/>
                <a:cs typeface="Verdana"/>
                <a:sym typeface="Verdana"/>
              </a:rPr>
              <a:t>G 99</a:t>
            </a:r>
            <a:endParaRPr/>
          </a:p>
          <a:p>
            <a:pPr indent="0" lvl="0" marL="171450" marR="0" rtl="0" algn="l">
              <a:spcBef>
                <a:spcPts val="0"/>
              </a:spcBef>
              <a:spcAft>
                <a:spcPts val="0"/>
              </a:spcAft>
              <a:buNone/>
            </a:pPr>
            <a:r>
              <a:rPr b="0" i="0" lang="en-US" sz="600" u="none" cap="none" strike="noStrike">
                <a:solidFill>
                  <a:schemeClr val="lt1"/>
                </a:solidFill>
                <a:latin typeface="Verdana"/>
                <a:ea typeface="Verdana"/>
                <a:cs typeface="Verdana"/>
                <a:sym typeface="Verdana"/>
              </a:rPr>
              <a:t>B 107</a:t>
            </a:r>
            <a:endParaRPr/>
          </a:p>
        </p:txBody>
      </p:sp>
      <p:sp>
        <p:nvSpPr>
          <p:cNvPr id="22" name="Google Shape;22;p1"/>
          <p:cNvSpPr/>
          <p:nvPr/>
        </p:nvSpPr>
        <p:spPr>
          <a:xfrm>
            <a:off x="14877081" y="4330085"/>
            <a:ext cx="595070" cy="621323"/>
          </a:xfrm>
          <a:prstGeom prst="rect">
            <a:avLst/>
          </a:prstGeom>
          <a:solidFill>
            <a:srgbClr val="0F999C"/>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600" u="none" cap="none" strike="noStrike">
                <a:solidFill>
                  <a:schemeClr val="lt1"/>
                </a:solidFill>
                <a:latin typeface="Verdana"/>
                <a:ea typeface="Verdana"/>
                <a:cs typeface="Verdana"/>
                <a:sym typeface="Verdana"/>
              </a:rPr>
              <a:t>Aqua</a:t>
            </a:r>
            <a:endParaRPr/>
          </a:p>
          <a:p>
            <a:pPr indent="0" lvl="0" marL="171450" marR="0" rtl="0" algn="l">
              <a:spcBef>
                <a:spcPts val="400"/>
              </a:spcBef>
              <a:spcAft>
                <a:spcPts val="0"/>
              </a:spcAft>
              <a:buNone/>
            </a:pPr>
            <a:r>
              <a:rPr b="0" i="0" lang="en-US" sz="600" u="none" cap="none" strike="noStrike">
                <a:solidFill>
                  <a:schemeClr val="lt1"/>
                </a:solidFill>
                <a:latin typeface="Verdana"/>
                <a:ea typeface="Verdana"/>
                <a:cs typeface="Verdana"/>
                <a:sym typeface="Verdana"/>
              </a:rPr>
              <a:t>R 15</a:t>
            </a:r>
            <a:endParaRPr/>
          </a:p>
          <a:p>
            <a:pPr indent="0" lvl="0" marL="171450" marR="0" rtl="0" algn="l">
              <a:spcBef>
                <a:spcPts val="0"/>
              </a:spcBef>
              <a:spcAft>
                <a:spcPts val="0"/>
              </a:spcAft>
              <a:buNone/>
            </a:pPr>
            <a:r>
              <a:rPr b="0" i="0" lang="en-US" sz="600" u="none" cap="none" strike="noStrike">
                <a:solidFill>
                  <a:schemeClr val="lt1"/>
                </a:solidFill>
                <a:latin typeface="Verdana"/>
                <a:ea typeface="Verdana"/>
                <a:cs typeface="Verdana"/>
                <a:sym typeface="Verdana"/>
              </a:rPr>
              <a:t>G 153</a:t>
            </a:r>
            <a:endParaRPr/>
          </a:p>
          <a:p>
            <a:pPr indent="0" lvl="0" marL="171450" marR="0" rtl="0" algn="l">
              <a:spcBef>
                <a:spcPts val="0"/>
              </a:spcBef>
              <a:spcAft>
                <a:spcPts val="0"/>
              </a:spcAft>
              <a:buNone/>
            </a:pPr>
            <a:r>
              <a:rPr b="0" i="0" lang="en-US" sz="600" u="none" cap="none" strike="noStrike">
                <a:solidFill>
                  <a:schemeClr val="lt1"/>
                </a:solidFill>
                <a:latin typeface="Verdana"/>
                <a:ea typeface="Verdana"/>
                <a:cs typeface="Verdana"/>
                <a:sym typeface="Verdana"/>
              </a:rPr>
              <a:t>B 156</a:t>
            </a:r>
            <a:endParaRPr/>
          </a:p>
        </p:txBody>
      </p:sp>
      <p:sp>
        <p:nvSpPr>
          <p:cNvPr id="23" name="Google Shape;23;p1"/>
          <p:cNvSpPr/>
          <p:nvPr/>
        </p:nvSpPr>
        <p:spPr>
          <a:xfrm>
            <a:off x="14877081" y="3711253"/>
            <a:ext cx="595070" cy="621323"/>
          </a:xfrm>
          <a:prstGeom prst="rect">
            <a:avLst/>
          </a:prstGeom>
          <a:solidFill>
            <a:srgbClr val="01D1D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600" u="none" cap="none" strike="noStrike">
                <a:solidFill>
                  <a:schemeClr val="lt1"/>
                </a:solidFill>
                <a:latin typeface="Verdana"/>
                <a:ea typeface="Verdana"/>
                <a:cs typeface="Verdana"/>
                <a:sym typeface="Verdana"/>
              </a:rPr>
              <a:t>Bright</a:t>
            </a:r>
            <a:br>
              <a:rPr b="1" i="0" lang="en-US" sz="600" u="none" cap="none" strike="noStrike">
                <a:solidFill>
                  <a:schemeClr val="lt1"/>
                </a:solidFill>
                <a:latin typeface="Verdana"/>
                <a:ea typeface="Verdana"/>
                <a:cs typeface="Verdana"/>
                <a:sym typeface="Verdana"/>
              </a:rPr>
            </a:br>
            <a:r>
              <a:rPr b="1" i="0" lang="en-US" sz="600" u="none" cap="none" strike="noStrike">
                <a:solidFill>
                  <a:schemeClr val="lt1"/>
                </a:solidFill>
                <a:latin typeface="Verdana"/>
                <a:ea typeface="Verdana"/>
                <a:cs typeface="Verdana"/>
                <a:sym typeface="Verdana"/>
              </a:rPr>
              <a:t>Aqua</a:t>
            </a:r>
            <a:endParaRPr/>
          </a:p>
          <a:p>
            <a:pPr indent="0" lvl="0" marL="171450" marR="0" rtl="0" algn="l">
              <a:spcBef>
                <a:spcPts val="400"/>
              </a:spcBef>
              <a:spcAft>
                <a:spcPts val="0"/>
              </a:spcAft>
              <a:buNone/>
            </a:pPr>
            <a:r>
              <a:rPr b="0" i="0" lang="en-US" sz="600" u="none" cap="none" strike="noStrike">
                <a:solidFill>
                  <a:schemeClr val="lt1"/>
                </a:solidFill>
                <a:latin typeface="Verdana"/>
                <a:ea typeface="Verdana"/>
                <a:cs typeface="Verdana"/>
                <a:sym typeface="Verdana"/>
              </a:rPr>
              <a:t>R 1</a:t>
            </a:r>
            <a:endParaRPr/>
          </a:p>
          <a:p>
            <a:pPr indent="0" lvl="0" marL="171450" marR="0" rtl="0" algn="l">
              <a:spcBef>
                <a:spcPts val="0"/>
              </a:spcBef>
              <a:spcAft>
                <a:spcPts val="0"/>
              </a:spcAft>
              <a:buNone/>
            </a:pPr>
            <a:r>
              <a:rPr b="0" i="0" lang="en-US" sz="600" u="none" cap="none" strike="noStrike">
                <a:solidFill>
                  <a:schemeClr val="lt1"/>
                </a:solidFill>
                <a:latin typeface="Verdana"/>
                <a:ea typeface="Verdana"/>
                <a:cs typeface="Verdana"/>
                <a:sym typeface="Verdana"/>
              </a:rPr>
              <a:t>G 209</a:t>
            </a:r>
            <a:endParaRPr/>
          </a:p>
          <a:p>
            <a:pPr indent="0" lvl="0" marL="171450" marR="0" rtl="0" algn="l">
              <a:spcBef>
                <a:spcPts val="0"/>
              </a:spcBef>
              <a:spcAft>
                <a:spcPts val="0"/>
              </a:spcAft>
              <a:buNone/>
            </a:pPr>
            <a:r>
              <a:rPr b="0" i="0" lang="en-US" sz="600" u="none" cap="none" strike="noStrike">
                <a:solidFill>
                  <a:schemeClr val="lt1"/>
                </a:solidFill>
                <a:latin typeface="Verdana"/>
                <a:ea typeface="Verdana"/>
                <a:cs typeface="Verdana"/>
                <a:sym typeface="Verdana"/>
              </a:rPr>
              <a:t>B 208</a:t>
            </a:r>
            <a:endParaRPr/>
          </a:p>
        </p:txBody>
      </p:sp>
      <p:sp>
        <p:nvSpPr>
          <p:cNvPr id="24" name="Google Shape;24;p1"/>
          <p:cNvSpPr/>
          <p:nvPr/>
        </p:nvSpPr>
        <p:spPr>
          <a:xfrm>
            <a:off x="14282011" y="3089930"/>
            <a:ext cx="595070" cy="621323"/>
          </a:xfrm>
          <a:prstGeom prst="rect">
            <a:avLst/>
          </a:prstGeom>
          <a:solidFill>
            <a:srgbClr val="FF0CAD"/>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600" u="none" cap="none" strike="noStrike">
                <a:solidFill>
                  <a:schemeClr val="lt1"/>
                </a:solidFill>
                <a:latin typeface="Verdana"/>
                <a:ea typeface="Verdana"/>
                <a:cs typeface="Verdana"/>
                <a:sym typeface="Verdana"/>
              </a:rPr>
              <a:t>Peach</a:t>
            </a:r>
            <a:endParaRPr/>
          </a:p>
          <a:p>
            <a:pPr indent="0" lvl="0" marL="171450" marR="0" rtl="0" algn="l">
              <a:spcBef>
                <a:spcPts val="400"/>
              </a:spcBef>
              <a:spcAft>
                <a:spcPts val="0"/>
              </a:spcAft>
              <a:buNone/>
            </a:pPr>
            <a:r>
              <a:rPr b="0" i="0" lang="en-US" sz="600" u="none" cap="none" strike="noStrike">
                <a:solidFill>
                  <a:schemeClr val="lt1"/>
                </a:solidFill>
                <a:latin typeface="Verdana"/>
                <a:ea typeface="Verdana"/>
                <a:cs typeface="Verdana"/>
                <a:sym typeface="Verdana"/>
              </a:rPr>
              <a:t>R 255</a:t>
            </a:r>
            <a:endParaRPr/>
          </a:p>
          <a:p>
            <a:pPr indent="0" lvl="0" marL="171450" marR="0" rtl="0" algn="l">
              <a:spcBef>
                <a:spcPts val="0"/>
              </a:spcBef>
              <a:spcAft>
                <a:spcPts val="0"/>
              </a:spcAft>
              <a:buNone/>
            </a:pPr>
            <a:r>
              <a:rPr b="0" i="0" lang="en-US" sz="600" u="none" cap="none" strike="noStrike">
                <a:solidFill>
                  <a:schemeClr val="lt1"/>
                </a:solidFill>
                <a:latin typeface="Verdana"/>
                <a:ea typeface="Verdana"/>
                <a:cs typeface="Verdana"/>
                <a:sym typeface="Verdana"/>
              </a:rPr>
              <a:t>G 126</a:t>
            </a:r>
            <a:endParaRPr/>
          </a:p>
          <a:p>
            <a:pPr indent="0" lvl="0" marL="171450" marR="0" rtl="0" algn="l">
              <a:spcBef>
                <a:spcPts val="0"/>
              </a:spcBef>
              <a:spcAft>
                <a:spcPts val="0"/>
              </a:spcAft>
              <a:buNone/>
            </a:pPr>
            <a:r>
              <a:rPr b="0" i="0" lang="en-US" sz="600" u="none" cap="none" strike="noStrike">
                <a:solidFill>
                  <a:schemeClr val="lt1"/>
                </a:solidFill>
                <a:latin typeface="Verdana"/>
                <a:ea typeface="Verdana"/>
                <a:cs typeface="Verdana"/>
                <a:sym typeface="Verdana"/>
              </a:rPr>
              <a:t>B 131</a:t>
            </a:r>
            <a:endParaRPr/>
          </a:p>
        </p:txBody>
      </p:sp>
      <p:sp>
        <p:nvSpPr>
          <p:cNvPr id="25" name="Google Shape;25;p1"/>
          <p:cNvSpPr/>
          <p:nvPr/>
        </p:nvSpPr>
        <p:spPr>
          <a:xfrm>
            <a:off x="14282011" y="3711253"/>
            <a:ext cx="595070" cy="621323"/>
          </a:xfrm>
          <a:prstGeom prst="rect">
            <a:avLst/>
          </a:prstGeom>
          <a:solidFill>
            <a:srgbClr val="CB298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600" u="none" cap="none" strike="noStrike">
                <a:solidFill>
                  <a:schemeClr val="lt1"/>
                </a:solidFill>
                <a:latin typeface="Verdana"/>
                <a:ea typeface="Verdana"/>
                <a:cs typeface="Verdana"/>
                <a:sym typeface="Verdana"/>
              </a:rPr>
              <a:t>Light</a:t>
            </a:r>
            <a:br>
              <a:rPr b="1" i="0" lang="en-US" sz="600" u="none" cap="none" strike="noStrike">
                <a:solidFill>
                  <a:schemeClr val="lt1"/>
                </a:solidFill>
                <a:latin typeface="Verdana"/>
                <a:ea typeface="Verdana"/>
                <a:cs typeface="Verdana"/>
                <a:sym typeface="Verdana"/>
              </a:rPr>
            </a:br>
            <a:r>
              <a:rPr b="1" i="0" lang="en-US" sz="600" u="none" cap="none" strike="noStrike">
                <a:solidFill>
                  <a:schemeClr val="lt1"/>
                </a:solidFill>
                <a:latin typeface="Verdana"/>
                <a:ea typeface="Verdana"/>
                <a:cs typeface="Verdana"/>
                <a:sym typeface="Verdana"/>
              </a:rPr>
              <a:t>Claret</a:t>
            </a:r>
            <a:endParaRPr/>
          </a:p>
          <a:p>
            <a:pPr indent="0" lvl="0" marL="171450" marR="0" rtl="0" algn="l">
              <a:spcBef>
                <a:spcPts val="400"/>
              </a:spcBef>
              <a:spcAft>
                <a:spcPts val="0"/>
              </a:spcAft>
              <a:buNone/>
            </a:pPr>
            <a:r>
              <a:rPr b="0" i="0" lang="en-US" sz="600" u="none" cap="none" strike="noStrike">
                <a:solidFill>
                  <a:schemeClr val="lt1"/>
                </a:solidFill>
                <a:latin typeface="Verdana"/>
                <a:ea typeface="Verdana"/>
                <a:cs typeface="Verdana"/>
                <a:sym typeface="Verdana"/>
              </a:rPr>
              <a:t>R 203</a:t>
            </a:r>
            <a:endParaRPr/>
          </a:p>
          <a:p>
            <a:pPr indent="0" lvl="0" marL="171450" marR="0" rtl="0" algn="l">
              <a:spcBef>
                <a:spcPts val="0"/>
              </a:spcBef>
              <a:spcAft>
                <a:spcPts val="0"/>
              </a:spcAft>
              <a:buNone/>
            </a:pPr>
            <a:r>
              <a:rPr b="0" i="0" lang="en-US" sz="600" u="none" cap="none" strike="noStrike">
                <a:solidFill>
                  <a:schemeClr val="lt1"/>
                </a:solidFill>
                <a:latin typeface="Verdana"/>
                <a:ea typeface="Verdana"/>
                <a:cs typeface="Verdana"/>
                <a:sym typeface="Verdana"/>
              </a:rPr>
              <a:t>G 41</a:t>
            </a:r>
            <a:endParaRPr/>
          </a:p>
          <a:p>
            <a:pPr indent="0" lvl="0" marL="171450" marR="0" rtl="0" algn="l">
              <a:spcBef>
                <a:spcPts val="0"/>
              </a:spcBef>
              <a:spcAft>
                <a:spcPts val="0"/>
              </a:spcAft>
              <a:buNone/>
            </a:pPr>
            <a:r>
              <a:rPr b="0" i="0" lang="en-US" sz="600" u="none" cap="none" strike="noStrike">
                <a:solidFill>
                  <a:schemeClr val="lt1"/>
                </a:solidFill>
                <a:latin typeface="Verdana"/>
                <a:ea typeface="Verdana"/>
                <a:cs typeface="Verdana"/>
                <a:sym typeface="Verdana"/>
              </a:rPr>
              <a:t>B 128</a:t>
            </a:r>
            <a:endParaRPr/>
          </a:p>
        </p:txBody>
      </p:sp>
      <p:sp>
        <p:nvSpPr>
          <p:cNvPr id="26" name="Google Shape;26;p1"/>
          <p:cNvSpPr/>
          <p:nvPr/>
        </p:nvSpPr>
        <p:spPr>
          <a:xfrm>
            <a:off x="14282011" y="4330085"/>
            <a:ext cx="595070" cy="621323"/>
          </a:xfrm>
          <a:prstGeom prst="rect">
            <a:avLst/>
          </a:prstGeom>
          <a:solidFill>
            <a:srgbClr val="860864"/>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600" u="none" cap="none" strike="noStrike">
                <a:solidFill>
                  <a:schemeClr val="lt1"/>
                </a:solidFill>
                <a:latin typeface="Verdana"/>
                <a:ea typeface="Verdana"/>
                <a:cs typeface="Verdana"/>
                <a:sym typeface="Verdana"/>
              </a:rPr>
              <a:t>Claret</a:t>
            </a:r>
            <a:endParaRPr/>
          </a:p>
          <a:p>
            <a:pPr indent="0" lvl="0" marL="171450" marR="0" rtl="0" algn="l">
              <a:spcBef>
                <a:spcPts val="400"/>
              </a:spcBef>
              <a:spcAft>
                <a:spcPts val="0"/>
              </a:spcAft>
              <a:buNone/>
            </a:pPr>
            <a:r>
              <a:rPr b="0" i="0" lang="en-US" sz="600" u="none" cap="none" strike="noStrike">
                <a:solidFill>
                  <a:schemeClr val="lt1"/>
                </a:solidFill>
                <a:latin typeface="Verdana"/>
                <a:ea typeface="Verdana"/>
                <a:cs typeface="Verdana"/>
                <a:sym typeface="Verdana"/>
              </a:rPr>
              <a:t>R 134</a:t>
            </a:r>
            <a:endParaRPr/>
          </a:p>
          <a:p>
            <a:pPr indent="0" lvl="0" marL="171450" marR="0" rtl="0" algn="l">
              <a:spcBef>
                <a:spcPts val="0"/>
              </a:spcBef>
              <a:spcAft>
                <a:spcPts val="0"/>
              </a:spcAft>
              <a:buNone/>
            </a:pPr>
            <a:r>
              <a:rPr b="0" i="0" lang="en-US" sz="600" u="none" cap="none" strike="noStrike">
                <a:solidFill>
                  <a:schemeClr val="lt1"/>
                </a:solidFill>
                <a:latin typeface="Verdana"/>
                <a:ea typeface="Verdana"/>
                <a:cs typeface="Verdana"/>
                <a:sym typeface="Verdana"/>
              </a:rPr>
              <a:t>G 8</a:t>
            </a:r>
            <a:endParaRPr/>
          </a:p>
          <a:p>
            <a:pPr indent="0" lvl="0" marL="171450" marR="0" rtl="0" algn="l">
              <a:spcBef>
                <a:spcPts val="0"/>
              </a:spcBef>
              <a:spcAft>
                <a:spcPts val="0"/>
              </a:spcAft>
              <a:buNone/>
            </a:pPr>
            <a:r>
              <a:rPr b="0" i="0" lang="en-US" sz="600" u="none" cap="none" strike="noStrike">
                <a:solidFill>
                  <a:schemeClr val="lt1"/>
                </a:solidFill>
                <a:latin typeface="Verdana"/>
                <a:ea typeface="Verdana"/>
                <a:cs typeface="Verdana"/>
                <a:sym typeface="Verdana"/>
              </a:rPr>
              <a:t>B 100</a:t>
            </a:r>
            <a:endParaRPr/>
          </a:p>
        </p:txBody>
      </p:sp>
      <p:sp>
        <p:nvSpPr>
          <p:cNvPr id="27" name="Google Shape;27;p1"/>
          <p:cNvSpPr/>
          <p:nvPr/>
        </p:nvSpPr>
        <p:spPr>
          <a:xfrm>
            <a:off x="12496801" y="1405970"/>
            <a:ext cx="570669" cy="153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1000" u="none" cap="none" strike="noStrike">
                <a:solidFill>
                  <a:schemeClr val="dk2"/>
                </a:solidFill>
                <a:latin typeface="Verdana"/>
                <a:ea typeface="Verdana"/>
                <a:cs typeface="Verdana"/>
                <a:sym typeface="Verdana"/>
              </a:rPr>
              <a:t>Primary</a:t>
            </a:r>
            <a:endParaRPr/>
          </a:p>
        </p:txBody>
      </p:sp>
      <p:sp>
        <p:nvSpPr>
          <p:cNvPr id="28" name="Google Shape;28;p1"/>
          <p:cNvSpPr/>
          <p:nvPr/>
        </p:nvSpPr>
        <p:spPr>
          <a:xfrm>
            <a:off x="12496801" y="2285400"/>
            <a:ext cx="843180" cy="153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000">
                <a:solidFill>
                  <a:schemeClr val="dk2"/>
                </a:solidFill>
                <a:latin typeface="Verdana"/>
                <a:ea typeface="Verdana"/>
                <a:cs typeface="Verdana"/>
                <a:sym typeface="Verdana"/>
              </a:rPr>
              <a:t>Infographic</a:t>
            </a:r>
            <a:endParaRPr/>
          </a:p>
        </p:txBody>
      </p:sp>
      <p:sp>
        <p:nvSpPr>
          <p:cNvPr id="29" name="Google Shape;29;p1"/>
          <p:cNvSpPr/>
          <p:nvPr/>
        </p:nvSpPr>
        <p:spPr>
          <a:xfrm>
            <a:off x="13686941" y="1405970"/>
            <a:ext cx="753411" cy="153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000">
                <a:solidFill>
                  <a:schemeClr val="dk2"/>
                </a:solidFill>
                <a:latin typeface="Verdana"/>
                <a:ea typeface="Verdana"/>
                <a:cs typeface="Verdana"/>
                <a:sym typeface="Verdana"/>
              </a:rPr>
              <a:t>Secondary</a:t>
            </a:r>
            <a:endParaRPr/>
          </a:p>
        </p:txBody>
      </p:sp>
      <p:sp>
        <p:nvSpPr>
          <p:cNvPr id="30" name="Google Shape;30;p1"/>
          <p:cNvSpPr/>
          <p:nvPr/>
        </p:nvSpPr>
        <p:spPr>
          <a:xfrm>
            <a:off x="13686941" y="3711253"/>
            <a:ext cx="595070" cy="621323"/>
          </a:xfrm>
          <a:prstGeom prst="rect">
            <a:avLst/>
          </a:prstGeom>
          <a:solidFill>
            <a:srgbClr val="4701A7"/>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600">
                <a:solidFill>
                  <a:schemeClr val="lt1"/>
                </a:solidFill>
                <a:latin typeface="Verdana"/>
                <a:ea typeface="Verdana"/>
                <a:cs typeface="Verdana"/>
                <a:sym typeface="Verdana"/>
              </a:rPr>
              <a:t>Dark</a:t>
            </a:r>
            <a:br>
              <a:rPr b="1" lang="en-US" sz="600">
                <a:solidFill>
                  <a:schemeClr val="lt1"/>
                </a:solidFill>
                <a:latin typeface="Verdana"/>
                <a:ea typeface="Verdana"/>
                <a:cs typeface="Verdana"/>
                <a:sym typeface="Verdana"/>
              </a:rPr>
            </a:br>
            <a:r>
              <a:rPr b="1" lang="en-US" sz="600">
                <a:solidFill>
                  <a:schemeClr val="lt1"/>
                </a:solidFill>
                <a:latin typeface="Verdana"/>
                <a:ea typeface="Verdana"/>
                <a:cs typeface="Verdana"/>
                <a:sym typeface="Verdana"/>
              </a:rPr>
              <a:t>Purple</a:t>
            </a:r>
            <a:endParaRPr/>
          </a:p>
          <a:p>
            <a:pPr indent="0" lvl="0" marL="171450" marR="0" rtl="0" algn="l">
              <a:spcBef>
                <a:spcPts val="400"/>
              </a:spcBef>
              <a:spcAft>
                <a:spcPts val="0"/>
              </a:spcAft>
              <a:buNone/>
            </a:pPr>
            <a:r>
              <a:rPr lang="en-US" sz="600">
                <a:solidFill>
                  <a:schemeClr val="lt1"/>
                </a:solidFill>
                <a:latin typeface="Verdana"/>
                <a:ea typeface="Verdana"/>
                <a:cs typeface="Verdana"/>
                <a:sym typeface="Verdana"/>
              </a:rPr>
              <a:t>R 71</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G 1</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B 167</a:t>
            </a:r>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55">
          <p15:clr>
            <a:srgbClr val="F26B43"/>
          </p15:clr>
        </p15:guide>
        <p15:guide id="2" pos="7423">
          <p15:clr>
            <a:srgbClr val="F26B43"/>
          </p15:clr>
        </p15:guide>
        <p15:guide id="3" pos="257">
          <p15:clr>
            <a:srgbClr val="F26B43"/>
          </p15:clr>
        </p15:guide>
        <p15:guide id="4" orient="horz" pos="4065">
          <p15:clr>
            <a:srgbClr val="F26B43"/>
          </p15:clr>
        </p15:guide>
        <p15:guide id="5" orient="horz" pos="799">
          <p15:clr>
            <a:srgbClr val="F26B43"/>
          </p15:clr>
        </p15:guide>
        <p15:guide id="6" orient="horz" pos="890">
          <p15:clr>
            <a:srgbClr val="F26B43"/>
          </p15:clr>
        </p15:guide>
        <p15:guide id="7" pos="3840">
          <p15:clr>
            <a:srgbClr val="F26B43"/>
          </p15:clr>
        </p15:guide>
        <p15:guide id="8" pos="3749">
          <p15:clr>
            <a:srgbClr val="F26B43"/>
          </p15:clr>
        </p15:guide>
        <p15:guide id="9" pos="393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9" name="Shape 379"/>
        <p:cNvGrpSpPr/>
        <p:nvPr/>
      </p:nvGrpSpPr>
      <p:grpSpPr>
        <a:xfrm>
          <a:off x="0" y="0"/>
          <a:ext cx="0" cy="0"/>
          <a:chOff x="0" y="0"/>
          <a:chExt cx="0" cy="0"/>
        </a:xfrm>
      </p:grpSpPr>
      <p:sp>
        <p:nvSpPr>
          <p:cNvPr id="380" name="Google Shape;380;p24"/>
          <p:cNvSpPr/>
          <p:nvPr/>
        </p:nvSpPr>
        <p:spPr>
          <a:xfrm>
            <a:off x="0"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381" name="Google Shape;381;p24"/>
          <p:cNvSpPr txBox="1"/>
          <p:nvPr>
            <p:ph type="title"/>
          </p:nvPr>
        </p:nvSpPr>
        <p:spPr>
          <a:xfrm>
            <a:off x="413068" y="418452"/>
            <a:ext cx="11083532" cy="859536"/>
          </a:xfrm>
          <a:prstGeom prst="rect">
            <a:avLst/>
          </a:prstGeom>
          <a:noFill/>
          <a:ln>
            <a:noFill/>
          </a:ln>
        </p:spPr>
        <p:txBody>
          <a:bodyPr anchorCtr="0" anchor="t" bIns="0" lIns="0" spcFirstLastPara="1" rIns="0" wrap="square" tIns="0">
            <a:normAutofit/>
          </a:bodyPr>
          <a:lstStyle>
            <a:lvl1pPr lvl="0" marR="0" rtl="0" algn="l">
              <a:lnSpc>
                <a:spcPct val="90000"/>
              </a:lnSpc>
              <a:spcBef>
                <a:spcPts val="0"/>
              </a:spcBef>
              <a:spcAft>
                <a:spcPts val="0"/>
              </a:spcAft>
              <a:buClr>
                <a:schemeClr val="dk2"/>
              </a:buClr>
              <a:buSzPts val="2600"/>
              <a:buFont typeface="Verdana"/>
              <a:buNone/>
              <a:defRPr b="0" i="0" sz="2600" u="none" cap="none" strike="noStrike">
                <a:solidFill>
                  <a:schemeClr val="dk2"/>
                </a:solidFill>
                <a:latin typeface="Verdana"/>
                <a:ea typeface="Verdana"/>
                <a:cs typeface="Verdana"/>
                <a:sym typeface="Verdan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82" name="Google Shape;382;p24"/>
          <p:cNvSpPr txBox="1"/>
          <p:nvPr>
            <p:ph idx="1" type="body"/>
          </p:nvPr>
        </p:nvSpPr>
        <p:spPr>
          <a:xfrm>
            <a:off x="413067" y="1412875"/>
            <a:ext cx="11370945" cy="4351337"/>
          </a:xfrm>
          <a:prstGeom prst="rect">
            <a:avLst/>
          </a:prstGeom>
          <a:noFill/>
          <a:ln>
            <a:noFill/>
          </a:ln>
        </p:spPr>
        <p:txBody>
          <a:bodyPr anchorCtr="0" anchor="t" bIns="0" lIns="0" spcFirstLastPara="1" rIns="0" wrap="square" tIns="0">
            <a:normAutofit/>
          </a:bodyPr>
          <a:lstStyle>
            <a:lvl1pPr indent="-228600" lvl="0" marL="457200" marR="0" rtl="0" algn="l">
              <a:lnSpc>
                <a:spcPct val="122222"/>
              </a:lnSpc>
              <a:spcBef>
                <a:spcPts val="0"/>
              </a:spcBef>
              <a:spcAft>
                <a:spcPts val="0"/>
              </a:spcAft>
              <a:buClr>
                <a:schemeClr val="dk1"/>
              </a:buClr>
              <a:buSzPts val="1800"/>
              <a:buFont typeface="Arial"/>
              <a:buNone/>
              <a:defRPr b="0" i="0" sz="1800" u="none" cap="none" strike="noStrike">
                <a:solidFill>
                  <a:schemeClr val="dk1"/>
                </a:solidFill>
                <a:latin typeface="Verdana"/>
                <a:ea typeface="Verdana"/>
                <a:cs typeface="Verdana"/>
                <a:sym typeface="Verdana"/>
              </a:defRPr>
            </a:lvl1pPr>
            <a:lvl2pPr indent="-330200" lvl="1" marL="914400" marR="0" rtl="0" algn="l">
              <a:lnSpc>
                <a:spcPct val="112500"/>
              </a:lnSpc>
              <a:spcBef>
                <a:spcPts val="600"/>
              </a:spcBef>
              <a:spcAft>
                <a:spcPts val="0"/>
              </a:spcAft>
              <a:buClr>
                <a:schemeClr val="accent1"/>
              </a:buClr>
              <a:buSzPts val="1600"/>
              <a:buFont typeface="Noto Sans Symbols"/>
              <a:buChar char="▪"/>
              <a:defRPr b="0" i="0" sz="1600" u="none" cap="none" strike="noStrike">
                <a:solidFill>
                  <a:schemeClr val="dk1"/>
                </a:solidFill>
                <a:latin typeface="Verdana"/>
                <a:ea typeface="Verdana"/>
                <a:cs typeface="Verdana"/>
                <a:sym typeface="Verdana"/>
              </a:defRPr>
            </a:lvl2pPr>
            <a:lvl3pPr indent="-317500" lvl="2" marL="1371600" marR="0" rtl="0" algn="l">
              <a:lnSpc>
                <a:spcPct val="114285"/>
              </a:lnSpc>
              <a:spcBef>
                <a:spcPts val="600"/>
              </a:spcBef>
              <a:spcAft>
                <a:spcPts val="0"/>
              </a:spcAft>
              <a:buClr>
                <a:schemeClr val="accent1"/>
              </a:buClr>
              <a:buSzPts val="1400"/>
              <a:buFont typeface="Arial"/>
              <a:buChar char="•"/>
              <a:defRPr b="0" i="0" sz="1400" u="none" cap="none" strike="noStrike">
                <a:solidFill>
                  <a:schemeClr val="dk1"/>
                </a:solidFill>
                <a:latin typeface="Verdana"/>
                <a:ea typeface="Verdana"/>
                <a:cs typeface="Verdana"/>
                <a:sym typeface="Verdana"/>
              </a:defRPr>
            </a:lvl3pPr>
            <a:lvl4pPr indent="-304800" lvl="3" marL="1828800" marR="0" rtl="0" algn="l">
              <a:lnSpc>
                <a:spcPct val="116666"/>
              </a:lnSpc>
              <a:spcBef>
                <a:spcPts val="600"/>
              </a:spcBef>
              <a:spcAft>
                <a:spcPts val="0"/>
              </a:spcAft>
              <a:buClr>
                <a:schemeClr val="accent1"/>
              </a:buClr>
              <a:buSzPts val="1200"/>
              <a:buFont typeface="Arial"/>
              <a:buChar char="‒"/>
              <a:defRPr b="0" i="0" sz="1200" u="none" cap="none" strike="noStrike">
                <a:solidFill>
                  <a:schemeClr val="dk1"/>
                </a:solidFill>
                <a:latin typeface="Verdana"/>
                <a:ea typeface="Verdana"/>
                <a:cs typeface="Verdana"/>
                <a:sym typeface="Verdana"/>
              </a:defRPr>
            </a:lvl4pPr>
            <a:lvl5pPr indent="-298450" lvl="4" marL="2286000" marR="0" rtl="0" algn="l">
              <a:lnSpc>
                <a:spcPct val="90000"/>
              </a:lnSpc>
              <a:spcBef>
                <a:spcPts val="600"/>
              </a:spcBef>
              <a:spcAft>
                <a:spcPts val="0"/>
              </a:spcAft>
              <a:buClr>
                <a:schemeClr val="dk1"/>
              </a:buClr>
              <a:buSzPts val="1100"/>
              <a:buFont typeface="Arial"/>
              <a:buChar char="•"/>
              <a:defRPr b="0" i="0" sz="1100" u="none" cap="none" strike="noStrike">
                <a:solidFill>
                  <a:schemeClr val="dk1"/>
                </a:solidFill>
                <a:latin typeface="Verdana"/>
                <a:ea typeface="Verdana"/>
                <a:cs typeface="Verdana"/>
                <a:sym typeface="Verdan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9pPr>
          </a:lstStyle>
          <a:p/>
        </p:txBody>
      </p:sp>
      <p:sp>
        <p:nvSpPr>
          <p:cNvPr id="383" name="Google Shape;383;p24"/>
          <p:cNvSpPr/>
          <p:nvPr/>
        </p:nvSpPr>
        <p:spPr>
          <a:xfrm>
            <a:off x="11547793" y="188640"/>
            <a:ext cx="424356" cy="459624"/>
          </a:xfrm>
          <a:prstGeom prst="rect">
            <a:avLst/>
          </a:prstGeom>
          <a:noFill/>
          <a:ln>
            <a:noFill/>
          </a:ln>
        </p:spPr>
      </p:sp>
    </p:spTree>
  </p:cSld>
  <p:clrMap accent1="accent1" accent2="accent2" accent3="accent3" accent4="accent4" accent5="accent5" accent6="accent6" bg1="lt1" bg2="dk2" tx1="dk1" tx2="lt2" folHlink="folHlink" hlink="hlink"/>
  <p:sldLayoutIdLst>
    <p:sldLayoutId id="2147483670" r:id="rId1"/>
    <p:sldLayoutId id="2147483671" r:id="rId2"/>
    <p:sldLayoutId id="2147483672" r:id="rId3"/>
    <p:sldLayoutId id="2147483673"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55">
          <p15:clr>
            <a:srgbClr val="F26B43"/>
          </p15:clr>
        </p15:guide>
        <p15:guide id="2" pos="7423">
          <p15:clr>
            <a:srgbClr val="F26B43"/>
          </p15:clr>
        </p15:guide>
        <p15:guide id="3" pos="257">
          <p15:clr>
            <a:srgbClr val="F26B43"/>
          </p15:clr>
        </p15:guide>
        <p15:guide id="4" orient="horz" pos="4065">
          <p15:clr>
            <a:srgbClr val="F26B43"/>
          </p15:clr>
        </p15:guide>
        <p15:guide id="5" orient="horz" pos="799">
          <p15:clr>
            <a:srgbClr val="F26B43"/>
          </p15:clr>
        </p15:guide>
        <p15:guide id="6" orient="horz" pos="89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04" name="Shape 404"/>
        <p:cNvGrpSpPr/>
        <p:nvPr/>
      </p:nvGrpSpPr>
      <p:grpSpPr>
        <a:xfrm>
          <a:off x="0" y="0"/>
          <a:ext cx="0" cy="0"/>
          <a:chOff x="0" y="0"/>
          <a:chExt cx="0" cy="0"/>
        </a:xfrm>
      </p:grpSpPr>
      <p:sp>
        <p:nvSpPr>
          <p:cNvPr id="405" name="Google Shape;405;p29"/>
          <p:cNvSpPr/>
          <p:nvPr/>
        </p:nvSpPr>
        <p:spPr>
          <a:xfrm>
            <a:off x="0"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406" name="Google Shape;406;p29"/>
          <p:cNvSpPr/>
          <p:nvPr/>
        </p:nvSpPr>
        <p:spPr>
          <a:xfrm>
            <a:off x="11547793" y="188640"/>
            <a:ext cx="424356" cy="459624"/>
          </a:xfrm>
          <a:prstGeom prst="rect">
            <a:avLst/>
          </a:prstGeom>
          <a:noFill/>
          <a:ln>
            <a:noFill/>
          </a:ln>
        </p:spPr>
      </p:sp>
      <p:sp>
        <p:nvSpPr>
          <p:cNvPr id="407" name="Google Shape;407;p29"/>
          <p:cNvSpPr txBox="1"/>
          <p:nvPr>
            <p:ph type="title"/>
          </p:nvPr>
        </p:nvSpPr>
        <p:spPr>
          <a:xfrm>
            <a:off x="407988" y="404813"/>
            <a:ext cx="11016604" cy="863601"/>
          </a:xfrm>
          <a:prstGeom prst="rect">
            <a:avLst/>
          </a:prstGeom>
          <a:noFill/>
          <a:ln>
            <a:noFill/>
          </a:ln>
        </p:spPr>
        <p:txBody>
          <a:bodyPr anchorCtr="0" anchor="t" bIns="0" lIns="0" spcFirstLastPara="1" rIns="0" wrap="square" tIns="0">
            <a:normAutofit/>
          </a:bodyPr>
          <a:lstStyle>
            <a:lvl1pPr lvl="0" marR="0" rtl="0" algn="l">
              <a:lnSpc>
                <a:spcPct val="90000"/>
              </a:lnSpc>
              <a:spcBef>
                <a:spcPts val="0"/>
              </a:spcBef>
              <a:spcAft>
                <a:spcPts val="0"/>
              </a:spcAft>
              <a:buClr>
                <a:schemeClr val="dk2"/>
              </a:buClr>
              <a:buSzPts val="2600"/>
              <a:buFont typeface="Verdana"/>
              <a:buNone/>
              <a:defRPr b="0" i="0" sz="2600" u="none" cap="none" strike="noStrike">
                <a:solidFill>
                  <a:schemeClr val="dk2"/>
                </a:solidFill>
                <a:latin typeface="Verdana"/>
                <a:ea typeface="Verdana"/>
                <a:cs typeface="Verdana"/>
                <a:sym typeface="Verdan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08" name="Google Shape;408;p29"/>
          <p:cNvSpPr txBox="1"/>
          <p:nvPr>
            <p:ph idx="1" type="body"/>
          </p:nvPr>
        </p:nvSpPr>
        <p:spPr>
          <a:xfrm>
            <a:off x="413067" y="1412875"/>
            <a:ext cx="11370945" cy="5040313"/>
          </a:xfrm>
          <a:prstGeom prst="rect">
            <a:avLst/>
          </a:prstGeom>
          <a:noFill/>
          <a:ln>
            <a:noFill/>
          </a:ln>
        </p:spPr>
        <p:txBody>
          <a:bodyPr anchorCtr="0" anchor="t" bIns="0" lIns="0" spcFirstLastPara="1" rIns="0" wrap="square" tIns="0">
            <a:normAutofit/>
          </a:bodyPr>
          <a:lstStyle>
            <a:lvl1pPr indent="-228600" lvl="0" marL="457200" marR="0" rtl="0" algn="l">
              <a:lnSpc>
                <a:spcPct val="122222"/>
              </a:lnSpc>
              <a:spcBef>
                <a:spcPts val="0"/>
              </a:spcBef>
              <a:spcAft>
                <a:spcPts val="0"/>
              </a:spcAft>
              <a:buClr>
                <a:schemeClr val="dk1"/>
              </a:buClr>
              <a:buSzPts val="1800"/>
              <a:buFont typeface="Arial"/>
              <a:buNone/>
              <a:defRPr b="0" i="0" sz="1800" u="none" cap="none" strike="noStrike">
                <a:solidFill>
                  <a:schemeClr val="dk1"/>
                </a:solidFill>
                <a:latin typeface="Verdana"/>
                <a:ea typeface="Verdana"/>
                <a:cs typeface="Verdana"/>
                <a:sym typeface="Verdana"/>
              </a:defRPr>
            </a:lvl1pPr>
            <a:lvl2pPr indent="-330200" lvl="1" marL="914400" marR="0" rtl="0" algn="l">
              <a:lnSpc>
                <a:spcPct val="112500"/>
              </a:lnSpc>
              <a:spcBef>
                <a:spcPts val="600"/>
              </a:spcBef>
              <a:spcAft>
                <a:spcPts val="0"/>
              </a:spcAft>
              <a:buClr>
                <a:schemeClr val="accent1"/>
              </a:buClr>
              <a:buSzPts val="1600"/>
              <a:buFont typeface="Noto Sans Symbols"/>
              <a:buChar char="▪"/>
              <a:defRPr b="0" i="0" sz="1600" u="none" cap="none" strike="noStrike">
                <a:solidFill>
                  <a:schemeClr val="dk1"/>
                </a:solidFill>
                <a:latin typeface="Verdana"/>
                <a:ea typeface="Verdana"/>
                <a:cs typeface="Verdana"/>
                <a:sym typeface="Verdana"/>
              </a:defRPr>
            </a:lvl2pPr>
            <a:lvl3pPr indent="-317500" lvl="2" marL="1371600" marR="0" rtl="0" algn="l">
              <a:lnSpc>
                <a:spcPct val="114285"/>
              </a:lnSpc>
              <a:spcBef>
                <a:spcPts val="600"/>
              </a:spcBef>
              <a:spcAft>
                <a:spcPts val="0"/>
              </a:spcAft>
              <a:buClr>
                <a:schemeClr val="accent1"/>
              </a:buClr>
              <a:buSzPts val="1400"/>
              <a:buFont typeface="Arial"/>
              <a:buChar char="•"/>
              <a:defRPr b="0" i="0" sz="1400" u="none" cap="none" strike="noStrike">
                <a:solidFill>
                  <a:schemeClr val="dk1"/>
                </a:solidFill>
                <a:latin typeface="Verdana"/>
                <a:ea typeface="Verdana"/>
                <a:cs typeface="Verdana"/>
                <a:sym typeface="Verdana"/>
              </a:defRPr>
            </a:lvl3pPr>
            <a:lvl4pPr indent="-304800" lvl="3" marL="1828800" marR="0" rtl="0" algn="l">
              <a:lnSpc>
                <a:spcPct val="116666"/>
              </a:lnSpc>
              <a:spcBef>
                <a:spcPts val="600"/>
              </a:spcBef>
              <a:spcAft>
                <a:spcPts val="0"/>
              </a:spcAft>
              <a:buClr>
                <a:schemeClr val="accent1"/>
              </a:buClr>
              <a:buSzPts val="1200"/>
              <a:buFont typeface="Arial"/>
              <a:buChar char="‒"/>
              <a:defRPr b="0" i="0" sz="1200" u="none" cap="none" strike="noStrike">
                <a:solidFill>
                  <a:schemeClr val="dk1"/>
                </a:solidFill>
                <a:latin typeface="Verdana"/>
                <a:ea typeface="Verdana"/>
                <a:cs typeface="Verdana"/>
                <a:sym typeface="Verdana"/>
              </a:defRPr>
            </a:lvl4pPr>
            <a:lvl5pPr indent="-342900" lvl="4" marL="2286000" marR="0" rtl="0" algn="l">
              <a:lnSpc>
                <a:spcPct val="90000"/>
              </a:lnSpc>
              <a:spcBef>
                <a:spcPts val="6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9pPr>
          </a:lstStyle>
          <a:p/>
        </p:txBody>
      </p:sp>
      <p:sp>
        <p:nvSpPr>
          <p:cNvPr id="409" name="Google Shape;409;p29"/>
          <p:cNvSpPr/>
          <p:nvPr/>
        </p:nvSpPr>
        <p:spPr>
          <a:xfrm>
            <a:off x="12496801" y="1590548"/>
            <a:ext cx="595070" cy="621323"/>
          </a:xfrm>
          <a:prstGeom prst="rect">
            <a:avLst/>
          </a:prstGeom>
          <a:solidFill>
            <a:schemeClr val="accent1"/>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600">
                <a:solidFill>
                  <a:schemeClr val="lt1"/>
                </a:solidFill>
                <a:latin typeface="Verdana"/>
                <a:ea typeface="Verdana"/>
                <a:cs typeface="Verdana"/>
                <a:sym typeface="Verdana"/>
              </a:rPr>
              <a:t>Capgemini Blue</a:t>
            </a:r>
            <a:endParaRPr/>
          </a:p>
          <a:p>
            <a:pPr indent="0" lvl="0" marL="171450" marR="0" rtl="0" algn="l">
              <a:spcBef>
                <a:spcPts val="400"/>
              </a:spcBef>
              <a:spcAft>
                <a:spcPts val="0"/>
              </a:spcAft>
              <a:buNone/>
            </a:pPr>
            <a:r>
              <a:rPr lang="en-US" sz="600">
                <a:solidFill>
                  <a:schemeClr val="lt1"/>
                </a:solidFill>
                <a:latin typeface="Verdana"/>
                <a:ea typeface="Verdana"/>
                <a:cs typeface="Verdana"/>
                <a:sym typeface="Verdana"/>
              </a:rPr>
              <a:t>R 0</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G 112</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B 173</a:t>
            </a:r>
            <a:endParaRPr/>
          </a:p>
        </p:txBody>
      </p:sp>
      <p:sp>
        <p:nvSpPr>
          <p:cNvPr id="410" name="Google Shape;410;p29"/>
          <p:cNvSpPr/>
          <p:nvPr/>
        </p:nvSpPr>
        <p:spPr>
          <a:xfrm>
            <a:off x="13091871" y="1590548"/>
            <a:ext cx="595070" cy="621323"/>
          </a:xfrm>
          <a:prstGeom prst="rect">
            <a:avLst/>
          </a:prstGeom>
          <a:solidFill>
            <a:schemeClr val="accent2"/>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600">
                <a:solidFill>
                  <a:schemeClr val="lt1"/>
                </a:solidFill>
                <a:latin typeface="Verdana"/>
                <a:ea typeface="Verdana"/>
                <a:cs typeface="Verdana"/>
                <a:sym typeface="Verdana"/>
              </a:rPr>
              <a:t>Vibrant</a:t>
            </a:r>
            <a:br>
              <a:rPr b="1" lang="en-US" sz="600">
                <a:solidFill>
                  <a:schemeClr val="lt1"/>
                </a:solidFill>
                <a:latin typeface="Verdana"/>
                <a:ea typeface="Verdana"/>
                <a:cs typeface="Verdana"/>
                <a:sym typeface="Verdana"/>
              </a:rPr>
            </a:br>
            <a:r>
              <a:rPr b="1" lang="en-US" sz="600">
                <a:solidFill>
                  <a:schemeClr val="lt1"/>
                </a:solidFill>
                <a:latin typeface="Verdana"/>
                <a:ea typeface="Verdana"/>
                <a:cs typeface="Verdana"/>
                <a:sym typeface="Verdana"/>
              </a:rPr>
              <a:t>Blue</a:t>
            </a:r>
            <a:endParaRPr/>
          </a:p>
          <a:p>
            <a:pPr indent="0" lvl="0" marL="171450" marR="0" rtl="0" algn="l">
              <a:spcBef>
                <a:spcPts val="400"/>
              </a:spcBef>
              <a:spcAft>
                <a:spcPts val="0"/>
              </a:spcAft>
              <a:buNone/>
            </a:pPr>
            <a:r>
              <a:rPr lang="en-US" sz="600">
                <a:solidFill>
                  <a:schemeClr val="lt1"/>
                </a:solidFill>
                <a:latin typeface="Verdana"/>
                <a:ea typeface="Verdana"/>
                <a:cs typeface="Verdana"/>
                <a:sym typeface="Verdana"/>
              </a:rPr>
              <a:t>R 18</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G 171</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B 219</a:t>
            </a:r>
            <a:endParaRPr/>
          </a:p>
        </p:txBody>
      </p:sp>
      <p:sp>
        <p:nvSpPr>
          <p:cNvPr id="411" name="Google Shape;411;p29"/>
          <p:cNvSpPr/>
          <p:nvPr/>
        </p:nvSpPr>
        <p:spPr>
          <a:xfrm>
            <a:off x="13686941" y="1590548"/>
            <a:ext cx="595070" cy="621323"/>
          </a:xfrm>
          <a:prstGeom prst="rect">
            <a:avLst/>
          </a:prstGeom>
          <a:solidFill>
            <a:schemeClr val="accent3"/>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600">
                <a:solidFill>
                  <a:schemeClr val="lt1"/>
                </a:solidFill>
                <a:latin typeface="Verdana"/>
                <a:ea typeface="Verdana"/>
                <a:cs typeface="Verdana"/>
                <a:sym typeface="Verdana"/>
              </a:rPr>
              <a:t>Deep</a:t>
            </a:r>
            <a:br>
              <a:rPr b="1" lang="en-US" sz="600">
                <a:solidFill>
                  <a:schemeClr val="lt1"/>
                </a:solidFill>
                <a:latin typeface="Verdana"/>
                <a:ea typeface="Verdana"/>
                <a:cs typeface="Verdana"/>
                <a:sym typeface="Verdana"/>
              </a:rPr>
            </a:br>
            <a:r>
              <a:rPr b="1" lang="en-US" sz="600">
                <a:solidFill>
                  <a:schemeClr val="lt1"/>
                </a:solidFill>
                <a:latin typeface="Verdana"/>
                <a:ea typeface="Verdana"/>
                <a:cs typeface="Verdana"/>
                <a:sym typeface="Verdana"/>
              </a:rPr>
              <a:t>Purple</a:t>
            </a:r>
            <a:endParaRPr/>
          </a:p>
          <a:p>
            <a:pPr indent="0" lvl="0" marL="171450" marR="0" rtl="0" algn="l">
              <a:spcBef>
                <a:spcPts val="400"/>
              </a:spcBef>
              <a:spcAft>
                <a:spcPts val="0"/>
              </a:spcAft>
              <a:buNone/>
            </a:pPr>
            <a:r>
              <a:rPr lang="en-US" sz="600">
                <a:solidFill>
                  <a:schemeClr val="lt1"/>
                </a:solidFill>
                <a:latin typeface="Verdana"/>
                <a:ea typeface="Verdana"/>
                <a:cs typeface="Verdana"/>
                <a:sym typeface="Verdana"/>
              </a:rPr>
              <a:t>R 43</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G 10</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B 61</a:t>
            </a:r>
            <a:endParaRPr/>
          </a:p>
        </p:txBody>
      </p:sp>
      <p:sp>
        <p:nvSpPr>
          <p:cNvPr id="412" name="Google Shape;412;p29"/>
          <p:cNvSpPr/>
          <p:nvPr/>
        </p:nvSpPr>
        <p:spPr>
          <a:xfrm>
            <a:off x="14282011" y="1590548"/>
            <a:ext cx="595070" cy="621323"/>
          </a:xfrm>
          <a:prstGeom prst="rect">
            <a:avLst/>
          </a:prstGeom>
          <a:solidFill>
            <a:schemeClr val="accent4"/>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600">
                <a:solidFill>
                  <a:schemeClr val="lt1"/>
                </a:solidFill>
                <a:latin typeface="Verdana"/>
                <a:ea typeface="Verdana"/>
                <a:cs typeface="Verdana"/>
                <a:sym typeface="Verdana"/>
              </a:rPr>
              <a:t>Tech</a:t>
            </a:r>
            <a:br>
              <a:rPr b="1" lang="en-US" sz="600">
                <a:solidFill>
                  <a:schemeClr val="lt1"/>
                </a:solidFill>
                <a:latin typeface="Verdana"/>
                <a:ea typeface="Verdana"/>
                <a:cs typeface="Verdana"/>
                <a:sym typeface="Verdana"/>
              </a:rPr>
            </a:br>
            <a:r>
              <a:rPr b="1" lang="en-US" sz="600">
                <a:solidFill>
                  <a:schemeClr val="lt1"/>
                </a:solidFill>
                <a:latin typeface="Verdana"/>
                <a:ea typeface="Verdana"/>
                <a:cs typeface="Verdana"/>
                <a:sym typeface="Verdana"/>
              </a:rPr>
              <a:t>Red</a:t>
            </a:r>
            <a:endParaRPr/>
          </a:p>
          <a:p>
            <a:pPr indent="0" lvl="0" marL="171450" marR="0" rtl="0" algn="l">
              <a:spcBef>
                <a:spcPts val="400"/>
              </a:spcBef>
              <a:spcAft>
                <a:spcPts val="0"/>
              </a:spcAft>
              <a:buNone/>
            </a:pPr>
            <a:r>
              <a:rPr lang="en-US" sz="600">
                <a:solidFill>
                  <a:schemeClr val="lt1"/>
                </a:solidFill>
                <a:latin typeface="Verdana"/>
                <a:ea typeface="Verdana"/>
                <a:cs typeface="Verdana"/>
                <a:sym typeface="Verdana"/>
              </a:rPr>
              <a:t>R 255</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G 48</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B 76</a:t>
            </a:r>
            <a:endParaRPr/>
          </a:p>
        </p:txBody>
      </p:sp>
      <p:sp>
        <p:nvSpPr>
          <p:cNvPr id="413" name="Google Shape;413;p29"/>
          <p:cNvSpPr/>
          <p:nvPr/>
        </p:nvSpPr>
        <p:spPr>
          <a:xfrm>
            <a:off x="14877081" y="1590548"/>
            <a:ext cx="595070" cy="621323"/>
          </a:xfrm>
          <a:prstGeom prst="rect">
            <a:avLst/>
          </a:prstGeom>
          <a:solidFill>
            <a:schemeClr val="accent5"/>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600">
                <a:solidFill>
                  <a:schemeClr val="lt1"/>
                </a:solidFill>
                <a:latin typeface="Verdana"/>
                <a:ea typeface="Verdana"/>
                <a:cs typeface="Verdana"/>
                <a:sym typeface="Verdana"/>
              </a:rPr>
              <a:t>Zest</a:t>
            </a:r>
            <a:br>
              <a:rPr b="1" lang="en-US" sz="600">
                <a:solidFill>
                  <a:schemeClr val="lt1"/>
                </a:solidFill>
                <a:latin typeface="Verdana"/>
                <a:ea typeface="Verdana"/>
                <a:cs typeface="Verdana"/>
                <a:sym typeface="Verdana"/>
              </a:rPr>
            </a:br>
            <a:r>
              <a:rPr b="1" lang="en-US" sz="600">
                <a:solidFill>
                  <a:schemeClr val="lt1"/>
                </a:solidFill>
                <a:latin typeface="Verdana"/>
                <a:ea typeface="Verdana"/>
                <a:cs typeface="Verdana"/>
                <a:sym typeface="Verdana"/>
              </a:rPr>
              <a:t>Green</a:t>
            </a:r>
            <a:endParaRPr/>
          </a:p>
          <a:p>
            <a:pPr indent="0" lvl="0" marL="171450" marR="0" rtl="0" algn="l">
              <a:spcBef>
                <a:spcPts val="400"/>
              </a:spcBef>
              <a:spcAft>
                <a:spcPts val="0"/>
              </a:spcAft>
              <a:buNone/>
            </a:pPr>
            <a:r>
              <a:rPr lang="en-US" sz="600">
                <a:solidFill>
                  <a:schemeClr val="lt1"/>
                </a:solidFill>
                <a:latin typeface="Verdana"/>
                <a:ea typeface="Verdana"/>
                <a:cs typeface="Verdana"/>
                <a:sym typeface="Verdana"/>
              </a:rPr>
              <a:t>R 149</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G 230</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B 22</a:t>
            </a:r>
            <a:endParaRPr/>
          </a:p>
        </p:txBody>
      </p:sp>
      <p:sp>
        <p:nvSpPr>
          <p:cNvPr id="414" name="Google Shape;414;p29"/>
          <p:cNvSpPr/>
          <p:nvPr/>
        </p:nvSpPr>
        <p:spPr>
          <a:xfrm>
            <a:off x="12496801" y="2468607"/>
            <a:ext cx="595070" cy="621323"/>
          </a:xfrm>
          <a:prstGeom prst="rect">
            <a:avLst/>
          </a:prstGeom>
          <a:solidFill>
            <a:srgbClr val="80B8D6"/>
          </a:solidFill>
          <a:ln>
            <a:noFill/>
          </a:ln>
        </p:spPr>
        <p:txBody>
          <a:bodyPr anchorCtr="0" anchor="ctr" bIns="0" lIns="0" spcFirstLastPara="1" rIns="0" wrap="square" tIns="0">
            <a:noAutofit/>
          </a:bodyPr>
          <a:lstStyle/>
          <a:p>
            <a:pPr indent="0" lvl="0" marL="58738" marR="0" rtl="0" algn="l">
              <a:spcBef>
                <a:spcPts val="0"/>
              </a:spcBef>
              <a:spcAft>
                <a:spcPts val="0"/>
              </a:spcAft>
              <a:buNone/>
            </a:pPr>
            <a:r>
              <a:rPr b="1" lang="en-US" sz="600">
                <a:solidFill>
                  <a:schemeClr val="lt1"/>
                </a:solidFill>
                <a:latin typeface="Verdana"/>
                <a:ea typeface="Verdana"/>
                <a:cs typeface="Verdana"/>
                <a:sym typeface="Verdana"/>
              </a:rPr>
              <a:t>Capgemini Blue</a:t>
            </a:r>
            <a:r>
              <a:rPr lang="en-US" sz="600">
                <a:solidFill>
                  <a:schemeClr val="lt1"/>
                </a:solidFill>
                <a:latin typeface="Verdana"/>
                <a:ea typeface="Verdana"/>
                <a:cs typeface="Verdana"/>
                <a:sym typeface="Verdana"/>
              </a:rPr>
              <a:t> (-50%)</a:t>
            </a:r>
            <a:endParaRPr/>
          </a:p>
          <a:p>
            <a:pPr indent="0" lvl="0" marL="171450" marR="0" rtl="0" algn="l">
              <a:spcBef>
                <a:spcPts val="400"/>
              </a:spcBef>
              <a:spcAft>
                <a:spcPts val="0"/>
              </a:spcAft>
              <a:buNone/>
            </a:pPr>
            <a:r>
              <a:rPr lang="en-US" sz="600">
                <a:solidFill>
                  <a:schemeClr val="lt1"/>
                </a:solidFill>
                <a:latin typeface="Verdana"/>
                <a:ea typeface="Verdana"/>
                <a:cs typeface="Verdana"/>
                <a:sym typeface="Verdana"/>
              </a:rPr>
              <a:t>R 128</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G 184</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B 214</a:t>
            </a:r>
            <a:endParaRPr/>
          </a:p>
        </p:txBody>
      </p:sp>
      <p:sp>
        <p:nvSpPr>
          <p:cNvPr id="415" name="Google Shape;415;p29"/>
          <p:cNvSpPr/>
          <p:nvPr/>
        </p:nvSpPr>
        <p:spPr>
          <a:xfrm>
            <a:off x="13091871" y="2468607"/>
            <a:ext cx="595070" cy="621323"/>
          </a:xfrm>
          <a:prstGeom prst="rect">
            <a:avLst/>
          </a:prstGeom>
          <a:solidFill>
            <a:srgbClr val="88D5ED"/>
          </a:solidFill>
          <a:ln>
            <a:noFill/>
          </a:ln>
        </p:spPr>
        <p:txBody>
          <a:bodyPr anchorCtr="0" anchor="ctr" bIns="0" lIns="0" spcFirstLastPara="1" rIns="0" wrap="square" tIns="0">
            <a:noAutofit/>
          </a:bodyPr>
          <a:lstStyle/>
          <a:p>
            <a:pPr indent="0" lvl="0" marL="58738" marR="0" rtl="0" algn="l">
              <a:spcBef>
                <a:spcPts val="0"/>
              </a:spcBef>
              <a:spcAft>
                <a:spcPts val="0"/>
              </a:spcAft>
              <a:buNone/>
            </a:pPr>
            <a:r>
              <a:rPr b="1" lang="en-US" sz="600">
                <a:solidFill>
                  <a:schemeClr val="lt1"/>
                </a:solidFill>
                <a:latin typeface="Verdana"/>
                <a:ea typeface="Verdana"/>
                <a:cs typeface="Verdana"/>
                <a:sym typeface="Verdana"/>
              </a:rPr>
              <a:t>Vibrant</a:t>
            </a:r>
            <a:br>
              <a:rPr b="1" lang="en-US" sz="600">
                <a:solidFill>
                  <a:schemeClr val="lt1"/>
                </a:solidFill>
                <a:latin typeface="Verdana"/>
                <a:ea typeface="Verdana"/>
                <a:cs typeface="Verdana"/>
                <a:sym typeface="Verdana"/>
              </a:rPr>
            </a:br>
            <a:r>
              <a:rPr b="1" lang="en-US" sz="600">
                <a:solidFill>
                  <a:schemeClr val="lt1"/>
                </a:solidFill>
                <a:latin typeface="Verdana"/>
                <a:ea typeface="Verdana"/>
                <a:cs typeface="Verdana"/>
                <a:sym typeface="Verdana"/>
              </a:rPr>
              <a:t>Blue</a:t>
            </a:r>
            <a:r>
              <a:rPr lang="en-US" sz="600">
                <a:solidFill>
                  <a:schemeClr val="lt1"/>
                </a:solidFill>
                <a:latin typeface="Verdana"/>
                <a:ea typeface="Verdana"/>
                <a:cs typeface="Verdana"/>
                <a:sym typeface="Verdana"/>
              </a:rPr>
              <a:t> (-50%)</a:t>
            </a:r>
            <a:endParaRPr/>
          </a:p>
          <a:p>
            <a:pPr indent="0" lvl="0" marL="171450" marR="0" rtl="0" algn="l">
              <a:spcBef>
                <a:spcPts val="400"/>
              </a:spcBef>
              <a:spcAft>
                <a:spcPts val="0"/>
              </a:spcAft>
              <a:buNone/>
            </a:pPr>
            <a:r>
              <a:rPr lang="en-US" sz="600">
                <a:solidFill>
                  <a:schemeClr val="lt1"/>
                </a:solidFill>
                <a:latin typeface="Verdana"/>
                <a:ea typeface="Verdana"/>
                <a:cs typeface="Verdana"/>
                <a:sym typeface="Verdana"/>
              </a:rPr>
              <a:t>R 136</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G 213</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B 237</a:t>
            </a:r>
            <a:endParaRPr/>
          </a:p>
        </p:txBody>
      </p:sp>
      <p:sp>
        <p:nvSpPr>
          <p:cNvPr id="416" name="Google Shape;416;p29"/>
          <p:cNvSpPr/>
          <p:nvPr/>
        </p:nvSpPr>
        <p:spPr>
          <a:xfrm>
            <a:off x="13686941" y="2468607"/>
            <a:ext cx="595070" cy="621323"/>
          </a:xfrm>
          <a:prstGeom prst="rect">
            <a:avLst/>
          </a:prstGeom>
          <a:solidFill>
            <a:srgbClr val="6D64CC"/>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600">
                <a:solidFill>
                  <a:schemeClr val="lt1"/>
                </a:solidFill>
                <a:latin typeface="Verdana"/>
                <a:ea typeface="Verdana"/>
                <a:cs typeface="Verdana"/>
                <a:sym typeface="Verdana"/>
              </a:rPr>
              <a:t>Bright</a:t>
            </a:r>
            <a:br>
              <a:rPr b="1" lang="en-US" sz="600">
                <a:solidFill>
                  <a:schemeClr val="lt1"/>
                </a:solidFill>
                <a:latin typeface="Verdana"/>
                <a:ea typeface="Verdana"/>
                <a:cs typeface="Verdana"/>
                <a:sym typeface="Verdana"/>
              </a:rPr>
            </a:br>
            <a:r>
              <a:rPr b="1" lang="en-US" sz="600">
                <a:solidFill>
                  <a:schemeClr val="lt1"/>
                </a:solidFill>
                <a:latin typeface="Verdana"/>
                <a:ea typeface="Verdana"/>
                <a:cs typeface="Verdana"/>
                <a:sym typeface="Verdana"/>
              </a:rPr>
              <a:t>Purple</a:t>
            </a:r>
            <a:endParaRPr/>
          </a:p>
          <a:p>
            <a:pPr indent="0" lvl="0" marL="171450" marR="0" rtl="0" algn="l">
              <a:spcBef>
                <a:spcPts val="400"/>
              </a:spcBef>
              <a:spcAft>
                <a:spcPts val="0"/>
              </a:spcAft>
              <a:buNone/>
            </a:pPr>
            <a:r>
              <a:rPr lang="en-US" sz="600">
                <a:solidFill>
                  <a:schemeClr val="lt1"/>
                </a:solidFill>
                <a:latin typeface="Verdana"/>
                <a:ea typeface="Verdana"/>
                <a:cs typeface="Verdana"/>
                <a:sym typeface="Verdana"/>
              </a:rPr>
              <a:t>R 109</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G 100</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B 204</a:t>
            </a:r>
            <a:endParaRPr/>
          </a:p>
        </p:txBody>
      </p:sp>
      <p:sp>
        <p:nvSpPr>
          <p:cNvPr id="417" name="Google Shape;417;p29"/>
          <p:cNvSpPr/>
          <p:nvPr/>
        </p:nvSpPr>
        <p:spPr>
          <a:xfrm>
            <a:off x="14282011" y="2468607"/>
            <a:ext cx="595070" cy="621323"/>
          </a:xfrm>
          <a:prstGeom prst="rect">
            <a:avLst/>
          </a:prstGeom>
          <a:solidFill>
            <a:srgbClr val="FF6327"/>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600">
                <a:solidFill>
                  <a:schemeClr val="lt1"/>
                </a:solidFill>
                <a:latin typeface="Verdana"/>
                <a:ea typeface="Verdana"/>
                <a:cs typeface="Verdana"/>
                <a:sym typeface="Verdana"/>
              </a:rPr>
              <a:t>Orange</a:t>
            </a:r>
            <a:endParaRPr/>
          </a:p>
          <a:p>
            <a:pPr indent="0" lvl="0" marL="171450" marR="0" rtl="0" algn="l">
              <a:spcBef>
                <a:spcPts val="400"/>
              </a:spcBef>
              <a:spcAft>
                <a:spcPts val="0"/>
              </a:spcAft>
              <a:buNone/>
            </a:pPr>
            <a:r>
              <a:rPr lang="en-US" sz="600">
                <a:solidFill>
                  <a:schemeClr val="lt1"/>
                </a:solidFill>
                <a:latin typeface="Verdana"/>
                <a:ea typeface="Verdana"/>
                <a:cs typeface="Verdana"/>
                <a:sym typeface="Verdana"/>
              </a:rPr>
              <a:t>R 255</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G 99</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B 39</a:t>
            </a:r>
            <a:endParaRPr/>
          </a:p>
        </p:txBody>
      </p:sp>
      <p:sp>
        <p:nvSpPr>
          <p:cNvPr id="418" name="Google Shape;418;p29"/>
          <p:cNvSpPr/>
          <p:nvPr/>
        </p:nvSpPr>
        <p:spPr>
          <a:xfrm>
            <a:off x="14877081" y="2468607"/>
            <a:ext cx="595070" cy="621323"/>
          </a:xfrm>
          <a:prstGeom prst="rect">
            <a:avLst/>
          </a:prstGeom>
          <a:solidFill>
            <a:srgbClr val="C8FF16"/>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600">
                <a:solidFill>
                  <a:schemeClr val="lt1"/>
                </a:solidFill>
                <a:latin typeface="Verdana"/>
                <a:ea typeface="Verdana"/>
                <a:cs typeface="Verdana"/>
                <a:sym typeface="Verdana"/>
              </a:rPr>
              <a:t>Bright</a:t>
            </a:r>
            <a:br>
              <a:rPr b="1" lang="en-US" sz="600">
                <a:solidFill>
                  <a:schemeClr val="lt1"/>
                </a:solidFill>
                <a:latin typeface="Verdana"/>
                <a:ea typeface="Verdana"/>
                <a:cs typeface="Verdana"/>
                <a:sym typeface="Verdana"/>
              </a:rPr>
            </a:br>
            <a:r>
              <a:rPr b="1" lang="en-US" sz="600">
                <a:solidFill>
                  <a:schemeClr val="lt1"/>
                </a:solidFill>
                <a:latin typeface="Verdana"/>
                <a:ea typeface="Verdana"/>
                <a:cs typeface="Verdana"/>
                <a:sym typeface="Verdana"/>
              </a:rPr>
              <a:t>Green</a:t>
            </a:r>
            <a:endParaRPr/>
          </a:p>
          <a:p>
            <a:pPr indent="0" lvl="0" marL="171450" marR="0" rtl="0" algn="l">
              <a:spcBef>
                <a:spcPts val="400"/>
              </a:spcBef>
              <a:spcAft>
                <a:spcPts val="0"/>
              </a:spcAft>
              <a:buNone/>
            </a:pPr>
            <a:r>
              <a:rPr lang="en-US" sz="600">
                <a:solidFill>
                  <a:schemeClr val="lt1"/>
                </a:solidFill>
                <a:latin typeface="Verdana"/>
                <a:ea typeface="Verdana"/>
                <a:cs typeface="Verdana"/>
                <a:sym typeface="Verdana"/>
              </a:rPr>
              <a:t>R 200</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G 255</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B 22</a:t>
            </a:r>
            <a:endParaRPr/>
          </a:p>
        </p:txBody>
      </p:sp>
      <p:sp>
        <p:nvSpPr>
          <p:cNvPr id="419" name="Google Shape;419;p29"/>
          <p:cNvSpPr/>
          <p:nvPr/>
        </p:nvSpPr>
        <p:spPr>
          <a:xfrm>
            <a:off x="13686941" y="3089930"/>
            <a:ext cx="595070" cy="621323"/>
          </a:xfrm>
          <a:prstGeom prst="rect">
            <a:avLst/>
          </a:prstGeom>
          <a:solidFill>
            <a:srgbClr val="7E39BA"/>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600">
                <a:solidFill>
                  <a:schemeClr val="lt1"/>
                </a:solidFill>
                <a:latin typeface="Verdana"/>
                <a:ea typeface="Verdana"/>
                <a:cs typeface="Verdana"/>
                <a:sym typeface="Verdana"/>
              </a:rPr>
              <a:t>Purple</a:t>
            </a:r>
            <a:endParaRPr/>
          </a:p>
          <a:p>
            <a:pPr indent="0" lvl="0" marL="171450" marR="0" rtl="0" algn="l">
              <a:spcBef>
                <a:spcPts val="400"/>
              </a:spcBef>
              <a:spcAft>
                <a:spcPts val="0"/>
              </a:spcAft>
              <a:buNone/>
            </a:pPr>
            <a:r>
              <a:rPr lang="en-US" sz="600">
                <a:solidFill>
                  <a:schemeClr val="lt1"/>
                </a:solidFill>
                <a:latin typeface="Verdana"/>
                <a:ea typeface="Verdana"/>
                <a:cs typeface="Verdana"/>
                <a:sym typeface="Verdana"/>
              </a:rPr>
              <a:t>R 126</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G 57</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B 186</a:t>
            </a:r>
            <a:endParaRPr/>
          </a:p>
        </p:txBody>
      </p:sp>
      <p:sp>
        <p:nvSpPr>
          <p:cNvPr id="420" name="Google Shape;420;p29"/>
          <p:cNvSpPr/>
          <p:nvPr/>
        </p:nvSpPr>
        <p:spPr>
          <a:xfrm>
            <a:off x="14877081" y="3089930"/>
            <a:ext cx="595070" cy="621323"/>
          </a:xfrm>
          <a:prstGeom prst="rect">
            <a:avLst/>
          </a:prstGeom>
          <a:solidFill>
            <a:srgbClr val="00C37B"/>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600">
                <a:solidFill>
                  <a:schemeClr val="lt1"/>
                </a:solidFill>
                <a:latin typeface="Verdana"/>
                <a:ea typeface="Verdana"/>
                <a:cs typeface="Verdana"/>
                <a:sym typeface="Verdana"/>
              </a:rPr>
              <a:t>Green</a:t>
            </a:r>
            <a:endParaRPr/>
          </a:p>
          <a:p>
            <a:pPr indent="0" lvl="0" marL="171450" marR="0" rtl="0" algn="l">
              <a:spcBef>
                <a:spcPts val="400"/>
              </a:spcBef>
              <a:spcAft>
                <a:spcPts val="0"/>
              </a:spcAft>
              <a:buNone/>
            </a:pPr>
            <a:r>
              <a:rPr lang="en-US" sz="600">
                <a:solidFill>
                  <a:schemeClr val="lt1"/>
                </a:solidFill>
                <a:latin typeface="Verdana"/>
                <a:ea typeface="Verdana"/>
                <a:cs typeface="Verdana"/>
                <a:sym typeface="Verdana"/>
              </a:rPr>
              <a:t>R 0</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G 195</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B 123</a:t>
            </a:r>
            <a:endParaRPr/>
          </a:p>
        </p:txBody>
      </p:sp>
      <p:sp>
        <p:nvSpPr>
          <p:cNvPr id="421" name="Google Shape;421;p29"/>
          <p:cNvSpPr/>
          <p:nvPr/>
        </p:nvSpPr>
        <p:spPr>
          <a:xfrm>
            <a:off x="14877081" y="4948917"/>
            <a:ext cx="595070" cy="621323"/>
          </a:xfrm>
          <a:prstGeom prst="rect">
            <a:avLst/>
          </a:prstGeom>
          <a:solidFill>
            <a:srgbClr val="15636B"/>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600">
                <a:solidFill>
                  <a:schemeClr val="lt1"/>
                </a:solidFill>
                <a:latin typeface="Verdana"/>
                <a:ea typeface="Verdana"/>
                <a:cs typeface="Verdana"/>
                <a:sym typeface="Verdana"/>
              </a:rPr>
              <a:t>Dark</a:t>
            </a:r>
            <a:br>
              <a:rPr b="1" lang="en-US" sz="600">
                <a:solidFill>
                  <a:schemeClr val="lt1"/>
                </a:solidFill>
                <a:latin typeface="Verdana"/>
                <a:ea typeface="Verdana"/>
                <a:cs typeface="Verdana"/>
                <a:sym typeface="Verdana"/>
              </a:rPr>
            </a:br>
            <a:r>
              <a:rPr b="1" lang="en-US" sz="600">
                <a:solidFill>
                  <a:schemeClr val="lt1"/>
                </a:solidFill>
                <a:latin typeface="Verdana"/>
                <a:ea typeface="Verdana"/>
                <a:cs typeface="Verdana"/>
                <a:sym typeface="Verdana"/>
              </a:rPr>
              <a:t>Green</a:t>
            </a:r>
            <a:endParaRPr/>
          </a:p>
          <a:p>
            <a:pPr indent="0" lvl="0" marL="171450" marR="0" rtl="0" algn="l">
              <a:spcBef>
                <a:spcPts val="400"/>
              </a:spcBef>
              <a:spcAft>
                <a:spcPts val="0"/>
              </a:spcAft>
              <a:buNone/>
            </a:pPr>
            <a:r>
              <a:rPr lang="en-US" sz="600">
                <a:solidFill>
                  <a:schemeClr val="lt1"/>
                </a:solidFill>
                <a:latin typeface="Verdana"/>
                <a:ea typeface="Verdana"/>
                <a:cs typeface="Verdana"/>
                <a:sym typeface="Verdana"/>
              </a:rPr>
              <a:t>R 21</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G 99</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B 107</a:t>
            </a:r>
            <a:endParaRPr/>
          </a:p>
        </p:txBody>
      </p:sp>
      <p:sp>
        <p:nvSpPr>
          <p:cNvPr id="422" name="Google Shape;422;p29"/>
          <p:cNvSpPr/>
          <p:nvPr/>
        </p:nvSpPr>
        <p:spPr>
          <a:xfrm>
            <a:off x="14877081" y="4330085"/>
            <a:ext cx="595070" cy="621323"/>
          </a:xfrm>
          <a:prstGeom prst="rect">
            <a:avLst/>
          </a:prstGeom>
          <a:solidFill>
            <a:srgbClr val="0F999C"/>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600">
                <a:solidFill>
                  <a:schemeClr val="lt1"/>
                </a:solidFill>
                <a:latin typeface="Verdana"/>
                <a:ea typeface="Verdana"/>
                <a:cs typeface="Verdana"/>
                <a:sym typeface="Verdana"/>
              </a:rPr>
              <a:t>Aqua</a:t>
            </a:r>
            <a:endParaRPr/>
          </a:p>
          <a:p>
            <a:pPr indent="0" lvl="0" marL="171450" marR="0" rtl="0" algn="l">
              <a:spcBef>
                <a:spcPts val="400"/>
              </a:spcBef>
              <a:spcAft>
                <a:spcPts val="0"/>
              </a:spcAft>
              <a:buNone/>
            </a:pPr>
            <a:r>
              <a:rPr lang="en-US" sz="600">
                <a:solidFill>
                  <a:schemeClr val="lt1"/>
                </a:solidFill>
                <a:latin typeface="Verdana"/>
                <a:ea typeface="Verdana"/>
                <a:cs typeface="Verdana"/>
                <a:sym typeface="Verdana"/>
              </a:rPr>
              <a:t>R 15</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G 153</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B 156</a:t>
            </a:r>
            <a:endParaRPr/>
          </a:p>
        </p:txBody>
      </p:sp>
      <p:sp>
        <p:nvSpPr>
          <p:cNvPr id="423" name="Google Shape;423;p29"/>
          <p:cNvSpPr/>
          <p:nvPr/>
        </p:nvSpPr>
        <p:spPr>
          <a:xfrm>
            <a:off x="14877081" y="3711253"/>
            <a:ext cx="595070" cy="621323"/>
          </a:xfrm>
          <a:prstGeom prst="rect">
            <a:avLst/>
          </a:prstGeom>
          <a:solidFill>
            <a:srgbClr val="01D1D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600">
                <a:solidFill>
                  <a:schemeClr val="lt1"/>
                </a:solidFill>
                <a:latin typeface="Verdana"/>
                <a:ea typeface="Verdana"/>
                <a:cs typeface="Verdana"/>
                <a:sym typeface="Verdana"/>
              </a:rPr>
              <a:t>Bright</a:t>
            </a:r>
            <a:br>
              <a:rPr b="1" lang="en-US" sz="600">
                <a:solidFill>
                  <a:schemeClr val="lt1"/>
                </a:solidFill>
                <a:latin typeface="Verdana"/>
                <a:ea typeface="Verdana"/>
                <a:cs typeface="Verdana"/>
                <a:sym typeface="Verdana"/>
              </a:rPr>
            </a:br>
            <a:r>
              <a:rPr b="1" lang="en-US" sz="600">
                <a:solidFill>
                  <a:schemeClr val="lt1"/>
                </a:solidFill>
                <a:latin typeface="Verdana"/>
                <a:ea typeface="Verdana"/>
                <a:cs typeface="Verdana"/>
                <a:sym typeface="Verdana"/>
              </a:rPr>
              <a:t>Aqua</a:t>
            </a:r>
            <a:endParaRPr/>
          </a:p>
          <a:p>
            <a:pPr indent="0" lvl="0" marL="171450" marR="0" rtl="0" algn="l">
              <a:spcBef>
                <a:spcPts val="400"/>
              </a:spcBef>
              <a:spcAft>
                <a:spcPts val="0"/>
              </a:spcAft>
              <a:buNone/>
            </a:pPr>
            <a:r>
              <a:rPr lang="en-US" sz="600">
                <a:solidFill>
                  <a:schemeClr val="lt1"/>
                </a:solidFill>
                <a:latin typeface="Verdana"/>
                <a:ea typeface="Verdana"/>
                <a:cs typeface="Verdana"/>
                <a:sym typeface="Verdana"/>
              </a:rPr>
              <a:t>R 1</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G 209</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B 208</a:t>
            </a:r>
            <a:endParaRPr/>
          </a:p>
        </p:txBody>
      </p:sp>
      <p:sp>
        <p:nvSpPr>
          <p:cNvPr id="424" name="Google Shape;424;p29"/>
          <p:cNvSpPr/>
          <p:nvPr/>
        </p:nvSpPr>
        <p:spPr>
          <a:xfrm>
            <a:off x="14282011" y="3089930"/>
            <a:ext cx="595070" cy="621323"/>
          </a:xfrm>
          <a:prstGeom prst="rect">
            <a:avLst/>
          </a:prstGeom>
          <a:solidFill>
            <a:srgbClr val="FF0CAD"/>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600">
                <a:solidFill>
                  <a:schemeClr val="lt1"/>
                </a:solidFill>
                <a:latin typeface="Verdana"/>
                <a:ea typeface="Verdana"/>
                <a:cs typeface="Verdana"/>
                <a:sym typeface="Verdana"/>
              </a:rPr>
              <a:t>Peach</a:t>
            </a:r>
            <a:endParaRPr/>
          </a:p>
          <a:p>
            <a:pPr indent="0" lvl="0" marL="171450" marR="0" rtl="0" algn="l">
              <a:spcBef>
                <a:spcPts val="400"/>
              </a:spcBef>
              <a:spcAft>
                <a:spcPts val="0"/>
              </a:spcAft>
              <a:buNone/>
            </a:pPr>
            <a:r>
              <a:rPr lang="en-US" sz="600">
                <a:solidFill>
                  <a:schemeClr val="lt1"/>
                </a:solidFill>
                <a:latin typeface="Verdana"/>
                <a:ea typeface="Verdana"/>
                <a:cs typeface="Verdana"/>
                <a:sym typeface="Verdana"/>
              </a:rPr>
              <a:t>R 255</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G 126</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B 131</a:t>
            </a:r>
            <a:endParaRPr/>
          </a:p>
        </p:txBody>
      </p:sp>
      <p:sp>
        <p:nvSpPr>
          <p:cNvPr id="425" name="Google Shape;425;p29"/>
          <p:cNvSpPr/>
          <p:nvPr/>
        </p:nvSpPr>
        <p:spPr>
          <a:xfrm>
            <a:off x="14282011" y="3711253"/>
            <a:ext cx="595070" cy="621323"/>
          </a:xfrm>
          <a:prstGeom prst="rect">
            <a:avLst/>
          </a:prstGeom>
          <a:solidFill>
            <a:srgbClr val="CB298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600">
                <a:solidFill>
                  <a:schemeClr val="lt1"/>
                </a:solidFill>
                <a:latin typeface="Verdana"/>
                <a:ea typeface="Verdana"/>
                <a:cs typeface="Verdana"/>
                <a:sym typeface="Verdana"/>
              </a:rPr>
              <a:t>Light</a:t>
            </a:r>
            <a:br>
              <a:rPr b="1" lang="en-US" sz="600">
                <a:solidFill>
                  <a:schemeClr val="lt1"/>
                </a:solidFill>
                <a:latin typeface="Verdana"/>
                <a:ea typeface="Verdana"/>
                <a:cs typeface="Verdana"/>
                <a:sym typeface="Verdana"/>
              </a:rPr>
            </a:br>
            <a:r>
              <a:rPr b="1" lang="en-US" sz="600">
                <a:solidFill>
                  <a:schemeClr val="lt1"/>
                </a:solidFill>
                <a:latin typeface="Verdana"/>
                <a:ea typeface="Verdana"/>
                <a:cs typeface="Verdana"/>
                <a:sym typeface="Verdana"/>
              </a:rPr>
              <a:t>Claret</a:t>
            </a:r>
            <a:endParaRPr/>
          </a:p>
          <a:p>
            <a:pPr indent="0" lvl="0" marL="171450" marR="0" rtl="0" algn="l">
              <a:spcBef>
                <a:spcPts val="400"/>
              </a:spcBef>
              <a:spcAft>
                <a:spcPts val="0"/>
              </a:spcAft>
              <a:buNone/>
            </a:pPr>
            <a:r>
              <a:rPr lang="en-US" sz="600">
                <a:solidFill>
                  <a:schemeClr val="lt1"/>
                </a:solidFill>
                <a:latin typeface="Verdana"/>
                <a:ea typeface="Verdana"/>
                <a:cs typeface="Verdana"/>
                <a:sym typeface="Verdana"/>
              </a:rPr>
              <a:t>R 203</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G 41</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B 128</a:t>
            </a:r>
            <a:endParaRPr/>
          </a:p>
        </p:txBody>
      </p:sp>
      <p:sp>
        <p:nvSpPr>
          <p:cNvPr id="426" name="Google Shape;426;p29"/>
          <p:cNvSpPr/>
          <p:nvPr/>
        </p:nvSpPr>
        <p:spPr>
          <a:xfrm>
            <a:off x="14282011" y="4330085"/>
            <a:ext cx="595070" cy="621323"/>
          </a:xfrm>
          <a:prstGeom prst="rect">
            <a:avLst/>
          </a:prstGeom>
          <a:solidFill>
            <a:srgbClr val="860864"/>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600">
                <a:solidFill>
                  <a:schemeClr val="lt1"/>
                </a:solidFill>
                <a:latin typeface="Verdana"/>
                <a:ea typeface="Verdana"/>
                <a:cs typeface="Verdana"/>
                <a:sym typeface="Verdana"/>
              </a:rPr>
              <a:t>Claret</a:t>
            </a:r>
            <a:endParaRPr/>
          </a:p>
          <a:p>
            <a:pPr indent="0" lvl="0" marL="171450" marR="0" rtl="0" algn="l">
              <a:spcBef>
                <a:spcPts val="400"/>
              </a:spcBef>
              <a:spcAft>
                <a:spcPts val="0"/>
              </a:spcAft>
              <a:buNone/>
            </a:pPr>
            <a:r>
              <a:rPr lang="en-US" sz="600">
                <a:solidFill>
                  <a:schemeClr val="lt1"/>
                </a:solidFill>
                <a:latin typeface="Verdana"/>
                <a:ea typeface="Verdana"/>
                <a:cs typeface="Verdana"/>
                <a:sym typeface="Verdana"/>
              </a:rPr>
              <a:t>R 134</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G 8</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B 100</a:t>
            </a:r>
            <a:endParaRPr/>
          </a:p>
        </p:txBody>
      </p:sp>
      <p:sp>
        <p:nvSpPr>
          <p:cNvPr id="427" name="Google Shape;427;p29"/>
          <p:cNvSpPr/>
          <p:nvPr/>
        </p:nvSpPr>
        <p:spPr>
          <a:xfrm>
            <a:off x="12496801" y="1405970"/>
            <a:ext cx="570669" cy="153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000">
                <a:solidFill>
                  <a:schemeClr val="dk2"/>
                </a:solidFill>
                <a:latin typeface="Verdana"/>
                <a:ea typeface="Verdana"/>
                <a:cs typeface="Verdana"/>
                <a:sym typeface="Verdana"/>
              </a:rPr>
              <a:t>Primary</a:t>
            </a:r>
            <a:endParaRPr/>
          </a:p>
        </p:txBody>
      </p:sp>
      <p:sp>
        <p:nvSpPr>
          <p:cNvPr id="428" name="Google Shape;428;p29"/>
          <p:cNvSpPr/>
          <p:nvPr/>
        </p:nvSpPr>
        <p:spPr>
          <a:xfrm>
            <a:off x="12496801" y="2285400"/>
            <a:ext cx="843180" cy="153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000">
                <a:solidFill>
                  <a:schemeClr val="dk2"/>
                </a:solidFill>
                <a:latin typeface="Verdana"/>
                <a:ea typeface="Verdana"/>
                <a:cs typeface="Verdana"/>
                <a:sym typeface="Verdana"/>
              </a:rPr>
              <a:t>Infographic</a:t>
            </a:r>
            <a:endParaRPr/>
          </a:p>
        </p:txBody>
      </p:sp>
      <p:sp>
        <p:nvSpPr>
          <p:cNvPr id="429" name="Google Shape;429;p29"/>
          <p:cNvSpPr/>
          <p:nvPr/>
        </p:nvSpPr>
        <p:spPr>
          <a:xfrm>
            <a:off x="13686941" y="1405970"/>
            <a:ext cx="753411" cy="153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000">
                <a:solidFill>
                  <a:schemeClr val="dk2"/>
                </a:solidFill>
                <a:latin typeface="Verdana"/>
                <a:ea typeface="Verdana"/>
                <a:cs typeface="Verdana"/>
                <a:sym typeface="Verdana"/>
              </a:rPr>
              <a:t>Secondary</a:t>
            </a:r>
            <a:endParaRPr/>
          </a:p>
        </p:txBody>
      </p:sp>
      <p:sp>
        <p:nvSpPr>
          <p:cNvPr id="430" name="Google Shape;430;p29"/>
          <p:cNvSpPr/>
          <p:nvPr/>
        </p:nvSpPr>
        <p:spPr>
          <a:xfrm>
            <a:off x="13686941" y="3711253"/>
            <a:ext cx="595070" cy="621323"/>
          </a:xfrm>
          <a:prstGeom prst="rect">
            <a:avLst/>
          </a:prstGeom>
          <a:solidFill>
            <a:srgbClr val="4701A7"/>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600">
                <a:solidFill>
                  <a:schemeClr val="lt1"/>
                </a:solidFill>
                <a:latin typeface="Verdana"/>
                <a:ea typeface="Verdana"/>
                <a:cs typeface="Verdana"/>
                <a:sym typeface="Verdana"/>
              </a:rPr>
              <a:t>Dark</a:t>
            </a:r>
            <a:br>
              <a:rPr b="1" lang="en-US" sz="600">
                <a:solidFill>
                  <a:schemeClr val="lt1"/>
                </a:solidFill>
                <a:latin typeface="Verdana"/>
                <a:ea typeface="Verdana"/>
                <a:cs typeface="Verdana"/>
                <a:sym typeface="Verdana"/>
              </a:rPr>
            </a:br>
            <a:r>
              <a:rPr b="1" lang="en-US" sz="600">
                <a:solidFill>
                  <a:schemeClr val="lt1"/>
                </a:solidFill>
                <a:latin typeface="Verdana"/>
                <a:ea typeface="Verdana"/>
                <a:cs typeface="Verdana"/>
                <a:sym typeface="Verdana"/>
              </a:rPr>
              <a:t>Purple</a:t>
            </a:r>
            <a:endParaRPr/>
          </a:p>
          <a:p>
            <a:pPr indent="0" lvl="0" marL="171450" marR="0" rtl="0" algn="l">
              <a:spcBef>
                <a:spcPts val="400"/>
              </a:spcBef>
              <a:spcAft>
                <a:spcPts val="0"/>
              </a:spcAft>
              <a:buNone/>
            </a:pPr>
            <a:r>
              <a:rPr lang="en-US" sz="600">
                <a:solidFill>
                  <a:schemeClr val="lt1"/>
                </a:solidFill>
                <a:latin typeface="Verdana"/>
                <a:ea typeface="Verdana"/>
                <a:cs typeface="Verdana"/>
                <a:sym typeface="Verdana"/>
              </a:rPr>
              <a:t>R 71</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G 1</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B 167</a:t>
            </a:r>
            <a:endParaRPr/>
          </a:p>
        </p:txBody>
      </p:sp>
    </p:spTree>
  </p:cSld>
  <p:clrMap accent1="accent1" accent2="accent2" accent3="accent3" accent4="accent4" accent5="accent5" accent6="accent6" bg1="lt1" bg2="dk2" tx1="dk1" tx2="lt2" folHlink="folHlink" hlink="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 id="2147483689" r:id="rId16"/>
    <p:sldLayoutId id="2147483690" r:id="rId17"/>
    <p:sldLayoutId id="2147483691"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55">
          <p15:clr>
            <a:srgbClr val="F26B43"/>
          </p15:clr>
        </p15:guide>
        <p15:guide id="2" pos="257">
          <p15:clr>
            <a:srgbClr val="F26B43"/>
          </p15:clr>
        </p15:guide>
        <p15:guide id="3" pos="7423">
          <p15:clr>
            <a:srgbClr val="F26B43"/>
          </p15:clr>
        </p15:guide>
        <p15:guide id="4" orient="horz" pos="4065">
          <p15:clr>
            <a:srgbClr val="F26B43"/>
          </p15:clr>
        </p15:guide>
        <p15:guide id="5" orient="horz" pos="799">
          <p15:clr>
            <a:srgbClr val="F26B43"/>
          </p15:clr>
        </p15:guide>
        <p15:guide id="6" orient="horz" pos="890">
          <p15:clr>
            <a:srgbClr val="F26B43"/>
          </p15:clr>
        </p15:guide>
        <p15:guide id="7" pos="3840">
          <p15:clr>
            <a:srgbClr val="F26B43"/>
          </p15:clr>
        </p15:guide>
        <p15:guide id="8" pos="3749">
          <p15:clr>
            <a:srgbClr val="F26B43"/>
          </p15:clr>
        </p15:guide>
        <p15:guide id="9" pos="393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49" name="Shape 649"/>
        <p:cNvGrpSpPr/>
        <p:nvPr/>
      </p:nvGrpSpPr>
      <p:grpSpPr>
        <a:xfrm>
          <a:off x="0" y="0"/>
          <a:ext cx="0" cy="0"/>
          <a:chOff x="0" y="0"/>
          <a:chExt cx="0" cy="0"/>
        </a:xfrm>
      </p:grpSpPr>
      <p:sp>
        <p:nvSpPr>
          <p:cNvPr id="650" name="Google Shape;650;p48"/>
          <p:cNvSpPr txBox="1"/>
          <p:nvPr>
            <p:ph type="title"/>
          </p:nvPr>
        </p:nvSpPr>
        <p:spPr>
          <a:xfrm>
            <a:off x="407988" y="404813"/>
            <a:ext cx="11016604" cy="863601"/>
          </a:xfrm>
          <a:prstGeom prst="rect">
            <a:avLst/>
          </a:prstGeom>
          <a:noFill/>
          <a:ln>
            <a:noFill/>
          </a:ln>
        </p:spPr>
        <p:txBody>
          <a:bodyPr anchorCtr="0" anchor="t" bIns="0" lIns="0" spcFirstLastPara="1" rIns="0" wrap="square" tIns="0">
            <a:normAutofit/>
          </a:bodyPr>
          <a:lstStyle>
            <a:lvl1pPr lvl="0" marR="0" rtl="0" algn="l">
              <a:lnSpc>
                <a:spcPct val="90000"/>
              </a:lnSpc>
              <a:spcBef>
                <a:spcPts val="0"/>
              </a:spcBef>
              <a:spcAft>
                <a:spcPts val="0"/>
              </a:spcAft>
              <a:buClr>
                <a:schemeClr val="dk2"/>
              </a:buClr>
              <a:buSzPts val="2600"/>
              <a:buFont typeface="Verdana"/>
              <a:buNone/>
              <a:defRPr b="0" i="0" sz="2600" u="none" cap="none" strike="noStrike">
                <a:solidFill>
                  <a:schemeClr val="dk2"/>
                </a:solidFill>
                <a:latin typeface="Verdana"/>
                <a:ea typeface="Verdana"/>
                <a:cs typeface="Verdana"/>
                <a:sym typeface="Verdan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51" name="Google Shape;651;p48"/>
          <p:cNvSpPr/>
          <p:nvPr/>
        </p:nvSpPr>
        <p:spPr>
          <a:xfrm>
            <a:off x="11547793" y="188640"/>
            <a:ext cx="424356" cy="459624"/>
          </a:xfrm>
          <a:prstGeom prst="rect">
            <a:avLst/>
          </a:prstGeom>
          <a:noFill/>
          <a:ln>
            <a:noFill/>
          </a:ln>
        </p:spPr>
      </p:sp>
      <p:sp>
        <p:nvSpPr>
          <p:cNvPr id="652" name="Google Shape;652;p48"/>
          <p:cNvSpPr txBox="1"/>
          <p:nvPr>
            <p:ph idx="1" type="body"/>
          </p:nvPr>
        </p:nvSpPr>
        <p:spPr>
          <a:xfrm>
            <a:off x="413067" y="1412875"/>
            <a:ext cx="11370945" cy="5040313"/>
          </a:xfrm>
          <a:prstGeom prst="rect">
            <a:avLst/>
          </a:prstGeom>
          <a:noFill/>
          <a:ln>
            <a:noFill/>
          </a:ln>
        </p:spPr>
        <p:txBody>
          <a:bodyPr anchorCtr="0" anchor="t" bIns="0" lIns="0" spcFirstLastPara="1" rIns="0" wrap="square" tIns="0">
            <a:normAutofit/>
          </a:bodyPr>
          <a:lstStyle>
            <a:lvl1pPr indent="-228600" lvl="0" marL="457200" marR="0" rtl="0" algn="l">
              <a:lnSpc>
                <a:spcPct val="122222"/>
              </a:lnSpc>
              <a:spcBef>
                <a:spcPts val="0"/>
              </a:spcBef>
              <a:spcAft>
                <a:spcPts val="0"/>
              </a:spcAft>
              <a:buClr>
                <a:schemeClr val="dk1"/>
              </a:buClr>
              <a:buSzPts val="1800"/>
              <a:buFont typeface="Arial"/>
              <a:buNone/>
              <a:defRPr b="0" i="0" sz="1800" u="none" cap="none" strike="noStrike">
                <a:solidFill>
                  <a:schemeClr val="dk1"/>
                </a:solidFill>
                <a:latin typeface="Verdana"/>
                <a:ea typeface="Verdana"/>
                <a:cs typeface="Verdana"/>
                <a:sym typeface="Verdana"/>
              </a:defRPr>
            </a:lvl1pPr>
            <a:lvl2pPr indent="-330200" lvl="1" marL="914400" marR="0" rtl="0" algn="l">
              <a:lnSpc>
                <a:spcPct val="125000"/>
              </a:lnSpc>
              <a:spcBef>
                <a:spcPts val="600"/>
              </a:spcBef>
              <a:spcAft>
                <a:spcPts val="0"/>
              </a:spcAft>
              <a:buClr>
                <a:schemeClr val="accent1"/>
              </a:buClr>
              <a:buSzPts val="1600"/>
              <a:buFont typeface="Noto Sans Symbols"/>
              <a:buChar char="▪"/>
              <a:defRPr b="0" i="0" sz="1600" u="none" cap="none" strike="noStrike">
                <a:solidFill>
                  <a:schemeClr val="dk1"/>
                </a:solidFill>
                <a:latin typeface="Verdana"/>
                <a:ea typeface="Verdana"/>
                <a:cs typeface="Verdana"/>
                <a:sym typeface="Verdana"/>
              </a:defRPr>
            </a:lvl2pPr>
            <a:lvl3pPr indent="-317500" lvl="2" marL="1371600" marR="0" rtl="0" algn="l">
              <a:lnSpc>
                <a:spcPct val="114285"/>
              </a:lnSpc>
              <a:spcBef>
                <a:spcPts val="600"/>
              </a:spcBef>
              <a:spcAft>
                <a:spcPts val="0"/>
              </a:spcAft>
              <a:buClr>
                <a:schemeClr val="accent1"/>
              </a:buClr>
              <a:buSzPts val="1400"/>
              <a:buFont typeface="Arial"/>
              <a:buChar char="•"/>
              <a:defRPr b="0" i="0" sz="1400" u="none" cap="none" strike="noStrike">
                <a:solidFill>
                  <a:schemeClr val="dk1"/>
                </a:solidFill>
                <a:latin typeface="Verdana"/>
                <a:ea typeface="Verdana"/>
                <a:cs typeface="Verdana"/>
                <a:sym typeface="Verdana"/>
              </a:defRPr>
            </a:lvl3pPr>
            <a:lvl4pPr indent="-304800" lvl="3" marL="1828800" marR="0" rtl="0" algn="l">
              <a:lnSpc>
                <a:spcPct val="90000"/>
              </a:lnSpc>
              <a:spcBef>
                <a:spcPts val="600"/>
              </a:spcBef>
              <a:spcAft>
                <a:spcPts val="0"/>
              </a:spcAft>
              <a:buClr>
                <a:schemeClr val="accent1"/>
              </a:buClr>
              <a:buSzPts val="1200"/>
              <a:buFont typeface="Arial"/>
              <a:buChar char="‒"/>
              <a:defRPr b="0" i="0" sz="1200" u="none" cap="none" strike="noStrike">
                <a:solidFill>
                  <a:schemeClr val="dk1"/>
                </a:solidFill>
                <a:latin typeface="Verdana"/>
                <a:ea typeface="Verdana"/>
                <a:cs typeface="Verdana"/>
                <a:sym typeface="Verdana"/>
              </a:defRPr>
            </a:lvl4pPr>
            <a:lvl5pPr indent="-317500" lvl="4" marL="22860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Verdana"/>
                <a:ea typeface="Verdana"/>
                <a:cs typeface="Verdana"/>
                <a:sym typeface="Verdan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9pPr>
          </a:lstStyle>
          <a:p/>
        </p:txBody>
      </p:sp>
      <p:sp>
        <p:nvSpPr>
          <p:cNvPr id="653" name="Google Shape;653;p48"/>
          <p:cNvSpPr/>
          <p:nvPr/>
        </p:nvSpPr>
        <p:spPr>
          <a:xfrm>
            <a:off x="12496801" y="1590548"/>
            <a:ext cx="595070" cy="621323"/>
          </a:xfrm>
          <a:prstGeom prst="rect">
            <a:avLst/>
          </a:prstGeom>
          <a:solidFill>
            <a:schemeClr val="accent1"/>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600">
                <a:solidFill>
                  <a:schemeClr val="lt1"/>
                </a:solidFill>
                <a:latin typeface="Verdana"/>
                <a:ea typeface="Verdana"/>
                <a:cs typeface="Verdana"/>
                <a:sym typeface="Verdana"/>
              </a:rPr>
              <a:t>Capgemini Blue</a:t>
            </a:r>
            <a:endParaRPr/>
          </a:p>
          <a:p>
            <a:pPr indent="0" lvl="0" marL="171450" marR="0" rtl="0" algn="l">
              <a:spcBef>
                <a:spcPts val="400"/>
              </a:spcBef>
              <a:spcAft>
                <a:spcPts val="0"/>
              </a:spcAft>
              <a:buNone/>
            </a:pPr>
            <a:r>
              <a:rPr lang="en-US" sz="600">
                <a:solidFill>
                  <a:schemeClr val="lt1"/>
                </a:solidFill>
                <a:latin typeface="Verdana"/>
                <a:ea typeface="Verdana"/>
                <a:cs typeface="Verdana"/>
                <a:sym typeface="Verdana"/>
              </a:rPr>
              <a:t>R 0</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G 112</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B 173</a:t>
            </a:r>
            <a:endParaRPr/>
          </a:p>
        </p:txBody>
      </p:sp>
      <p:sp>
        <p:nvSpPr>
          <p:cNvPr id="654" name="Google Shape;654;p48"/>
          <p:cNvSpPr/>
          <p:nvPr/>
        </p:nvSpPr>
        <p:spPr>
          <a:xfrm>
            <a:off x="13091871" y="1590548"/>
            <a:ext cx="595070" cy="621323"/>
          </a:xfrm>
          <a:prstGeom prst="rect">
            <a:avLst/>
          </a:prstGeom>
          <a:solidFill>
            <a:schemeClr val="accent2"/>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600">
                <a:solidFill>
                  <a:schemeClr val="lt1"/>
                </a:solidFill>
                <a:latin typeface="Verdana"/>
                <a:ea typeface="Verdana"/>
                <a:cs typeface="Verdana"/>
                <a:sym typeface="Verdana"/>
              </a:rPr>
              <a:t>Vibrant</a:t>
            </a:r>
            <a:br>
              <a:rPr b="1" lang="en-US" sz="600">
                <a:solidFill>
                  <a:schemeClr val="lt1"/>
                </a:solidFill>
                <a:latin typeface="Verdana"/>
                <a:ea typeface="Verdana"/>
                <a:cs typeface="Verdana"/>
                <a:sym typeface="Verdana"/>
              </a:rPr>
            </a:br>
            <a:r>
              <a:rPr b="1" lang="en-US" sz="600">
                <a:solidFill>
                  <a:schemeClr val="lt1"/>
                </a:solidFill>
                <a:latin typeface="Verdana"/>
                <a:ea typeface="Verdana"/>
                <a:cs typeface="Verdana"/>
                <a:sym typeface="Verdana"/>
              </a:rPr>
              <a:t>Blue</a:t>
            </a:r>
            <a:endParaRPr/>
          </a:p>
          <a:p>
            <a:pPr indent="0" lvl="0" marL="171450" marR="0" rtl="0" algn="l">
              <a:spcBef>
                <a:spcPts val="400"/>
              </a:spcBef>
              <a:spcAft>
                <a:spcPts val="0"/>
              </a:spcAft>
              <a:buNone/>
            </a:pPr>
            <a:r>
              <a:rPr lang="en-US" sz="600">
                <a:solidFill>
                  <a:schemeClr val="lt1"/>
                </a:solidFill>
                <a:latin typeface="Verdana"/>
                <a:ea typeface="Verdana"/>
                <a:cs typeface="Verdana"/>
                <a:sym typeface="Verdana"/>
              </a:rPr>
              <a:t>R 18</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G 171</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B 219</a:t>
            </a:r>
            <a:endParaRPr/>
          </a:p>
        </p:txBody>
      </p:sp>
      <p:sp>
        <p:nvSpPr>
          <p:cNvPr id="655" name="Google Shape;655;p48"/>
          <p:cNvSpPr/>
          <p:nvPr/>
        </p:nvSpPr>
        <p:spPr>
          <a:xfrm>
            <a:off x="13686941" y="1590548"/>
            <a:ext cx="595070" cy="621323"/>
          </a:xfrm>
          <a:prstGeom prst="rect">
            <a:avLst/>
          </a:prstGeom>
          <a:solidFill>
            <a:schemeClr val="accent3"/>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600">
                <a:solidFill>
                  <a:schemeClr val="lt1"/>
                </a:solidFill>
                <a:latin typeface="Verdana"/>
                <a:ea typeface="Verdana"/>
                <a:cs typeface="Verdana"/>
                <a:sym typeface="Verdana"/>
              </a:rPr>
              <a:t>Deep</a:t>
            </a:r>
            <a:br>
              <a:rPr b="1" lang="en-US" sz="600">
                <a:solidFill>
                  <a:schemeClr val="lt1"/>
                </a:solidFill>
                <a:latin typeface="Verdana"/>
                <a:ea typeface="Verdana"/>
                <a:cs typeface="Verdana"/>
                <a:sym typeface="Verdana"/>
              </a:rPr>
            </a:br>
            <a:r>
              <a:rPr b="1" lang="en-US" sz="600">
                <a:solidFill>
                  <a:schemeClr val="lt1"/>
                </a:solidFill>
                <a:latin typeface="Verdana"/>
                <a:ea typeface="Verdana"/>
                <a:cs typeface="Verdana"/>
                <a:sym typeface="Verdana"/>
              </a:rPr>
              <a:t>Purple</a:t>
            </a:r>
            <a:endParaRPr/>
          </a:p>
          <a:p>
            <a:pPr indent="0" lvl="0" marL="171450" marR="0" rtl="0" algn="l">
              <a:spcBef>
                <a:spcPts val="400"/>
              </a:spcBef>
              <a:spcAft>
                <a:spcPts val="0"/>
              </a:spcAft>
              <a:buNone/>
            </a:pPr>
            <a:r>
              <a:rPr lang="en-US" sz="600">
                <a:solidFill>
                  <a:schemeClr val="lt1"/>
                </a:solidFill>
                <a:latin typeface="Verdana"/>
                <a:ea typeface="Verdana"/>
                <a:cs typeface="Verdana"/>
                <a:sym typeface="Verdana"/>
              </a:rPr>
              <a:t>R 43</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G 10</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B 61</a:t>
            </a:r>
            <a:endParaRPr/>
          </a:p>
        </p:txBody>
      </p:sp>
      <p:sp>
        <p:nvSpPr>
          <p:cNvPr id="656" name="Google Shape;656;p48"/>
          <p:cNvSpPr/>
          <p:nvPr/>
        </p:nvSpPr>
        <p:spPr>
          <a:xfrm>
            <a:off x="14282011" y="1590548"/>
            <a:ext cx="595070" cy="621323"/>
          </a:xfrm>
          <a:prstGeom prst="rect">
            <a:avLst/>
          </a:prstGeom>
          <a:solidFill>
            <a:schemeClr val="accent4"/>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600">
                <a:solidFill>
                  <a:schemeClr val="lt1"/>
                </a:solidFill>
                <a:latin typeface="Verdana"/>
                <a:ea typeface="Verdana"/>
                <a:cs typeface="Verdana"/>
                <a:sym typeface="Verdana"/>
              </a:rPr>
              <a:t>Tech</a:t>
            </a:r>
            <a:br>
              <a:rPr b="1" lang="en-US" sz="600">
                <a:solidFill>
                  <a:schemeClr val="lt1"/>
                </a:solidFill>
                <a:latin typeface="Verdana"/>
                <a:ea typeface="Verdana"/>
                <a:cs typeface="Verdana"/>
                <a:sym typeface="Verdana"/>
              </a:rPr>
            </a:br>
            <a:r>
              <a:rPr b="1" lang="en-US" sz="600">
                <a:solidFill>
                  <a:schemeClr val="lt1"/>
                </a:solidFill>
                <a:latin typeface="Verdana"/>
                <a:ea typeface="Verdana"/>
                <a:cs typeface="Verdana"/>
                <a:sym typeface="Verdana"/>
              </a:rPr>
              <a:t>Red</a:t>
            </a:r>
            <a:endParaRPr/>
          </a:p>
          <a:p>
            <a:pPr indent="0" lvl="0" marL="171450" marR="0" rtl="0" algn="l">
              <a:spcBef>
                <a:spcPts val="400"/>
              </a:spcBef>
              <a:spcAft>
                <a:spcPts val="0"/>
              </a:spcAft>
              <a:buNone/>
            </a:pPr>
            <a:r>
              <a:rPr lang="en-US" sz="600">
                <a:solidFill>
                  <a:schemeClr val="lt1"/>
                </a:solidFill>
                <a:latin typeface="Verdana"/>
                <a:ea typeface="Verdana"/>
                <a:cs typeface="Verdana"/>
                <a:sym typeface="Verdana"/>
              </a:rPr>
              <a:t>R 255</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G 48</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B 76</a:t>
            </a:r>
            <a:endParaRPr/>
          </a:p>
        </p:txBody>
      </p:sp>
      <p:sp>
        <p:nvSpPr>
          <p:cNvPr id="657" name="Google Shape;657;p48"/>
          <p:cNvSpPr/>
          <p:nvPr/>
        </p:nvSpPr>
        <p:spPr>
          <a:xfrm>
            <a:off x="14877081" y="1590548"/>
            <a:ext cx="595070" cy="621323"/>
          </a:xfrm>
          <a:prstGeom prst="rect">
            <a:avLst/>
          </a:prstGeom>
          <a:solidFill>
            <a:schemeClr val="accent5"/>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600">
                <a:solidFill>
                  <a:schemeClr val="lt1"/>
                </a:solidFill>
                <a:latin typeface="Verdana"/>
                <a:ea typeface="Verdana"/>
                <a:cs typeface="Verdana"/>
                <a:sym typeface="Verdana"/>
              </a:rPr>
              <a:t>Zest</a:t>
            </a:r>
            <a:br>
              <a:rPr b="1" lang="en-US" sz="600">
                <a:solidFill>
                  <a:schemeClr val="lt1"/>
                </a:solidFill>
                <a:latin typeface="Verdana"/>
                <a:ea typeface="Verdana"/>
                <a:cs typeface="Verdana"/>
                <a:sym typeface="Verdana"/>
              </a:rPr>
            </a:br>
            <a:r>
              <a:rPr b="1" lang="en-US" sz="600">
                <a:solidFill>
                  <a:schemeClr val="lt1"/>
                </a:solidFill>
                <a:latin typeface="Verdana"/>
                <a:ea typeface="Verdana"/>
                <a:cs typeface="Verdana"/>
                <a:sym typeface="Verdana"/>
              </a:rPr>
              <a:t>Green</a:t>
            </a:r>
            <a:endParaRPr/>
          </a:p>
          <a:p>
            <a:pPr indent="0" lvl="0" marL="171450" marR="0" rtl="0" algn="l">
              <a:spcBef>
                <a:spcPts val="400"/>
              </a:spcBef>
              <a:spcAft>
                <a:spcPts val="0"/>
              </a:spcAft>
              <a:buNone/>
            </a:pPr>
            <a:r>
              <a:rPr lang="en-US" sz="600">
                <a:solidFill>
                  <a:schemeClr val="lt1"/>
                </a:solidFill>
                <a:latin typeface="Verdana"/>
                <a:ea typeface="Verdana"/>
                <a:cs typeface="Verdana"/>
                <a:sym typeface="Verdana"/>
              </a:rPr>
              <a:t>R 149</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G 230</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B 22</a:t>
            </a:r>
            <a:endParaRPr/>
          </a:p>
        </p:txBody>
      </p:sp>
      <p:sp>
        <p:nvSpPr>
          <p:cNvPr id="658" name="Google Shape;658;p48"/>
          <p:cNvSpPr/>
          <p:nvPr/>
        </p:nvSpPr>
        <p:spPr>
          <a:xfrm>
            <a:off x="12496801" y="2468607"/>
            <a:ext cx="595070" cy="621323"/>
          </a:xfrm>
          <a:prstGeom prst="rect">
            <a:avLst/>
          </a:prstGeom>
          <a:solidFill>
            <a:srgbClr val="80B8D6"/>
          </a:solidFill>
          <a:ln>
            <a:noFill/>
          </a:ln>
        </p:spPr>
        <p:txBody>
          <a:bodyPr anchorCtr="0" anchor="ctr" bIns="0" lIns="0" spcFirstLastPara="1" rIns="0" wrap="square" tIns="0">
            <a:noAutofit/>
          </a:bodyPr>
          <a:lstStyle/>
          <a:p>
            <a:pPr indent="0" lvl="0" marL="58738" marR="0" rtl="0" algn="l">
              <a:spcBef>
                <a:spcPts val="0"/>
              </a:spcBef>
              <a:spcAft>
                <a:spcPts val="0"/>
              </a:spcAft>
              <a:buNone/>
            </a:pPr>
            <a:r>
              <a:rPr b="1" lang="en-US" sz="600">
                <a:solidFill>
                  <a:schemeClr val="lt1"/>
                </a:solidFill>
                <a:latin typeface="Verdana"/>
                <a:ea typeface="Verdana"/>
                <a:cs typeface="Verdana"/>
                <a:sym typeface="Verdana"/>
              </a:rPr>
              <a:t>Capgemini Blue</a:t>
            </a:r>
            <a:r>
              <a:rPr lang="en-US" sz="600">
                <a:solidFill>
                  <a:schemeClr val="lt1"/>
                </a:solidFill>
                <a:latin typeface="Verdana"/>
                <a:ea typeface="Verdana"/>
                <a:cs typeface="Verdana"/>
                <a:sym typeface="Verdana"/>
              </a:rPr>
              <a:t> (-50%)</a:t>
            </a:r>
            <a:endParaRPr/>
          </a:p>
          <a:p>
            <a:pPr indent="0" lvl="0" marL="171450" marR="0" rtl="0" algn="l">
              <a:spcBef>
                <a:spcPts val="400"/>
              </a:spcBef>
              <a:spcAft>
                <a:spcPts val="0"/>
              </a:spcAft>
              <a:buNone/>
            </a:pPr>
            <a:r>
              <a:rPr lang="en-US" sz="600">
                <a:solidFill>
                  <a:schemeClr val="lt1"/>
                </a:solidFill>
                <a:latin typeface="Verdana"/>
                <a:ea typeface="Verdana"/>
                <a:cs typeface="Verdana"/>
                <a:sym typeface="Verdana"/>
              </a:rPr>
              <a:t>R 128</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G 184</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B 214</a:t>
            </a:r>
            <a:endParaRPr/>
          </a:p>
        </p:txBody>
      </p:sp>
      <p:sp>
        <p:nvSpPr>
          <p:cNvPr id="659" name="Google Shape;659;p48"/>
          <p:cNvSpPr/>
          <p:nvPr/>
        </p:nvSpPr>
        <p:spPr>
          <a:xfrm>
            <a:off x="13091871" y="2468607"/>
            <a:ext cx="595070" cy="621323"/>
          </a:xfrm>
          <a:prstGeom prst="rect">
            <a:avLst/>
          </a:prstGeom>
          <a:solidFill>
            <a:srgbClr val="88D5ED"/>
          </a:solidFill>
          <a:ln>
            <a:noFill/>
          </a:ln>
        </p:spPr>
        <p:txBody>
          <a:bodyPr anchorCtr="0" anchor="ctr" bIns="0" lIns="0" spcFirstLastPara="1" rIns="0" wrap="square" tIns="0">
            <a:noAutofit/>
          </a:bodyPr>
          <a:lstStyle/>
          <a:p>
            <a:pPr indent="0" lvl="0" marL="58738" marR="0" rtl="0" algn="l">
              <a:spcBef>
                <a:spcPts val="0"/>
              </a:spcBef>
              <a:spcAft>
                <a:spcPts val="0"/>
              </a:spcAft>
              <a:buNone/>
            </a:pPr>
            <a:r>
              <a:rPr b="1" lang="en-US" sz="600">
                <a:solidFill>
                  <a:schemeClr val="lt1"/>
                </a:solidFill>
                <a:latin typeface="Verdana"/>
                <a:ea typeface="Verdana"/>
                <a:cs typeface="Verdana"/>
                <a:sym typeface="Verdana"/>
              </a:rPr>
              <a:t>Vibrant</a:t>
            </a:r>
            <a:br>
              <a:rPr b="1" lang="en-US" sz="600">
                <a:solidFill>
                  <a:schemeClr val="lt1"/>
                </a:solidFill>
                <a:latin typeface="Verdana"/>
                <a:ea typeface="Verdana"/>
                <a:cs typeface="Verdana"/>
                <a:sym typeface="Verdana"/>
              </a:rPr>
            </a:br>
            <a:r>
              <a:rPr b="1" lang="en-US" sz="600">
                <a:solidFill>
                  <a:schemeClr val="lt1"/>
                </a:solidFill>
                <a:latin typeface="Verdana"/>
                <a:ea typeface="Verdana"/>
                <a:cs typeface="Verdana"/>
                <a:sym typeface="Verdana"/>
              </a:rPr>
              <a:t>Blue</a:t>
            </a:r>
            <a:r>
              <a:rPr lang="en-US" sz="600">
                <a:solidFill>
                  <a:schemeClr val="lt1"/>
                </a:solidFill>
                <a:latin typeface="Verdana"/>
                <a:ea typeface="Verdana"/>
                <a:cs typeface="Verdana"/>
                <a:sym typeface="Verdana"/>
              </a:rPr>
              <a:t> (-50%)</a:t>
            </a:r>
            <a:endParaRPr/>
          </a:p>
          <a:p>
            <a:pPr indent="0" lvl="0" marL="171450" marR="0" rtl="0" algn="l">
              <a:spcBef>
                <a:spcPts val="400"/>
              </a:spcBef>
              <a:spcAft>
                <a:spcPts val="0"/>
              </a:spcAft>
              <a:buNone/>
            </a:pPr>
            <a:r>
              <a:rPr lang="en-US" sz="600">
                <a:solidFill>
                  <a:schemeClr val="lt1"/>
                </a:solidFill>
                <a:latin typeface="Verdana"/>
                <a:ea typeface="Verdana"/>
                <a:cs typeface="Verdana"/>
                <a:sym typeface="Verdana"/>
              </a:rPr>
              <a:t>R 136</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G 213</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B 237</a:t>
            </a:r>
            <a:endParaRPr/>
          </a:p>
        </p:txBody>
      </p:sp>
      <p:sp>
        <p:nvSpPr>
          <p:cNvPr id="660" name="Google Shape;660;p48"/>
          <p:cNvSpPr/>
          <p:nvPr/>
        </p:nvSpPr>
        <p:spPr>
          <a:xfrm>
            <a:off x="13686941" y="2468607"/>
            <a:ext cx="595070" cy="621323"/>
          </a:xfrm>
          <a:prstGeom prst="rect">
            <a:avLst/>
          </a:prstGeom>
          <a:solidFill>
            <a:srgbClr val="6D64CC"/>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600">
                <a:solidFill>
                  <a:schemeClr val="lt1"/>
                </a:solidFill>
                <a:latin typeface="Verdana"/>
                <a:ea typeface="Verdana"/>
                <a:cs typeface="Verdana"/>
                <a:sym typeface="Verdana"/>
              </a:rPr>
              <a:t>Bright</a:t>
            </a:r>
            <a:br>
              <a:rPr b="1" lang="en-US" sz="600">
                <a:solidFill>
                  <a:schemeClr val="lt1"/>
                </a:solidFill>
                <a:latin typeface="Verdana"/>
                <a:ea typeface="Verdana"/>
                <a:cs typeface="Verdana"/>
                <a:sym typeface="Verdana"/>
              </a:rPr>
            </a:br>
            <a:r>
              <a:rPr b="1" lang="en-US" sz="600">
                <a:solidFill>
                  <a:schemeClr val="lt1"/>
                </a:solidFill>
                <a:latin typeface="Verdana"/>
                <a:ea typeface="Verdana"/>
                <a:cs typeface="Verdana"/>
                <a:sym typeface="Verdana"/>
              </a:rPr>
              <a:t>Purple</a:t>
            </a:r>
            <a:endParaRPr/>
          </a:p>
          <a:p>
            <a:pPr indent="0" lvl="0" marL="171450" marR="0" rtl="0" algn="l">
              <a:spcBef>
                <a:spcPts val="400"/>
              </a:spcBef>
              <a:spcAft>
                <a:spcPts val="0"/>
              </a:spcAft>
              <a:buNone/>
            </a:pPr>
            <a:r>
              <a:rPr lang="en-US" sz="600">
                <a:solidFill>
                  <a:schemeClr val="lt1"/>
                </a:solidFill>
                <a:latin typeface="Verdana"/>
                <a:ea typeface="Verdana"/>
                <a:cs typeface="Verdana"/>
                <a:sym typeface="Verdana"/>
              </a:rPr>
              <a:t>R 109</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G 100</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B 204</a:t>
            </a:r>
            <a:endParaRPr/>
          </a:p>
        </p:txBody>
      </p:sp>
      <p:sp>
        <p:nvSpPr>
          <p:cNvPr id="661" name="Google Shape;661;p48"/>
          <p:cNvSpPr/>
          <p:nvPr/>
        </p:nvSpPr>
        <p:spPr>
          <a:xfrm>
            <a:off x="14282011" y="2468607"/>
            <a:ext cx="595070" cy="621323"/>
          </a:xfrm>
          <a:prstGeom prst="rect">
            <a:avLst/>
          </a:prstGeom>
          <a:solidFill>
            <a:srgbClr val="FF6327"/>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600">
                <a:solidFill>
                  <a:schemeClr val="lt1"/>
                </a:solidFill>
                <a:latin typeface="Verdana"/>
                <a:ea typeface="Verdana"/>
                <a:cs typeface="Verdana"/>
                <a:sym typeface="Verdana"/>
              </a:rPr>
              <a:t>Orange</a:t>
            </a:r>
            <a:endParaRPr/>
          </a:p>
          <a:p>
            <a:pPr indent="0" lvl="0" marL="171450" marR="0" rtl="0" algn="l">
              <a:spcBef>
                <a:spcPts val="400"/>
              </a:spcBef>
              <a:spcAft>
                <a:spcPts val="0"/>
              </a:spcAft>
              <a:buNone/>
            </a:pPr>
            <a:r>
              <a:rPr lang="en-US" sz="600">
                <a:solidFill>
                  <a:schemeClr val="lt1"/>
                </a:solidFill>
                <a:latin typeface="Verdana"/>
                <a:ea typeface="Verdana"/>
                <a:cs typeface="Verdana"/>
                <a:sym typeface="Verdana"/>
              </a:rPr>
              <a:t>R 255</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G 99</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B 39</a:t>
            </a:r>
            <a:endParaRPr/>
          </a:p>
        </p:txBody>
      </p:sp>
      <p:sp>
        <p:nvSpPr>
          <p:cNvPr id="662" name="Google Shape;662;p48"/>
          <p:cNvSpPr/>
          <p:nvPr/>
        </p:nvSpPr>
        <p:spPr>
          <a:xfrm>
            <a:off x="14877081" y="2468607"/>
            <a:ext cx="595070" cy="621323"/>
          </a:xfrm>
          <a:prstGeom prst="rect">
            <a:avLst/>
          </a:prstGeom>
          <a:solidFill>
            <a:srgbClr val="C8FF16"/>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600">
                <a:solidFill>
                  <a:schemeClr val="lt1"/>
                </a:solidFill>
                <a:latin typeface="Verdana"/>
                <a:ea typeface="Verdana"/>
                <a:cs typeface="Verdana"/>
                <a:sym typeface="Verdana"/>
              </a:rPr>
              <a:t>Bright</a:t>
            </a:r>
            <a:br>
              <a:rPr b="1" lang="en-US" sz="600">
                <a:solidFill>
                  <a:schemeClr val="lt1"/>
                </a:solidFill>
                <a:latin typeface="Verdana"/>
                <a:ea typeface="Verdana"/>
                <a:cs typeface="Verdana"/>
                <a:sym typeface="Verdana"/>
              </a:rPr>
            </a:br>
            <a:r>
              <a:rPr b="1" lang="en-US" sz="600">
                <a:solidFill>
                  <a:schemeClr val="lt1"/>
                </a:solidFill>
                <a:latin typeface="Verdana"/>
                <a:ea typeface="Verdana"/>
                <a:cs typeface="Verdana"/>
                <a:sym typeface="Verdana"/>
              </a:rPr>
              <a:t>Green</a:t>
            </a:r>
            <a:endParaRPr/>
          </a:p>
          <a:p>
            <a:pPr indent="0" lvl="0" marL="171450" marR="0" rtl="0" algn="l">
              <a:spcBef>
                <a:spcPts val="400"/>
              </a:spcBef>
              <a:spcAft>
                <a:spcPts val="0"/>
              </a:spcAft>
              <a:buNone/>
            </a:pPr>
            <a:r>
              <a:rPr lang="en-US" sz="600">
                <a:solidFill>
                  <a:schemeClr val="lt1"/>
                </a:solidFill>
                <a:latin typeface="Verdana"/>
                <a:ea typeface="Verdana"/>
                <a:cs typeface="Verdana"/>
                <a:sym typeface="Verdana"/>
              </a:rPr>
              <a:t>R 200</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G 255</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B 22</a:t>
            </a:r>
            <a:endParaRPr/>
          </a:p>
        </p:txBody>
      </p:sp>
      <p:sp>
        <p:nvSpPr>
          <p:cNvPr id="663" name="Google Shape;663;p48"/>
          <p:cNvSpPr/>
          <p:nvPr/>
        </p:nvSpPr>
        <p:spPr>
          <a:xfrm>
            <a:off x="13686941" y="3089930"/>
            <a:ext cx="595070" cy="621323"/>
          </a:xfrm>
          <a:prstGeom prst="rect">
            <a:avLst/>
          </a:prstGeom>
          <a:solidFill>
            <a:srgbClr val="7E39BA"/>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600">
                <a:solidFill>
                  <a:schemeClr val="lt1"/>
                </a:solidFill>
                <a:latin typeface="Verdana"/>
                <a:ea typeface="Verdana"/>
                <a:cs typeface="Verdana"/>
                <a:sym typeface="Verdana"/>
              </a:rPr>
              <a:t>Purple</a:t>
            </a:r>
            <a:endParaRPr/>
          </a:p>
          <a:p>
            <a:pPr indent="0" lvl="0" marL="171450" marR="0" rtl="0" algn="l">
              <a:spcBef>
                <a:spcPts val="400"/>
              </a:spcBef>
              <a:spcAft>
                <a:spcPts val="0"/>
              </a:spcAft>
              <a:buNone/>
            </a:pPr>
            <a:r>
              <a:rPr lang="en-US" sz="600">
                <a:solidFill>
                  <a:schemeClr val="lt1"/>
                </a:solidFill>
                <a:latin typeface="Verdana"/>
                <a:ea typeface="Verdana"/>
                <a:cs typeface="Verdana"/>
                <a:sym typeface="Verdana"/>
              </a:rPr>
              <a:t>R 126</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G 57</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B 186</a:t>
            </a:r>
            <a:endParaRPr/>
          </a:p>
        </p:txBody>
      </p:sp>
      <p:sp>
        <p:nvSpPr>
          <p:cNvPr id="664" name="Google Shape;664;p48"/>
          <p:cNvSpPr/>
          <p:nvPr/>
        </p:nvSpPr>
        <p:spPr>
          <a:xfrm>
            <a:off x="14877081" y="3089930"/>
            <a:ext cx="595070" cy="621323"/>
          </a:xfrm>
          <a:prstGeom prst="rect">
            <a:avLst/>
          </a:prstGeom>
          <a:solidFill>
            <a:srgbClr val="00C37B"/>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600">
                <a:solidFill>
                  <a:schemeClr val="lt1"/>
                </a:solidFill>
                <a:latin typeface="Verdana"/>
                <a:ea typeface="Verdana"/>
                <a:cs typeface="Verdana"/>
                <a:sym typeface="Verdana"/>
              </a:rPr>
              <a:t>Green</a:t>
            </a:r>
            <a:endParaRPr/>
          </a:p>
          <a:p>
            <a:pPr indent="0" lvl="0" marL="171450" marR="0" rtl="0" algn="l">
              <a:spcBef>
                <a:spcPts val="400"/>
              </a:spcBef>
              <a:spcAft>
                <a:spcPts val="0"/>
              </a:spcAft>
              <a:buNone/>
            </a:pPr>
            <a:r>
              <a:rPr lang="en-US" sz="600">
                <a:solidFill>
                  <a:schemeClr val="lt1"/>
                </a:solidFill>
                <a:latin typeface="Verdana"/>
                <a:ea typeface="Verdana"/>
                <a:cs typeface="Verdana"/>
                <a:sym typeface="Verdana"/>
              </a:rPr>
              <a:t>R 0</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G 195</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B 123</a:t>
            </a:r>
            <a:endParaRPr/>
          </a:p>
        </p:txBody>
      </p:sp>
      <p:sp>
        <p:nvSpPr>
          <p:cNvPr id="665" name="Google Shape;665;p48"/>
          <p:cNvSpPr/>
          <p:nvPr/>
        </p:nvSpPr>
        <p:spPr>
          <a:xfrm>
            <a:off x="14877081" y="4948917"/>
            <a:ext cx="595070" cy="621323"/>
          </a:xfrm>
          <a:prstGeom prst="rect">
            <a:avLst/>
          </a:prstGeom>
          <a:solidFill>
            <a:srgbClr val="15636B"/>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600">
                <a:solidFill>
                  <a:schemeClr val="lt1"/>
                </a:solidFill>
                <a:latin typeface="Verdana"/>
                <a:ea typeface="Verdana"/>
                <a:cs typeface="Verdana"/>
                <a:sym typeface="Verdana"/>
              </a:rPr>
              <a:t>Dark</a:t>
            </a:r>
            <a:br>
              <a:rPr b="1" lang="en-US" sz="600">
                <a:solidFill>
                  <a:schemeClr val="lt1"/>
                </a:solidFill>
                <a:latin typeface="Verdana"/>
                <a:ea typeface="Verdana"/>
                <a:cs typeface="Verdana"/>
                <a:sym typeface="Verdana"/>
              </a:rPr>
            </a:br>
            <a:r>
              <a:rPr b="1" lang="en-US" sz="600">
                <a:solidFill>
                  <a:schemeClr val="lt1"/>
                </a:solidFill>
                <a:latin typeface="Verdana"/>
                <a:ea typeface="Verdana"/>
                <a:cs typeface="Verdana"/>
                <a:sym typeface="Verdana"/>
              </a:rPr>
              <a:t>Green</a:t>
            </a:r>
            <a:endParaRPr/>
          </a:p>
          <a:p>
            <a:pPr indent="0" lvl="0" marL="171450" marR="0" rtl="0" algn="l">
              <a:spcBef>
                <a:spcPts val="400"/>
              </a:spcBef>
              <a:spcAft>
                <a:spcPts val="0"/>
              </a:spcAft>
              <a:buNone/>
            </a:pPr>
            <a:r>
              <a:rPr lang="en-US" sz="600">
                <a:solidFill>
                  <a:schemeClr val="lt1"/>
                </a:solidFill>
                <a:latin typeface="Verdana"/>
                <a:ea typeface="Verdana"/>
                <a:cs typeface="Verdana"/>
                <a:sym typeface="Verdana"/>
              </a:rPr>
              <a:t>R 21</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G 99</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B 107</a:t>
            </a:r>
            <a:endParaRPr/>
          </a:p>
        </p:txBody>
      </p:sp>
      <p:sp>
        <p:nvSpPr>
          <p:cNvPr id="666" name="Google Shape;666;p48"/>
          <p:cNvSpPr/>
          <p:nvPr/>
        </p:nvSpPr>
        <p:spPr>
          <a:xfrm>
            <a:off x="14877081" y="4330085"/>
            <a:ext cx="595070" cy="621323"/>
          </a:xfrm>
          <a:prstGeom prst="rect">
            <a:avLst/>
          </a:prstGeom>
          <a:solidFill>
            <a:srgbClr val="0F999C"/>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600">
                <a:solidFill>
                  <a:schemeClr val="lt1"/>
                </a:solidFill>
                <a:latin typeface="Verdana"/>
                <a:ea typeface="Verdana"/>
                <a:cs typeface="Verdana"/>
                <a:sym typeface="Verdana"/>
              </a:rPr>
              <a:t>Aqua</a:t>
            </a:r>
            <a:endParaRPr/>
          </a:p>
          <a:p>
            <a:pPr indent="0" lvl="0" marL="171450" marR="0" rtl="0" algn="l">
              <a:spcBef>
                <a:spcPts val="400"/>
              </a:spcBef>
              <a:spcAft>
                <a:spcPts val="0"/>
              </a:spcAft>
              <a:buNone/>
            </a:pPr>
            <a:r>
              <a:rPr lang="en-US" sz="600">
                <a:solidFill>
                  <a:schemeClr val="lt1"/>
                </a:solidFill>
                <a:latin typeface="Verdana"/>
                <a:ea typeface="Verdana"/>
                <a:cs typeface="Verdana"/>
                <a:sym typeface="Verdana"/>
              </a:rPr>
              <a:t>R 15</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G 153</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B 156</a:t>
            </a:r>
            <a:endParaRPr/>
          </a:p>
        </p:txBody>
      </p:sp>
      <p:sp>
        <p:nvSpPr>
          <p:cNvPr id="667" name="Google Shape;667;p48"/>
          <p:cNvSpPr/>
          <p:nvPr/>
        </p:nvSpPr>
        <p:spPr>
          <a:xfrm>
            <a:off x="14877081" y="3711253"/>
            <a:ext cx="595070" cy="621323"/>
          </a:xfrm>
          <a:prstGeom prst="rect">
            <a:avLst/>
          </a:prstGeom>
          <a:solidFill>
            <a:srgbClr val="01D1D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600">
                <a:solidFill>
                  <a:schemeClr val="lt1"/>
                </a:solidFill>
                <a:latin typeface="Verdana"/>
                <a:ea typeface="Verdana"/>
                <a:cs typeface="Verdana"/>
                <a:sym typeface="Verdana"/>
              </a:rPr>
              <a:t>Bright</a:t>
            </a:r>
            <a:br>
              <a:rPr b="1" lang="en-US" sz="600">
                <a:solidFill>
                  <a:schemeClr val="lt1"/>
                </a:solidFill>
                <a:latin typeface="Verdana"/>
                <a:ea typeface="Verdana"/>
                <a:cs typeface="Verdana"/>
                <a:sym typeface="Verdana"/>
              </a:rPr>
            </a:br>
            <a:r>
              <a:rPr b="1" lang="en-US" sz="600">
                <a:solidFill>
                  <a:schemeClr val="lt1"/>
                </a:solidFill>
                <a:latin typeface="Verdana"/>
                <a:ea typeface="Verdana"/>
                <a:cs typeface="Verdana"/>
                <a:sym typeface="Verdana"/>
              </a:rPr>
              <a:t>Aqua</a:t>
            </a:r>
            <a:endParaRPr/>
          </a:p>
          <a:p>
            <a:pPr indent="0" lvl="0" marL="171450" marR="0" rtl="0" algn="l">
              <a:spcBef>
                <a:spcPts val="400"/>
              </a:spcBef>
              <a:spcAft>
                <a:spcPts val="0"/>
              </a:spcAft>
              <a:buNone/>
            </a:pPr>
            <a:r>
              <a:rPr lang="en-US" sz="600">
                <a:solidFill>
                  <a:schemeClr val="lt1"/>
                </a:solidFill>
                <a:latin typeface="Verdana"/>
                <a:ea typeface="Verdana"/>
                <a:cs typeface="Verdana"/>
                <a:sym typeface="Verdana"/>
              </a:rPr>
              <a:t>R 1</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G 209</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B 208</a:t>
            </a:r>
            <a:endParaRPr/>
          </a:p>
        </p:txBody>
      </p:sp>
      <p:sp>
        <p:nvSpPr>
          <p:cNvPr id="668" name="Google Shape;668;p48"/>
          <p:cNvSpPr/>
          <p:nvPr/>
        </p:nvSpPr>
        <p:spPr>
          <a:xfrm>
            <a:off x="14282011" y="3089930"/>
            <a:ext cx="595070" cy="621323"/>
          </a:xfrm>
          <a:prstGeom prst="rect">
            <a:avLst/>
          </a:prstGeom>
          <a:solidFill>
            <a:srgbClr val="FF0CAD"/>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600">
                <a:solidFill>
                  <a:schemeClr val="lt1"/>
                </a:solidFill>
                <a:latin typeface="Verdana"/>
                <a:ea typeface="Verdana"/>
                <a:cs typeface="Verdana"/>
                <a:sym typeface="Verdana"/>
              </a:rPr>
              <a:t>Peach</a:t>
            </a:r>
            <a:endParaRPr/>
          </a:p>
          <a:p>
            <a:pPr indent="0" lvl="0" marL="171450" marR="0" rtl="0" algn="l">
              <a:spcBef>
                <a:spcPts val="400"/>
              </a:spcBef>
              <a:spcAft>
                <a:spcPts val="0"/>
              </a:spcAft>
              <a:buNone/>
            </a:pPr>
            <a:r>
              <a:rPr lang="en-US" sz="600">
                <a:solidFill>
                  <a:schemeClr val="lt1"/>
                </a:solidFill>
                <a:latin typeface="Verdana"/>
                <a:ea typeface="Verdana"/>
                <a:cs typeface="Verdana"/>
                <a:sym typeface="Verdana"/>
              </a:rPr>
              <a:t>R 255</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G 126</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B 131</a:t>
            </a:r>
            <a:endParaRPr/>
          </a:p>
        </p:txBody>
      </p:sp>
      <p:sp>
        <p:nvSpPr>
          <p:cNvPr id="669" name="Google Shape;669;p48"/>
          <p:cNvSpPr/>
          <p:nvPr/>
        </p:nvSpPr>
        <p:spPr>
          <a:xfrm>
            <a:off x="14282011" y="3711253"/>
            <a:ext cx="595070" cy="621323"/>
          </a:xfrm>
          <a:prstGeom prst="rect">
            <a:avLst/>
          </a:prstGeom>
          <a:solidFill>
            <a:srgbClr val="CB298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600">
                <a:solidFill>
                  <a:schemeClr val="lt1"/>
                </a:solidFill>
                <a:latin typeface="Verdana"/>
                <a:ea typeface="Verdana"/>
                <a:cs typeface="Verdana"/>
                <a:sym typeface="Verdana"/>
              </a:rPr>
              <a:t>Light</a:t>
            </a:r>
            <a:br>
              <a:rPr b="1" lang="en-US" sz="600">
                <a:solidFill>
                  <a:schemeClr val="lt1"/>
                </a:solidFill>
                <a:latin typeface="Verdana"/>
                <a:ea typeface="Verdana"/>
                <a:cs typeface="Verdana"/>
                <a:sym typeface="Verdana"/>
              </a:rPr>
            </a:br>
            <a:r>
              <a:rPr b="1" lang="en-US" sz="600">
                <a:solidFill>
                  <a:schemeClr val="lt1"/>
                </a:solidFill>
                <a:latin typeface="Verdana"/>
                <a:ea typeface="Verdana"/>
                <a:cs typeface="Verdana"/>
                <a:sym typeface="Verdana"/>
              </a:rPr>
              <a:t>Claret</a:t>
            </a:r>
            <a:endParaRPr/>
          </a:p>
          <a:p>
            <a:pPr indent="0" lvl="0" marL="171450" marR="0" rtl="0" algn="l">
              <a:spcBef>
                <a:spcPts val="400"/>
              </a:spcBef>
              <a:spcAft>
                <a:spcPts val="0"/>
              </a:spcAft>
              <a:buNone/>
            </a:pPr>
            <a:r>
              <a:rPr lang="en-US" sz="600">
                <a:solidFill>
                  <a:schemeClr val="lt1"/>
                </a:solidFill>
                <a:latin typeface="Verdana"/>
                <a:ea typeface="Verdana"/>
                <a:cs typeface="Verdana"/>
                <a:sym typeface="Verdana"/>
              </a:rPr>
              <a:t>R 203</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G 41</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B 128</a:t>
            </a:r>
            <a:endParaRPr/>
          </a:p>
        </p:txBody>
      </p:sp>
      <p:sp>
        <p:nvSpPr>
          <p:cNvPr id="670" name="Google Shape;670;p48"/>
          <p:cNvSpPr/>
          <p:nvPr/>
        </p:nvSpPr>
        <p:spPr>
          <a:xfrm>
            <a:off x="14282011" y="4330085"/>
            <a:ext cx="595070" cy="621323"/>
          </a:xfrm>
          <a:prstGeom prst="rect">
            <a:avLst/>
          </a:prstGeom>
          <a:solidFill>
            <a:srgbClr val="860864"/>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600">
                <a:solidFill>
                  <a:schemeClr val="lt1"/>
                </a:solidFill>
                <a:latin typeface="Verdana"/>
                <a:ea typeface="Verdana"/>
                <a:cs typeface="Verdana"/>
                <a:sym typeface="Verdana"/>
              </a:rPr>
              <a:t>Claret</a:t>
            </a:r>
            <a:endParaRPr/>
          </a:p>
          <a:p>
            <a:pPr indent="0" lvl="0" marL="171450" marR="0" rtl="0" algn="l">
              <a:spcBef>
                <a:spcPts val="400"/>
              </a:spcBef>
              <a:spcAft>
                <a:spcPts val="0"/>
              </a:spcAft>
              <a:buNone/>
            </a:pPr>
            <a:r>
              <a:rPr lang="en-US" sz="600">
                <a:solidFill>
                  <a:schemeClr val="lt1"/>
                </a:solidFill>
                <a:latin typeface="Verdana"/>
                <a:ea typeface="Verdana"/>
                <a:cs typeface="Verdana"/>
                <a:sym typeface="Verdana"/>
              </a:rPr>
              <a:t>R 134</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G 8</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B 100</a:t>
            </a:r>
            <a:endParaRPr/>
          </a:p>
        </p:txBody>
      </p:sp>
      <p:sp>
        <p:nvSpPr>
          <p:cNvPr id="671" name="Google Shape;671;p48"/>
          <p:cNvSpPr/>
          <p:nvPr/>
        </p:nvSpPr>
        <p:spPr>
          <a:xfrm>
            <a:off x="12496801" y="1405970"/>
            <a:ext cx="570669" cy="153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000">
                <a:solidFill>
                  <a:schemeClr val="dk2"/>
                </a:solidFill>
                <a:latin typeface="Verdana"/>
                <a:ea typeface="Verdana"/>
                <a:cs typeface="Verdana"/>
                <a:sym typeface="Verdana"/>
              </a:rPr>
              <a:t>Primary</a:t>
            </a:r>
            <a:endParaRPr/>
          </a:p>
        </p:txBody>
      </p:sp>
      <p:sp>
        <p:nvSpPr>
          <p:cNvPr id="672" name="Google Shape;672;p48"/>
          <p:cNvSpPr/>
          <p:nvPr/>
        </p:nvSpPr>
        <p:spPr>
          <a:xfrm>
            <a:off x="12496801" y="2285400"/>
            <a:ext cx="843180" cy="153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000">
                <a:solidFill>
                  <a:schemeClr val="dk2"/>
                </a:solidFill>
                <a:latin typeface="Verdana"/>
                <a:ea typeface="Verdana"/>
                <a:cs typeface="Verdana"/>
                <a:sym typeface="Verdana"/>
              </a:rPr>
              <a:t>Infographic</a:t>
            </a:r>
            <a:endParaRPr/>
          </a:p>
        </p:txBody>
      </p:sp>
      <p:sp>
        <p:nvSpPr>
          <p:cNvPr id="673" name="Google Shape;673;p48"/>
          <p:cNvSpPr/>
          <p:nvPr/>
        </p:nvSpPr>
        <p:spPr>
          <a:xfrm>
            <a:off x="13686941" y="1405970"/>
            <a:ext cx="753411" cy="153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000">
                <a:solidFill>
                  <a:schemeClr val="dk2"/>
                </a:solidFill>
                <a:latin typeface="Verdana"/>
                <a:ea typeface="Verdana"/>
                <a:cs typeface="Verdana"/>
                <a:sym typeface="Verdana"/>
              </a:rPr>
              <a:t>Secondary</a:t>
            </a:r>
            <a:endParaRPr/>
          </a:p>
        </p:txBody>
      </p:sp>
      <p:sp>
        <p:nvSpPr>
          <p:cNvPr id="674" name="Google Shape;674;p48"/>
          <p:cNvSpPr/>
          <p:nvPr/>
        </p:nvSpPr>
        <p:spPr>
          <a:xfrm>
            <a:off x="13686941" y="3711253"/>
            <a:ext cx="595070" cy="621323"/>
          </a:xfrm>
          <a:prstGeom prst="rect">
            <a:avLst/>
          </a:prstGeom>
          <a:solidFill>
            <a:srgbClr val="4701A7"/>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600">
                <a:solidFill>
                  <a:schemeClr val="lt1"/>
                </a:solidFill>
                <a:latin typeface="Verdana"/>
                <a:ea typeface="Verdana"/>
                <a:cs typeface="Verdana"/>
                <a:sym typeface="Verdana"/>
              </a:rPr>
              <a:t>Dark</a:t>
            </a:r>
            <a:br>
              <a:rPr b="1" lang="en-US" sz="600">
                <a:solidFill>
                  <a:schemeClr val="lt1"/>
                </a:solidFill>
                <a:latin typeface="Verdana"/>
                <a:ea typeface="Verdana"/>
                <a:cs typeface="Verdana"/>
                <a:sym typeface="Verdana"/>
              </a:rPr>
            </a:br>
            <a:r>
              <a:rPr b="1" lang="en-US" sz="600">
                <a:solidFill>
                  <a:schemeClr val="lt1"/>
                </a:solidFill>
                <a:latin typeface="Verdana"/>
                <a:ea typeface="Verdana"/>
                <a:cs typeface="Verdana"/>
                <a:sym typeface="Verdana"/>
              </a:rPr>
              <a:t>Purple</a:t>
            </a:r>
            <a:endParaRPr/>
          </a:p>
          <a:p>
            <a:pPr indent="0" lvl="0" marL="171450" marR="0" rtl="0" algn="l">
              <a:spcBef>
                <a:spcPts val="400"/>
              </a:spcBef>
              <a:spcAft>
                <a:spcPts val="0"/>
              </a:spcAft>
              <a:buNone/>
            </a:pPr>
            <a:r>
              <a:rPr lang="en-US" sz="600">
                <a:solidFill>
                  <a:schemeClr val="lt1"/>
                </a:solidFill>
                <a:latin typeface="Verdana"/>
                <a:ea typeface="Verdana"/>
                <a:cs typeface="Verdana"/>
                <a:sym typeface="Verdana"/>
              </a:rPr>
              <a:t>R 71</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G 1</a:t>
            </a:r>
            <a:endParaRPr/>
          </a:p>
          <a:p>
            <a:pPr indent="0" lvl="0" marL="171450" marR="0" rtl="0" algn="l">
              <a:spcBef>
                <a:spcPts val="0"/>
              </a:spcBef>
              <a:spcAft>
                <a:spcPts val="0"/>
              </a:spcAft>
              <a:buNone/>
            </a:pPr>
            <a:r>
              <a:rPr lang="en-US" sz="600">
                <a:solidFill>
                  <a:schemeClr val="lt1"/>
                </a:solidFill>
                <a:latin typeface="Verdana"/>
                <a:ea typeface="Verdana"/>
                <a:cs typeface="Verdana"/>
                <a:sym typeface="Verdana"/>
              </a:rPr>
              <a:t>B 167</a:t>
            </a:r>
            <a:endParaRPr/>
          </a:p>
        </p:txBody>
      </p:sp>
    </p:spTree>
  </p:cSld>
  <p:clrMap accent1="accent1" accent2="accent2" accent3="accent3" accent4="accent4" accent5="accent5" accent6="accent6" bg1="lt1" bg2="dk2" tx1="dk1" tx2="lt2" folHlink="folHlink" hlink="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 id="2147483703" r:id="rId12"/>
    <p:sldLayoutId id="2147483704" r:id="rId13"/>
    <p:sldLayoutId id="2147483705" r:id="rId14"/>
    <p:sldLayoutId id="2147483706" r:id="rId15"/>
    <p:sldLayoutId id="2147483707" r:id="rId16"/>
    <p:sldLayoutId id="2147483708" r:id="rId17"/>
    <p:sldLayoutId id="2147483709" r:id="rId18"/>
    <p:sldLayoutId id="2147483710" r:id="rId19"/>
    <p:sldLayoutId id="2147483711" r:id="rId20"/>
    <p:sldLayoutId id="2147483712" r:id="rId21"/>
    <p:sldLayoutId id="2147483713" r:id="rId22"/>
    <p:sldLayoutId id="2147483714" r:id="rId23"/>
    <p:sldLayoutId id="2147483715" r:id="rId2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55">
          <p15:clr>
            <a:srgbClr val="F26B43"/>
          </p15:clr>
        </p15:guide>
        <p15:guide id="2" pos="7423">
          <p15:clr>
            <a:srgbClr val="F26B43"/>
          </p15:clr>
        </p15:guide>
        <p15:guide id="3" pos="257">
          <p15:clr>
            <a:srgbClr val="F26B43"/>
          </p15:clr>
        </p15:guide>
        <p15:guide id="4" orient="horz" pos="4065">
          <p15:clr>
            <a:srgbClr val="F26B43"/>
          </p15:clr>
        </p15:guide>
        <p15:guide id="5" orient="horz" pos="799">
          <p15:clr>
            <a:srgbClr val="F26B43"/>
          </p15:clr>
        </p15:guide>
        <p15:guide id="6" orient="horz" pos="890">
          <p15:clr>
            <a:srgbClr val="F26B43"/>
          </p15:clr>
        </p15:guide>
        <p15:guide id="7" pos="3840">
          <p15:clr>
            <a:srgbClr val="F26B43"/>
          </p15:clr>
        </p15:guide>
        <p15:guide id="8" pos="3749">
          <p15:clr>
            <a:srgbClr val="F26B43"/>
          </p15:clr>
        </p15:guide>
        <p15:guide id="9" pos="393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xml"/><Relationship Id="rId3"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1.xml"/><Relationship Id="rId3" Type="http://schemas.openxmlformats.org/officeDocument/2006/relationships/image" Target="../media/image16.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2.xml"/><Relationship Id="rId3"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3.xml"/><Relationship Id="rId3" Type="http://schemas.openxmlformats.org/officeDocument/2006/relationships/image" Target="../media/image14.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8" name="Shape 1038"/>
        <p:cNvGrpSpPr/>
        <p:nvPr/>
      </p:nvGrpSpPr>
      <p:grpSpPr>
        <a:xfrm>
          <a:off x="0" y="0"/>
          <a:ext cx="0" cy="0"/>
          <a:chOff x="0" y="0"/>
          <a:chExt cx="0" cy="0"/>
        </a:xfrm>
      </p:grpSpPr>
      <p:sp>
        <p:nvSpPr>
          <p:cNvPr id="1039" name="Google Shape;1039;p73"/>
          <p:cNvSpPr txBox="1"/>
          <p:nvPr>
            <p:ph type="title"/>
          </p:nvPr>
        </p:nvSpPr>
        <p:spPr>
          <a:xfrm>
            <a:off x="692468" y="2999232"/>
            <a:ext cx="6160277" cy="859536"/>
          </a:xfrm>
          <a:prstGeom prst="rect">
            <a:avLst/>
          </a:prstGeom>
          <a:noFill/>
          <a:ln>
            <a:noFill/>
          </a:ln>
        </p:spPr>
        <p:txBody>
          <a:bodyPr anchorCtr="0" anchor="b" bIns="0" lIns="0" spcFirstLastPara="1" rIns="0" wrap="square" tIns="0">
            <a:normAutofit/>
          </a:bodyPr>
          <a:lstStyle/>
          <a:p>
            <a:pPr indent="0" lvl="0" marL="0" rtl="0" algn="ctr">
              <a:lnSpc>
                <a:spcPct val="90000"/>
              </a:lnSpc>
              <a:spcBef>
                <a:spcPts val="0"/>
              </a:spcBef>
              <a:spcAft>
                <a:spcPts val="0"/>
              </a:spcAft>
              <a:buClr>
                <a:schemeClr val="lt1"/>
              </a:buClr>
              <a:buSzPts val="2600"/>
              <a:buFont typeface="Verdana"/>
              <a:buNone/>
            </a:pPr>
            <a:r>
              <a:rPr b="1" lang="en-US"/>
              <a:t>SHOPPING MALL MANAGEMENT</a:t>
            </a:r>
            <a:endParaRPr b="1"/>
          </a:p>
        </p:txBody>
      </p:sp>
      <p:pic>
        <p:nvPicPr>
          <p:cNvPr descr="Accenture Logo PNG (FREE DOWNLAD)" id="1040" name="Google Shape;1040;p73"/>
          <p:cNvPicPr preferRelativeResize="0"/>
          <p:nvPr/>
        </p:nvPicPr>
        <p:blipFill rotWithShape="1">
          <a:blip r:embed="rId3">
            <a:alphaModFix/>
          </a:blip>
          <a:srcRect b="0" l="0" r="0" t="0"/>
          <a:stretch/>
        </p:blipFill>
        <p:spPr>
          <a:xfrm>
            <a:off x="239600" y="234520"/>
            <a:ext cx="1365680" cy="136568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4" name="Shape 1044"/>
        <p:cNvGrpSpPr/>
        <p:nvPr/>
      </p:nvGrpSpPr>
      <p:grpSpPr>
        <a:xfrm>
          <a:off x="0" y="0"/>
          <a:ext cx="0" cy="0"/>
          <a:chOff x="0" y="0"/>
          <a:chExt cx="0" cy="0"/>
        </a:xfrm>
      </p:grpSpPr>
      <p:sp>
        <p:nvSpPr>
          <p:cNvPr id="1045" name="Google Shape;1045;p74"/>
          <p:cNvSpPr txBox="1"/>
          <p:nvPr>
            <p:ph idx="1" type="body"/>
          </p:nvPr>
        </p:nvSpPr>
        <p:spPr>
          <a:xfrm>
            <a:off x="407988" y="1293621"/>
            <a:ext cx="5932991" cy="5415642"/>
          </a:xfrm>
          <a:prstGeom prst="rect">
            <a:avLst/>
          </a:prstGeom>
          <a:noFill/>
          <a:ln>
            <a:noFill/>
          </a:ln>
        </p:spPr>
        <p:txBody>
          <a:bodyPr anchorCtr="0" anchor="t" bIns="0" lIns="0" spcFirstLastPara="1" rIns="0" wrap="square" tIns="0">
            <a:noAutofit/>
          </a:bodyPr>
          <a:lstStyle/>
          <a:p>
            <a:pPr indent="0" lvl="0" marL="0" rtl="0" algn="l">
              <a:lnSpc>
                <a:spcPct val="107000"/>
              </a:lnSpc>
              <a:spcBef>
                <a:spcPts val="0"/>
              </a:spcBef>
              <a:spcAft>
                <a:spcPts val="0"/>
              </a:spcAft>
              <a:buClr>
                <a:schemeClr val="lt1"/>
              </a:buClr>
              <a:buSzPts val="1800"/>
              <a:buNone/>
            </a:pPr>
            <a:r>
              <a:rPr lang="en-US" sz="1800">
                <a:latin typeface="Calibri"/>
                <a:ea typeface="Calibri"/>
                <a:cs typeface="Calibri"/>
                <a:sym typeface="Calibri"/>
              </a:rPr>
              <a:t>In this project, we will be designing a simple shopping mall management system. The mall will provide a soothing shopping experience for customers, provide mall management functions to mall administrators and inventory/staff management to shop owners at the mall.</a:t>
            </a:r>
            <a:endParaRPr/>
          </a:p>
          <a:p>
            <a:pPr indent="0" lvl="0" marL="0" rtl="0" algn="l">
              <a:lnSpc>
                <a:spcPct val="107000"/>
              </a:lnSpc>
              <a:spcBef>
                <a:spcPts val="800"/>
              </a:spcBef>
              <a:spcAft>
                <a:spcPts val="0"/>
              </a:spcAft>
              <a:buClr>
                <a:schemeClr val="lt1"/>
              </a:buClr>
              <a:buSzPts val="1800"/>
              <a:buNone/>
            </a:pPr>
            <a:r>
              <a:rPr lang="en-US" sz="1800">
                <a:latin typeface="Calibri"/>
                <a:ea typeface="Calibri"/>
                <a:cs typeface="Calibri"/>
                <a:sym typeface="Calibri"/>
              </a:rPr>
              <a:t>Mall Administrator:</a:t>
            </a:r>
            <a:endParaRPr/>
          </a:p>
          <a:p>
            <a:pPr indent="0" lvl="0" marL="0" rtl="0" algn="l">
              <a:lnSpc>
                <a:spcPct val="107000"/>
              </a:lnSpc>
              <a:spcBef>
                <a:spcPts val="800"/>
              </a:spcBef>
              <a:spcAft>
                <a:spcPts val="0"/>
              </a:spcAft>
              <a:buClr>
                <a:schemeClr val="lt1"/>
              </a:buClr>
              <a:buSzPts val="1800"/>
              <a:buNone/>
            </a:pPr>
            <a:r>
              <a:rPr lang="en-US" sz="1800">
                <a:latin typeface="Calibri"/>
                <a:ea typeface="Calibri"/>
                <a:cs typeface="Calibri"/>
                <a:sym typeface="Calibri"/>
              </a:rPr>
              <a:t>The Mall Administrator is the super user and has complete control over all the activities that can be performed. The application notifies the administrator of all shop creation requests, and the administrator can then approve or reject them. The administrator can check the floor plan to see all the shops in the mall. The administrator can also get details about the mall employees.</a:t>
            </a:r>
            <a:endParaRPr/>
          </a:p>
          <a:p>
            <a:pPr indent="0" lvl="0" marL="0" rtl="0" algn="l">
              <a:lnSpc>
                <a:spcPct val="107000"/>
              </a:lnSpc>
              <a:spcBef>
                <a:spcPts val="800"/>
              </a:spcBef>
              <a:spcAft>
                <a:spcPts val="0"/>
              </a:spcAft>
              <a:buClr>
                <a:schemeClr val="lt1"/>
              </a:buClr>
              <a:buSzPts val="1800"/>
              <a:buNone/>
            </a:pPr>
            <a:r>
              <a:t/>
            </a:r>
            <a:endParaRPr sz="1800">
              <a:latin typeface="Calibri"/>
              <a:ea typeface="Calibri"/>
              <a:cs typeface="Calibri"/>
              <a:sym typeface="Calibri"/>
            </a:endParaRPr>
          </a:p>
          <a:p>
            <a:pPr indent="0" lvl="0" marL="0" rtl="0" algn="l">
              <a:lnSpc>
                <a:spcPct val="125000"/>
              </a:lnSpc>
              <a:spcBef>
                <a:spcPts val="800"/>
              </a:spcBef>
              <a:spcAft>
                <a:spcPts val="0"/>
              </a:spcAft>
              <a:buClr>
                <a:schemeClr val="lt1"/>
              </a:buClr>
              <a:buSzPts val="1600"/>
              <a:buNone/>
            </a:pPr>
            <a:r>
              <a:t/>
            </a:r>
            <a:endParaRPr/>
          </a:p>
        </p:txBody>
      </p:sp>
      <p:sp>
        <p:nvSpPr>
          <p:cNvPr id="1046" name="Google Shape;1046;p74"/>
          <p:cNvSpPr txBox="1"/>
          <p:nvPr>
            <p:ph type="title"/>
          </p:nvPr>
        </p:nvSpPr>
        <p:spPr>
          <a:xfrm>
            <a:off x="407988" y="217036"/>
            <a:ext cx="10044635" cy="654502"/>
          </a:xfrm>
          <a:prstGeom prst="rect">
            <a:avLst/>
          </a:prstGeom>
          <a:noFill/>
          <a:ln>
            <a:noFill/>
          </a:ln>
        </p:spPr>
        <p:txBody>
          <a:bodyPr anchorCtr="0" anchor="b" bIns="0" lIns="0" spcFirstLastPara="1" rIns="0" wrap="square" tIns="0">
            <a:normAutofit/>
          </a:bodyPr>
          <a:lstStyle/>
          <a:p>
            <a:pPr indent="0" lvl="0" marL="0" rtl="0" algn="l">
              <a:lnSpc>
                <a:spcPct val="90000"/>
              </a:lnSpc>
              <a:spcBef>
                <a:spcPts val="0"/>
              </a:spcBef>
              <a:spcAft>
                <a:spcPts val="0"/>
              </a:spcAft>
              <a:buClr>
                <a:schemeClr val="lt1"/>
              </a:buClr>
              <a:buSzPts val="2600"/>
              <a:buFont typeface="Verdana"/>
              <a:buNone/>
            </a:pPr>
            <a:r>
              <a:rPr lang="en-US"/>
              <a:t>Problem Statement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0" name="Shape 1050"/>
        <p:cNvGrpSpPr/>
        <p:nvPr/>
      </p:nvGrpSpPr>
      <p:grpSpPr>
        <a:xfrm>
          <a:off x="0" y="0"/>
          <a:ext cx="0" cy="0"/>
          <a:chOff x="0" y="0"/>
          <a:chExt cx="0" cy="0"/>
        </a:xfrm>
      </p:grpSpPr>
      <p:sp>
        <p:nvSpPr>
          <p:cNvPr id="1051" name="Google Shape;1051;p75"/>
          <p:cNvSpPr txBox="1"/>
          <p:nvPr>
            <p:ph idx="1" type="body"/>
          </p:nvPr>
        </p:nvSpPr>
        <p:spPr>
          <a:xfrm>
            <a:off x="407988" y="1293621"/>
            <a:ext cx="5932991" cy="5415642"/>
          </a:xfrm>
          <a:prstGeom prst="rect">
            <a:avLst/>
          </a:prstGeom>
          <a:noFill/>
          <a:ln>
            <a:noFill/>
          </a:ln>
        </p:spPr>
        <p:txBody>
          <a:bodyPr anchorCtr="0" anchor="t" bIns="0" lIns="0" spcFirstLastPara="1" rIns="0" wrap="square" tIns="0">
            <a:noAutofit/>
          </a:bodyPr>
          <a:lstStyle/>
          <a:p>
            <a:pPr indent="0" lvl="0" marL="0" rtl="0" algn="l">
              <a:lnSpc>
                <a:spcPct val="107000"/>
              </a:lnSpc>
              <a:spcBef>
                <a:spcPts val="0"/>
              </a:spcBef>
              <a:spcAft>
                <a:spcPts val="0"/>
              </a:spcAft>
              <a:buClr>
                <a:schemeClr val="lt1"/>
              </a:buClr>
              <a:buSzPts val="1800"/>
              <a:buNone/>
            </a:pPr>
            <a:r>
              <a:rPr lang="en-US" sz="1800">
                <a:latin typeface="Calibri"/>
                <a:ea typeface="Calibri"/>
                <a:cs typeface="Calibri"/>
                <a:sym typeface="Calibri"/>
              </a:rPr>
              <a:t>Shop Owner:</a:t>
            </a:r>
            <a:endParaRPr/>
          </a:p>
          <a:p>
            <a:pPr indent="0" lvl="0" marL="0" rtl="0" algn="l">
              <a:lnSpc>
                <a:spcPct val="107000"/>
              </a:lnSpc>
              <a:spcBef>
                <a:spcPts val="800"/>
              </a:spcBef>
              <a:spcAft>
                <a:spcPts val="0"/>
              </a:spcAft>
              <a:buClr>
                <a:schemeClr val="lt1"/>
              </a:buClr>
              <a:buSzPts val="1800"/>
              <a:buNone/>
            </a:pPr>
            <a:r>
              <a:rPr lang="en-US" sz="1800">
                <a:latin typeface="Calibri"/>
                <a:ea typeface="Calibri"/>
                <a:cs typeface="Calibri"/>
                <a:sym typeface="Calibri"/>
              </a:rPr>
              <a:t>Any user can submit a shop creation request through the site. When the request is approved by the Mall Administrator, the requester is notified, and from there on is given the role of Shop Owner. The Shop Owner is responsible for setting up the shop and maintaining it. The job involves managing the inventory in the shop. Also, the shop owner can add or remove customers from his shop. The Shop Owner can also decide to close shop and remove it from the mall.</a:t>
            </a:r>
            <a:endParaRPr/>
          </a:p>
          <a:p>
            <a:pPr indent="0" lvl="0" marL="0" rtl="0" algn="l">
              <a:lnSpc>
                <a:spcPct val="107000"/>
              </a:lnSpc>
              <a:spcBef>
                <a:spcPts val="800"/>
              </a:spcBef>
              <a:spcAft>
                <a:spcPts val="0"/>
              </a:spcAft>
              <a:buClr>
                <a:schemeClr val="lt1"/>
              </a:buClr>
              <a:buSzPts val="1800"/>
              <a:buNone/>
            </a:pPr>
            <a:r>
              <a:rPr lang="en-US" sz="1800">
                <a:latin typeface="Calibri"/>
                <a:ea typeface="Calibri"/>
                <a:cs typeface="Calibri"/>
                <a:sym typeface="Calibri"/>
              </a:rPr>
              <a:t>Mall Customer:</a:t>
            </a:r>
            <a:endParaRPr/>
          </a:p>
          <a:p>
            <a:pPr indent="0" lvl="0" marL="0" rtl="0" algn="l">
              <a:lnSpc>
                <a:spcPct val="111111"/>
              </a:lnSpc>
              <a:spcBef>
                <a:spcPts val="800"/>
              </a:spcBef>
              <a:spcAft>
                <a:spcPts val="0"/>
              </a:spcAft>
              <a:buClr>
                <a:schemeClr val="lt1"/>
              </a:buClr>
              <a:buSzPts val="1800"/>
              <a:buNone/>
            </a:pPr>
            <a:r>
              <a:rPr lang="en-US" sz="1800">
                <a:latin typeface="Calibri"/>
                <a:ea typeface="Calibri"/>
                <a:cs typeface="Calibri"/>
                <a:sym typeface="Calibri"/>
              </a:rPr>
              <a:t> A Mall Customer can browse through the shops and choose products to place in a virtual shopping cart. The shopping cart details can be viewed and customers can be removed from the cart. Also, the customer can modify personal profile information (such as phone number and shipping address) store</a:t>
            </a:r>
            <a:endParaRPr/>
          </a:p>
        </p:txBody>
      </p:sp>
      <p:sp>
        <p:nvSpPr>
          <p:cNvPr id="1052" name="Google Shape;1052;p75"/>
          <p:cNvSpPr txBox="1"/>
          <p:nvPr>
            <p:ph type="title"/>
          </p:nvPr>
        </p:nvSpPr>
        <p:spPr>
          <a:xfrm>
            <a:off x="407988" y="217036"/>
            <a:ext cx="10044635" cy="654502"/>
          </a:xfrm>
          <a:prstGeom prst="rect">
            <a:avLst/>
          </a:prstGeom>
          <a:noFill/>
          <a:ln>
            <a:noFill/>
          </a:ln>
        </p:spPr>
        <p:txBody>
          <a:bodyPr anchorCtr="0" anchor="b" bIns="0" lIns="0" spcFirstLastPara="1" rIns="0" wrap="square" tIns="0">
            <a:normAutofit/>
          </a:bodyPr>
          <a:lstStyle/>
          <a:p>
            <a:pPr indent="0" lvl="0" marL="0" rtl="0" algn="l">
              <a:lnSpc>
                <a:spcPct val="90000"/>
              </a:lnSpc>
              <a:spcBef>
                <a:spcPts val="0"/>
              </a:spcBef>
              <a:spcAft>
                <a:spcPts val="0"/>
              </a:spcAft>
              <a:buClr>
                <a:schemeClr val="lt1"/>
              </a:buClr>
              <a:buSzPts val="2600"/>
              <a:buFont typeface="Verdana"/>
              <a:buNone/>
            </a:pPr>
            <a:r>
              <a:rPr lang="en-US"/>
              <a:t>Problem Statement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p76"/>
          <p:cNvSpPr/>
          <p:nvPr>
            <p:ph idx="2" type="pic"/>
          </p:nvPr>
        </p:nvSpPr>
        <p:spPr>
          <a:xfrm>
            <a:off x="4943872" y="-1634"/>
            <a:ext cx="7248128" cy="6859588"/>
          </a:xfrm>
          <a:prstGeom prst="rect">
            <a:avLst/>
          </a:prstGeom>
          <a:noFill/>
          <a:ln>
            <a:noFill/>
          </a:ln>
        </p:spPr>
      </p:sp>
      <p:sp>
        <p:nvSpPr>
          <p:cNvPr id="1058" name="Google Shape;1058;p76"/>
          <p:cNvSpPr txBox="1"/>
          <p:nvPr>
            <p:ph idx="1" type="body"/>
          </p:nvPr>
        </p:nvSpPr>
        <p:spPr>
          <a:xfrm>
            <a:off x="294777" y="372477"/>
            <a:ext cx="4477520" cy="820597"/>
          </a:xfrm>
          <a:prstGeom prst="rect">
            <a:avLst/>
          </a:prstGeom>
          <a:noFill/>
          <a:ln>
            <a:noFill/>
          </a:ln>
        </p:spPr>
        <p:txBody>
          <a:bodyPr anchorCtr="0" anchor="b" bIns="0" lIns="0" spcFirstLastPara="1" rIns="0" wrap="square" tIns="0">
            <a:noAutofit/>
          </a:bodyPr>
          <a:lstStyle/>
          <a:p>
            <a:pPr indent="0" lvl="0" marL="0" rtl="0" algn="l">
              <a:lnSpc>
                <a:spcPct val="115384"/>
              </a:lnSpc>
              <a:spcBef>
                <a:spcPts val="0"/>
              </a:spcBef>
              <a:spcAft>
                <a:spcPts val="0"/>
              </a:spcAft>
              <a:buClr>
                <a:schemeClr val="lt1"/>
              </a:buClr>
              <a:buSzPts val="2600"/>
              <a:buNone/>
            </a:pPr>
            <a:r>
              <a:rPr lang="en-US"/>
              <a:t>Road Map</a:t>
            </a:r>
            <a:endParaRPr/>
          </a:p>
        </p:txBody>
      </p:sp>
      <p:sp>
        <p:nvSpPr>
          <p:cNvPr id="1059" name="Google Shape;1059;p76"/>
          <p:cNvSpPr txBox="1"/>
          <p:nvPr/>
        </p:nvSpPr>
        <p:spPr>
          <a:xfrm>
            <a:off x="22351" y="1730828"/>
            <a:ext cx="7197434"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Application will be developed in following Sprints –</a:t>
            </a:r>
            <a:endParaRPr/>
          </a:p>
          <a:p>
            <a:pPr indent="-342900" lvl="0" marL="342900" marR="0" rtl="0" algn="l">
              <a:lnSpc>
                <a:spcPct val="100000"/>
              </a:lnSpc>
              <a:spcBef>
                <a:spcPts val="0"/>
              </a:spcBef>
              <a:spcAft>
                <a:spcPts val="0"/>
              </a:spcAft>
              <a:buClr>
                <a:srgbClr val="000000"/>
              </a:buClr>
              <a:buSzPts val="1800"/>
              <a:buFont typeface="Verdana"/>
              <a:buAutoNum type="arabicPeriod"/>
            </a:pPr>
            <a:r>
              <a:rPr b="1" i="0" lang="en-US" sz="1800" u="none" cap="none" strike="noStrike">
                <a:solidFill>
                  <a:srgbClr val="000000"/>
                </a:solidFill>
                <a:latin typeface="Verdana"/>
                <a:ea typeface="Verdana"/>
                <a:cs typeface="Verdana"/>
                <a:sym typeface="Verdana"/>
              </a:rPr>
              <a:t>Core Java</a:t>
            </a:r>
            <a:endParaRPr/>
          </a:p>
          <a:p>
            <a:pPr indent="-342900" lvl="0" marL="342900" marR="0" rtl="0" algn="l">
              <a:lnSpc>
                <a:spcPct val="100000"/>
              </a:lnSpc>
              <a:spcBef>
                <a:spcPts val="0"/>
              </a:spcBef>
              <a:spcAft>
                <a:spcPts val="0"/>
              </a:spcAft>
              <a:buClr>
                <a:srgbClr val="000000"/>
              </a:buClr>
              <a:buSzPts val="1800"/>
              <a:buFont typeface="Verdana"/>
              <a:buAutoNum type="arabicPeriod"/>
            </a:pPr>
            <a:r>
              <a:rPr b="1" lang="en-US" sz="1800">
                <a:solidFill>
                  <a:srgbClr val="000000"/>
                </a:solidFill>
                <a:latin typeface="Verdana"/>
                <a:ea typeface="Verdana"/>
                <a:cs typeface="Verdana"/>
                <a:sym typeface="Verdana"/>
              </a:rPr>
              <a:t>//Write the flow</a:t>
            </a:r>
            <a:endParaRPr b="1" i="0" sz="1800" u="none" cap="none" strike="noStrike">
              <a:solidFill>
                <a:srgbClr val="000000"/>
              </a:solidFill>
              <a:latin typeface="Verdana"/>
              <a:ea typeface="Verdana"/>
              <a:cs typeface="Verdana"/>
              <a:sym typeface="Verdana"/>
            </a:endParaRPr>
          </a:p>
        </p:txBody>
      </p:sp>
      <p:pic>
        <p:nvPicPr>
          <p:cNvPr descr="Accenture Logo PNG (FREE DOWNLAD)" id="1060" name="Google Shape;1060;p76"/>
          <p:cNvPicPr preferRelativeResize="0"/>
          <p:nvPr/>
        </p:nvPicPr>
        <p:blipFill rotWithShape="1">
          <a:blip r:embed="rId3">
            <a:alphaModFix/>
          </a:blip>
          <a:srcRect b="0" l="0" r="0" t="0"/>
          <a:stretch/>
        </p:blipFill>
        <p:spPr>
          <a:xfrm>
            <a:off x="11466400" y="185015"/>
            <a:ext cx="597760" cy="59776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4" name="Shape 1064"/>
        <p:cNvGrpSpPr/>
        <p:nvPr/>
      </p:nvGrpSpPr>
      <p:grpSpPr>
        <a:xfrm>
          <a:off x="0" y="0"/>
          <a:ext cx="0" cy="0"/>
          <a:chOff x="0" y="0"/>
          <a:chExt cx="0" cy="0"/>
        </a:xfrm>
      </p:grpSpPr>
      <p:sp>
        <p:nvSpPr>
          <p:cNvPr id="1065" name="Google Shape;1065;p77"/>
          <p:cNvSpPr txBox="1"/>
          <p:nvPr>
            <p:ph type="title"/>
          </p:nvPr>
        </p:nvSpPr>
        <p:spPr>
          <a:xfrm>
            <a:off x="407988" y="404813"/>
            <a:ext cx="6984156" cy="8636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Clr>
                <a:schemeClr val="dk2"/>
              </a:buClr>
              <a:buSzPts val="2600"/>
              <a:buFont typeface="Verdana"/>
              <a:buNone/>
            </a:pPr>
            <a:r>
              <a:rPr lang="en-US"/>
              <a:t>Plan</a:t>
            </a:r>
            <a:endParaRPr/>
          </a:p>
        </p:txBody>
      </p:sp>
      <p:sp>
        <p:nvSpPr>
          <p:cNvPr id="1066" name="Google Shape;1066;p77"/>
          <p:cNvSpPr txBox="1"/>
          <p:nvPr/>
        </p:nvSpPr>
        <p:spPr>
          <a:xfrm>
            <a:off x="417591" y="1199227"/>
            <a:ext cx="5588761" cy="5011014"/>
          </a:xfrm>
          <a:prstGeom prst="rect">
            <a:avLst/>
          </a:prstGeom>
          <a:noFill/>
          <a:ln>
            <a:noFill/>
          </a:ln>
        </p:spPr>
        <p:txBody>
          <a:bodyPr anchorCtr="0" anchor="t" bIns="0" lIns="0" spcFirstLastPara="1" rIns="0" wrap="square" tIns="0">
            <a:noAutofit/>
          </a:bodyPr>
          <a:lstStyle/>
          <a:p>
            <a:pPr indent="-342900" lvl="0" marL="342900" marR="0" rtl="0" algn="l">
              <a:lnSpc>
                <a:spcPct val="122222"/>
              </a:lnSpc>
              <a:spcBef>
                <a:spcPts val="0"/>
              </a:spcBef>
              <a:spcAft>
                <a:spcPts val="0"/>
              </a:spcAft>
              <a:buClr>
                <a:srgbClr val="000000"/>
              </a:buClr>
              <a:buSzPts val="1800"/>
              <a:buFont typeface="Verdana"/>
              <a:buAutoNum type="arabicPeriod"/>
            </a:pPr>
            <a:r>
              <a:rPr b="0" i="0" lang="en-US" sz="1800" u="none" cap="none" strike="noStrike">
                <a:solidFill>
                  <a:srgbClr val="000000"/>
                </a:solidFill>
                <a:latin typeface="Verdana"/>
                <a:ea typeface="Verdana"/>
                <a:cs typeface="Verdana"/>
                <a:sym typeface="Verdana"/>
              </a:rPr>
              <a:t> Design </a:t>
            </a:r>
            <a:endParaRPr/>
          </a:p>
          <a:p>
            <a:pPr indent="-342900" lvl="2" marL="806450" marR="0" rtl="0" algn="l">
              <a:lnSpc>
                <a:spcPct val="114285"/>
              </a:lnSpc>
              <a:spcBef>
                <a:spcPts val="600"/>
              </a:spcBef>
              <a:spcAft>
                <a:spcPts val="0"/>
              </a:spcAft>
              <a:buClr>
                <a:srgbClr val="0070AD"/>
              </a:buClr>
              <a:buSzPts val="1400"/>
              <a:buFont typeface="Verdana"/>
              <a:buAutoNum type="arabicPeriod"/>
            </a:pPr>
            <a:r>
              <a:rPr b="0" i="0" lang="en-US" sz="1400" u="none" cap="none" strike="noStrike">
                <a:solidFill>
                  <a:srgbClr val="000000"/>
                </a:solidFill>
                <a:latin typeface="Verdana"/>
                <a:ea typeface="Verdana"/>
                <a:cs typeface="Verdana"/>
                <a:sym typeface="Verdana"/>
              </a:rPr>
              <a:t>Generate the skeleton as per class design provided</a:t>
            </a:r>
            <a:endParaRPr/>
          </a:p>
          <a:p>
            <a:pPr indent="-228600" lvl="0" marL="342900" marR="0" rtl="0" algn="l">
              <a:lnSpc>
                <a:spcPct val="122222"/>
              </a:lnSpc>
              <a:spcBef>
                <a:spcPts val="60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p>
            <a:pPr indent="-342900" lvl="0" marL="342900" marR="0" rtl="0" algn="l">
              <a:lnSpc>
                <a:spcPct val="122222"/>
              </a:lnSpc>
              <a:spcBef>
                <a:spcPts val="600"/>
              </a:spcBef>
              <a:spcAft>
                <a:spcPts val="0"/>
              </a:spcAft>
              <a:buClr>
                <a:srgbClr val="000000"/>
              </a:buClr>
              <a:buSzPts val="1800"/>
              <a:buFont typeface="Verdana"/>
              <a:buAutoNum type="arabicPeriod"/>
            </a:pPr>
            <a:r>
              <a:rPr b="0" i="0" lang="en-US" sz="1800" u="none" cap="none" strike="noStrike">
                <a:solidFill>
                  <a:srgbClr val="000000"/>
                </a:solidFill>
                <a:latin typeface="Verdana"/>
                <a:ea typeface="Verdana"/>
                <a:cs typeface="Verdana"/>
                <a:sym typeface="Verdana"/>
              </a:rPr>
              <a:t>TDD approach</a:t>
            </a:r>
            <a:endParaRPr/>
          </a:p>
          <a:p>
            <a:pPr indent="-342900" lvl="2" marL="806450" marR="0" rtl="0" algn="l">
              <a:lnSpc>
                <a:spcPct val="114285"/>
              </a:lnSpc>
              <a:spcBef>
                <a:spcPts val="600"/>
              </a:spcBef>
              <a:spcAft>
                <a:spcPts val="0"/>
              </a:spcAft>
              <a:buClr>
                <a:srgbClr val="0070AD"/>
              </a:buClr>
              <a:buSzPts val="1400"/>
              <a:buFont typeface="Verdana"/>
              <a:buAutoNum type="arabicPeriod"/>
            </a:pPr>
            <a:r>
              <a:rPr b="0" i="0" lang="en-US" sz="1400" u="none" cap="none" strike="noStrike">
                <a:solidFill>
                  <a:srgbClr val="000000"/>
                </a:solidFill>
                <a:latin typeface="Verdana"/>
                <a:ea typeface="Verdana"/>
                <a:cs typeface="Verdana"/>
                <a:sym typeface="Verdana"/>
              </a:rPr>
              <a:t>Identify test cases for each module</a:t>
            </a:r>
            <a:endParaRPr/>
          </a:p>
          <a:p>
            <a:pPr indent="-342900" lvl="2" marL="806450" marR="0" rtl="0" algn="l">
              <a:lnSpc>
                <a:spcPct val="114285"/>
              </a:lnSpc>
              <a:spcBef>
                <a:spcPts val="600"/>
              </a:spcBef>
              <a:spcAft>
                <a:spcPts val="0"/>
              </a:spcAft>
              <a:buClr>
                <a:srgbClr val="0070AD"/>
              </a:buClr>
              <a:buSzPts val="1400"/>
              <a:buFont typeface="Verdana"/>
              <a:buAutoNum type="arabicPeriod"/>
            </a:pPr>
            <a:r>
              <a:rPr b="0" i="0" lang="en-US" sz="1400" u="none" cap="none" strike="noStrike">
                <a:solidFill>
                  <a:srgbClr val="000000"/>
                </a:solidFill>
                <a:latin typeface="Verdana"/>
                <a:ea typeface="Verdana"/>
                <a:cs typeface="Verdana"/>
                <a:sym typeface="Verdana"/>
              </a:rPr>
              <a:t>Write Failing Test cases</a:t>
            </a:r>
            <a:endParaRPr/>
          </a:p>
          <a:p>
            <a:pPr indent="-342900" lvl="2" marL="806450" marR="0" rtl="0" algn="l">
              <a:lnSpc>
                <a:spcPct val="114285"/>
              </a:lnSpc>
              <a:spcBef>
                <a:spcPts val="600"/>
              </a:spcBef>
              <a:spcAft>
                <a:spcPts val="0"/>
              </a:spcAft>
              <a:buClr>
                <a:srgbClr val="0070AD"/>
              </a:buClr>
              <a:buSzPts val="1400"/>
              <a:buFont typeface="Verdana"/>
              <a:buAutoNum type="arabicPeriod"/>
            </a:pPr>
            <a:r>
              <a:rPr b="0" i="0" lang="en-US" sz="1400" u="none" cap="none" strike="noStrike">
                <a:solidFill>
                  <a:srgbClr val="000000"/>
                </a:solidFill>
                <a:latin typeface="Verdana"/>
                <a:ea typeface="Verdana"/>
                <a:cs typeface="Verdana"/>
                <a:sym typeface="Verdana"/>
              </a:rPr>
              <a:t>Convert the Test Cases in GREEN</a:t>
            </a:r>
            <a:endParaRPr/>
          </a:p>
          <a:p>
            <a:pPr indent="-228600" lvl="0" marL="342900" marR="0" rtl="0" algn="l">
              <a:lnSpc>
                <a:spcPct val="122222"/>
              </a:lnSpc>
              <a:spcBef>
                <a:spcPts val="60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p>
            <a:pPr indent="-342900" lvl="0" marL="342900" marR="0" rtl="0" algn="l">
              <a:lnSpc>
                <a:spcPct val="122222"/>
              </a:lnSpc>
              <a:spcBef>
                <a:spcPts val="600"/>
              </a:spcBef>
              <a:spcAft>
                <a:spcPts val="0"/>
              </a:spcAft>
              <a:buClr>
                <a:srgbClr val="000000"/>
              </a:buClr>
              <a:buSzPts val="1800"/>
              <a:buFont typeface="Verdana"/>
              <a:buAutoNum type="arabicPeriod"/>
            </a:pPr>
            <a:r>
              <a:rPr b="0" i="0" lang="en-US" sz="1800" u="none" cap="none" strike="noStrike">
                <a:solidFill>
                  <a:srgbClr val="000000"/>
                </a:solidFill>
                <a:latin typeface="Verdana"/>
                <a:ea typeface="Verdana"/>
                <a:cs typeface="Verdana"/>
                <a:sym typeface="Verdana"/>
              </a:rPr>
              <a:t>Implement the case study in incremental manner</a:t>
            </a:r>
            <a:endParaRPr/>
          </a:p>
          <a:p>
            <a:pPr indent="0" lvl="0" marL="0" marR="0" rtl="0" algn="l">
              <a:lnSpc>
                <a:spcPct val="122222"/>
              </a:lnSpc>
              <a:spcBef>
                <a:spcPts val="600"/>
              </a:spcBef>
              <a:spcAft>
                <a:spcPts val="0"/>
              </a:spcAft>
              <a:buClr>
                <a:schemeClr val="dk1"/>
              </a:buClr>
              <a:buSzPts val="1800"/>
              <a:buFont typeface="Arial"/>
              <a:buNone/>
            </a:pPr>
            <a:r>
              <a:t/>
            </a:r>
            <a:endParaRPr b="0" i="0" sz="1800" u="none" cap="none" strike="noStrike">
              <a:solidFill>
                <a:srgbClr val="000000"/>
              </a:solidFill>
              <a:latin typeface="Verdana"/>
              <a:ea typeface="Verdana"/>
              <a:cs typeface="Verdana"/>
              <a:sym typeface="Verdana"/>
            </a:endParaRPr>
          </a:p>
          <a:p>
            <a:pPr indent="0" lvl="0" marL="0" marR="0" rtl="0" algn="l">
              <a:lnSpc>
                <a:spcPct val="122222"/>
              </a:lnSpc>
              <a:spcBef>
                <a:spcPts val="600"/>
              </a:spcBef>
              <a:spcAft>
                <a:spcPts val="0"/>
              </a:spcAft>
              <a:buClr>
                <a:schemeClr val="dk1"/>
              </a:buClr>
              <a:buSzPts val="1800"/>
              <a:buFont typeface="Arial"/>
              <a:buNone/>
            </a:pPr>
            <a:r>
              <a:t/>
            </a:r>
            <a:endParaRPr b="0" i="0" sz="1800" u="none" cap="none" strike="noStrike">
              <a:solidFill>
                <a:srgbClr val="000000"/>
              </a:solidFill>
              <a:latin typeface="Verdana"/>
              <a:ea typeface="Verdana"/>
              <a:cs typeface="Verdana"/>
              <a:sym typeface="Verdana"/>
            </a:endParaRPr>
          </a:p>
          <a:p>
            <a:pPr indent="0" lvl="0" marL="0" marR="0" rtl="0" algn="l">
              <a:lnSpc>
                <a:spcPct val="122222"/>
              </a:lnSpc>
              <a:spcBef>
                <a:spcPts val="600"/>
              </a:spcBef>
              <a:spcAft>
                <a:spcPts val="0"/>
              </a:spcAft>
              <a:buClr>
                <a:srgbClr val="000000"/>
              </a:buClr>
              <a:buSzPts val="1800"/>
              <a:buFont typeface="Arial"/>
              <a:buNone/>
            </a:pPr>
            <a:r>
              <a:rPr b="0" i="0" lang="en-US" sz="1800" u="none" cap="none" strike="noStrike">
                <a:solidFill>
                  <a:srgbClr val="000000"/>
                </a:solidFill>
                <a:latin typeface="Verdana"/>
                <a:ea typeface="Verdana"/>
                <a:cs typeface="Verdana"/>
                <a:sym typeface="Verdana"/>
              </a:rPr>
              <a:t> </a:t>
            </a:r>
            <a:endParaRPr/>
          </a:p>
        </p:txBody>
      </p:sp>
      <p:pic>
        <p:nvPicPr>
          <p:cNvPr descr="Accenture Logo PNG (FREE DOWNLAD)" id="1067" name="Google Shape;1067;p77"/>
          <p:cNvPicPr preferRelativeResize="0"/>
          <p:nvPr/>
        </p:nvPicPr>
        <p:blipFill rotWithShape="1">
          <a:blip r:embed="rId3">
            <a:alphaModFix/>
          </a:blip>
          <a:srcRect b="0" l="0" r="0" t="0"/>
          <a:stretch/>
        </p:blipFill>
        <p:spPr>
          <a:xfrm>
            <a:off x="11485132" y="130302"/>
            <a:ext cx="597760" cy="59776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sp>
        <p:nvSpPr>
          <p:cNvPr id="1072" name="Google Shape;1072;p78"/>
          <p:cNvSpPr/>
          <p:nvPr/>
        </p:nvSpPr>
        <p:spPr>
          <a:xfrm>
            <a:off x="6508498" y="1294292"/>
            <a:ext cx="2076703" cy="1962143"/>
          </a:xfrm>
          <a:custGeom>
            <a:rect b="b" l="l" r="r" t="t"/>
            <a:pathLst>
              <a:path extrusionOk="0" h="3131423" w="3314252">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Verdana"/>
              <a:buNone/>
            </a:pPr>
            <a:r>
              <a:t/>
            </a:r>
            <a:endParaRPr b="0" i="0" sz="1800" u="none" cap="none" strike="noStrike">
              <a:solidFill>
                <a:srgbClr val="FFFFFF"/>
              </a:solidFill>
              <a:latin typeface="Verdana"/>
              <a:ea typeface="Verdana"/>
              <a:cs typeface="Verdana"/>
              <a:sym typeface="Verdana"/>
            </a:endParaRPr>
          </a:p>
        </p:txBody>
      </p:sp>
      <p:sp>
        <p:nvSpPr>
          <p:cNvPr id="1073" name="Google Shape;1073;p78"/>
          <p:cNvSpPr/>
          <p:nvPr/>
        </p:nvSpPr>
        <p:spPr>
          <a:xfrm>
            <a:off x="9082408" y="1349829"/>
            <a:ext cx="1445892" cy="2061028"/>
          </a:xfrm>
          <a:prstGeom prst="rect">
            <a:avLst/>
          </a:pr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Verdana"/>
              <a:buNone/>
            </a:pPr>
            <a:r>
              <a:t/>
            </a:r>
            <a:endParaRPr b="0" i="0" sz="1800" u="none" cap="none" strike="noStrike">
              <a:solidFill>
                <a:srgbClr val="FFFFFF"/>
              </a:solidFill>
              <a:latin typeface="Verdana"/>
              <a:ea typeface="Verdana"/>
              <a:cs typeface="Verdana"/>
              <a:sym typeface="Verdana"/>
            </a:endParaRPr>
          </a:p>
        </p:txBody>
      </p:sp>
      <p:cxnSp>
        <p:nvCxnSpPr>
          <p:cNvPr id="1074" name="Google Shape;1074;p78"/>
          <p:cNvCxnSpPr/>
          <p:nvPr/>
        </p:nvCxnSpPr>
        <p:spPr>
          <a:xfrm>
            <a:off x="9082408" y="5457285"/>
            <a:ext cx="1445892" cy="0"/>
          </a:xfrm>
          <a:prstGeom prst="straightConnector1">
            <a:avLst/>
          </a:prstGeom>
          <a:solidFill>
            <a:schemeClr val="dk1"/>
          </a:solidFill>
          <a:ln cap="flat" cmpd="sng" w="47625">
            <a:solidFill>
              <a:schemeClr val="lt1"/>
            </a:solidFill>
            <a:prstDash val="solid"/>
            <a:round/>
            <a:headEnd len="sm" w="sm" type="none"/>
            <a:tailEnd len="sm" w="sm" type="none"/>
          </a:ln>
        </p:spPr>
      </p:cxnSp>
      <p:sp>
        <p:nvSpPr>
          <p:cNvPr id="1075" name="Google Shape;1075;p78"/>
          <p:cNvSpPr txBox="1"/>
          <p:nvPr/>
        </p:nvSpPr>
        <p:spPr>
          <a:xfrm>
            <a:off x="1156447" y="340659"/>
            <a:ext cx="573741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Modules</a:t>
            </a:r>
            <a:endParaRPr/>
          </a:p>
        </p:txBody>
      </p:sp>
      <p:sp>
        <p:nvSpPr>
          <p:cNvPr id="1076" name="Google Shape;1076;p78"/>
          <p:cNvSpPr txBox="1"/>
          <p:nvPr/>
        </p:nvSpPr>
        <p:spPr>
          <a:xfrm>
            <a:off x="987039" y="1030438"/>
            <a:ext cx="4063525" cy="1337289"/>
          </a:xfrm>
          <a:prstGeom prst="rect">
            <a:avLst/>
          </a:prstGeom>
          <a:solidFill>
            <a:schemeClr val="accent2"/>
          </a:solidFill>
          <a:ln cap="flat" cmpd="sng" w="12700">
            <a:solidFill>
              <a:srgbClr val="0D7C9F"/>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1" lang="en-US" sz="1400">
                <a:solidFill>
                  <a:schemeClr val="lt1"/>
                </a:solidFill>
                <a:latin typeface="Calibri"/>
                <a:ea typeface="Calibri"/>
                <a:cs typeface="Calibri"/>
                <a:sym typeface="Calibri"/>
              </a:rPr>
              <a:t>Login Module:</a:t>
            </a:r>
            <a:endParaRPr sz="1400">
              <a:solidFill>
                <a:schemeClr val="lt1"/>
              </a:solidFill>
              <a:latin typeface="Calibri"/>
              <a:ea typeface="Calibri"/>
              <a:cs typeface="Calibri"/>
              <a:sym typeface="Calibri"/>
            </a:endParaRPr>
          </a:p>
          <a:p>
            <a:pPr indent="0" lvl="0" marL="0" marR="0" rtl="0" algn="l">
              <a:lnSpc>
                <a:spcPct val="107000"/>
              </a:lnSpc>
              <a:spcBef>
                <a:spcPts val="800"/>
              </a:spcBef>
              <a:spcAft>
                <a:spcPts val="0"/>
              </a:spcAft>
              <a:buNone/>
            </a:pPr>
            <a:r>
              <a:rPr lang="en-US" sz="1400">
                <a:solidFill>
                  <a:schemeClr val="lt1"/>
                </a:solidFill>
                <a:latin typeface="Calibri"/>
                <a:ea typeface="Calibri"/>
                <a:cs typeface="Calibri"/>
                <a:sym typeface="Calibri"/>
              </a:rPr>
              <a:t>All users/admins should provide valid credentials to assess the system. Credentials will contain a unique userId and password. New user can signup to this system. </a:t>
            </a:r>
            <a:endParaRPr sz="1400">
              <a:solidFill>
                <a:schemeClr val="lt1"/>
              </a:solidFill>
              <a:latin typeface="Calibri"/>
              <a:ea typeface="Calibri"/>
              <a:cs typeface="Calibri"/>
              <a:sym typeface="Calibri"/>
            </a:endParaRPr>
          </a:p>
        </p:txBody>
      </p:sp>
      <p:sp>
        <p:nvSpPr>
          <p:cNvPr id="1077" name="Google Shape;1077;p78"/>
          <p:cNvSpPr txBox="1"/>
          <p:nvPr/>
        </p:nvSpPr>
        <p:spPr>
          <a:xfrm>
            <a:off x="5992463" y="1007076"/>
            <a:ext cx="2469371" cy="2082493"/>
          </a:xfrm>
          <a:prstGeom prst="rect">
            <a:avLst/>
          </a:prstGeom>
          <a:solidFill>
            <a:srgbClr val="B1B1B1"/>
          </a:solid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1" lang="en-US" sz="1200">
                <a:solidFill>
                  <a:schemeClr val="dk1"/>
                </a:solidFill>
                <a:latin typeface="Calibri"/>
                <a:ea typeface="Calibri"/>
                <a:cs typeface="Calibri"/>
                <a:sym typeface="Calibri"/>
              </a:rPr>
              <a:t>Shop module:</a:t>
            </a:r>
            <a:endParaRPr sz="12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None/>
            </a:pPr>
            <a:r>
              <a:rPr lang="en-US" sz="1200">
                <a:solidFill>
                  <a:schemeClr val="dk1"/>
                </a:solidFill>
                <a:latin typeface="Calibri"/>
                <a:ea typeface="Calibri"/>
                <a:cs typeface="Calibri"/>
                <a:sym typeface="Calibri"/>
              </a:rPr>
              <a:t>In this module,</a:t>
            </a:r>
            <a:endParaRPr sz="1200">
              <a:solidFill>
                <a:schemeClr val="dk1"/>
              </a:solidFill>
              <a:latin typeface="Calibri"/>
              <a:ea typeface="Calibri"/>
              <a:cs typeface="Calibri"/>
              <a:sym typeface="Calibri"/>
            </a:endParaRPr>
          </a:p>
          <a:p>
            <a:pPr indent="-342900" lvl="0" marL="342900" marR="0" rtl="0" algn="l">
              <a:lnSpc>
                <a:spcPct val="107000"/>
              </a:lnSpc>
              <a:spcBef>
                <a:spcPts val="800"/>
              </a:spcBef>
              <a:spcAft>
                <a:spcPts val="0"/>
              </a:spcAft>
              <a:buClr>
                <a:schemeClr val="dk1"/>
              </a:buClr>
              <a:buSzPts val="1200"/>
              <a:buFont typeface="Noto Sans Symbols"/>
              <a:buChar char="❖"/>
            </a:pPr>
            <a:r>
              <a:rPr lang="en-US" sz="1200">
                <a:solidFill>
                  <a:schemeClr val="dk1"/>
                </a:solidFill>
                <a:latin typeface="Calibri"/>
                <a:ea typeface="Calibri"/>
                <a:cs typeface="Calibri"/>
                <a:sym typeface="Calibri"/>
              </a:rPr>
              <a:t>Create new shop</a:t>
            </a:r>
            <a:endParaRPr/>
          </a:p>
          <a:p>
            <a:pPr indent="-342900" lvl="0" marL="342900" marR="0" rtl="0" algn="l">
              <a:lnSpc>
                <a:spcPct val="107000"/>
              </a:lnSpc>
              <a:spcBef>
                <a:spcPts val="800"/>
              </a:spcBef>
              <a:spcAft>
                <a:spcPts val="0"/>
              </a:spcAft>
              <a:buClr>
                <a:schemeClr val="dk1"/>
              </a:buClr>
              <a:buSzPts val="1200"/>
              <a:buFont typeface="Noto Sans Symbols"/>
              <a:buChar char="❖"/>
            </a:pPr>
            <a:r>
              <a:rPr lang="en-US" sz="1200">
                <a:solidFill>
                  <a:schemeClr val="dk1"/>
                </a:solidFill>
                <a:latin typeface="Calibri"/>
                <a:ea typeface="Calibri"/>
                <a:cs typeface="Calibri"/>
                <a:sym typeface="Calibri"/>
              </a:rPr>
              <a:t>Add new customers to shop</a:t>
            </a:r>
            <a:endParaRPr/>
          </a:p>
          <a:p>
            <a:pPr indent="-342900" lvl="0" marL="342900" marR="0" rtl="0" algn="l">
              <a:lnSpc>
                <a:spcPct val="107000"/>
              </a:lnSpc>
              <a:spcBef>
                <a:spcPts val="800"/>
              </a:spcBef>
              <a:spcAft>
                <a:spcPts val="0"/>
              </a:spcAft>
              <a:buClr>
                <a:schemeClr val="dk1"/>
              </a:buClr>
              <a:buSzPts val="1200"/>
              <a:buFont typeface="Noto Sans Symbols"/>
              <a:buChar char="❖"/>
            </a:pPr>
            <a:r>
              <a:rPr lang="en-US" sz="1200">
                <a:solidFill>
                  <a:schemeClr val="dk1"/>
                </a:solidFill>
                <a:latin typeface="Calibri"/>
                <a:ea typeface="Calibri"/>
                <a:cs typeface="Calibri"/>
                <a:sym typeface="Calibri"/>
              </a:rPr>
              <a:t>Remove Customers</a:t>
            </a:r>
            <a:endParaRPr/>
          </a:p>
          <a:p>
            <a:pPr indent="-342900" lvl="0" marL="342900" marR="0" rtl="0" algn="l">
              <a:lnSpc>
                <a:spcPct val="107000"/>
              </a:lnSpc>
              <a:spcBef>
                <a:spcPts val="800"/>
              </a:spcBef>
              <a:spcAft>
                <a:spcPts val="0"/>
              </a:spcAft>
              <a:buClr>
                <a:schemeClr val="dk1"/>
              </a:buClr>
              <a:buSzPts val="1200"/>
              <a:buFont typeface="Noto Sans Symbols"/>
              <a:buChar char="❖"/>
            </a:pPr>
            <a:r>
              <a:rPr lang="en-US" sz="1200">
                <a:solidFill>
                  <a:schemeClr val="dk1"/>
                </a:solidFill>
                <a:latin typeface="Calibri"/>
                <a:ea typeface="Calibri"/>
                <a:cs typeface="Calibri"/>
                <a:sym typeface="Calibri"/>
              </a:rPr>
              <a:t>Manage Employees</a:t>
            </a:r>
            <a:endParaRPr/>
          </a:p>
          <a:p>
            <a:pPr indent="-342900" lvl="0" marL="342900" marR="0" rtl="0" algn="l">
              <a:lnSpc>
                <a:spcPct val="107000"/>
              </a:lnSpc>
              <a:spcBef>
                <a:spcPts val="800"/>
              </a:spcBef>
              <a:spcAft>
                <a:spcPts val="0"/>
              </a:spcAft>
              <a:buClr>
                <a:schemeClr val="dk1"/>
              </a:buClr>
              <a:buSzPts val="1200"/>
              <a:buFont typeface="Noto Sans Symbols"/>
              <a:buChar char="❖"/>
            </a:pPr>
            <a:r>
              <a:rPr lang="en-US" sz="1200">
                <a:solidFill>
                  <a:schemeClr val="dk1"/>
                </a:solidFill>
                <a:latin typeface="Calibri"/>
                <a:ea typeface="Calibri"/>
                <a:cs typeface="Calibri"/>
                <a:sym typeface="Calibri"/>
              </a:rPr>
              <a:t>Add/Remove Sub-Categories</a:t>
            </a:r>
            <a:endParaRPr/>
          </a:p>
        </p:txBody>
      </p:sp>
      <p:sp>
        <p:nvSpPr>
          <p:cNvPr id="1078" name="Google Shape;1078;p78"/>
          <p:cNvSpPr txBox="1"/>
          <p:nvPr/>
        </p:nvSpPr>
        <p:spPr>
          <a:xfrm>
            <a:off x="1016948" y="3142789"/>
            <a:ext cx="4063525" cy="1645066"/>
          </a:xfrm>
          <a:prstGeom prst="rect">
            <a:avLst/>
          </a:prstGeom>
          <a:solidFill>
            <a:srgbClr val="FF8292"/>
          </a:solid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1" lang="en-US" sz="1400">
                <a:solidFill>
                  <a:schemeClr val="dk1"/>
                </a:solidFill>
                <a:latin typeface="Calibri"/>
                <a:ea typeface="Calibri"/>
                <a:cs typeface="Calibri"/>
                <a:sym typeface="Calibri"/>
              </a:rPr>
              <a:t>Admin Module</a:t>
            </a:r>
            <a:endParaRPr sz="14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None/>
            </a:pPr>
            <a:r>
              <a:rPr lang="en-US" sz="1400">
                <a:solidFill>
                  <a:schemeClr val="dk1"/>
                </a:solidFill>
                <a:latin typeface="Calibri"/>
                <a:ea typeface="Calibri"/>
                <a:cs typeface="Calibri"/>
                <a:sym typeface="Calibri"/>
              </a:rPr>
              <a:t> In this module mall admin can</a:t>
            </a:r>
            <a:endParaRPr/>
          </a:p>
          <a:p>
            <a:pPr indent="-342900" lvl="0" marL="342900" marR="0" rtl="0" algn="l">
              <a:lnSpc>
                <a:spcPct val="107000"/>
              </a:lnSpc>
              <a:spcBef>
                <a:spcPts val="800"/>
              </a:spcBef>
              <a:spcAft>
                <a:spcPts val="0"/>
              </a:spcAft>
              <a:buClr>
                <a:schemeClr val="dk1"/>
              </a:buClr>
              <a:buSzPts val="1400"/>
              <a:buFont typeface="Noto Sans Symbols"/>
              <a:buChar char="∙"/>
            </a:pPr>
            <a:r>
              <a:rPr lang="en-US" sz="1400">
                <a:solidFill>
                  <a:schemeClr val="dk1"/>
                </a:solidFill>
                <a:latin typeface="Calibri"/>
                <a:ea typeface="Calibri"/>
                <a:cs typeface="Calibri"/>
                <a:sym typeface="Calibri"/>
              </a:rPr>
              <a:t>Approve/Reject pending shop creation requests</a:t>
            </a:r>
            <a:endParaRPr sz="1400">
              <a:solidFill>
                <a:schemeClr val="dk1"/>
              </a:solidFill>
              <a:latin typeface="Calibri"/>
              <a:ea typeface="Calibri"/>
              <a:cs typeface="Calibri"/>
              <a:sym typeface="Calibri"/>
            </a:endParaRPr>
          </a:p>
          <a:p>
            <a:pPr indent="-342900" lvl="0" marL="342900" marR="0" rtl="0" algn="l">
              <a:lnSpc>
                <a:spcPct val="107000"/>
              </a:lnSpc>
              <a:spcBef>
                <a:spcPts val="800"/>
              </a:spcBef>
              <a:spcAft>
                <a:spcPts val="0"/>
              </a:spcAft>
              <a:buClr>
                <a:schemeClr val="dk1"/>
              </a:buClr>
              <a:buSzPts val="1400"/>
              <a:buFont typeface="Noto Sans Symbols"/>
              <a:buChar char="∙"/>
            </a:pPr>
            <a:r>
              <a:rPr lang="en-US" sz="1400">
                <a:solidFill>
                  <a:schemeClr val="dk1"/>
                </a:solidFill>
                <a:latin typeface="Calibri"/>
                <a:ea typeface="Calibri"/>
                <a:cs typeface="Calibri"/>
                <a:sym typeface="Calibri"/>
              </a:rPr>
              <a:t>Manage Guest Book</a:t>
            </a:r>
            <a:endParaRPr sz="1400">
              <a:solidFill>
                <a:schemeClr val="dk1"/>
              </a:solidFill>
              <a:latin typeface="Calibri"/>
              <a:ea typeface="Calibri"/>
              <a:cs typeface="Calibri"/>
              <a:sym typeface="Calibri"/>
            </a:endParaRPr>
          </a:p>
          <a:p>
            <a:pPr indent="-342900" lvl="0" marL="342900" marR="0" rtl="0" algn="l">
              <a:lnSpc>
                <a:spcPct val="107000"/>
              </a:lnSpc>
              <a:spcBef>
                <a:spcPts val="800"/>
              </a:spcBef>
              <a:spcAft>
                <a:spcPts val="0"/>
              </a:spcAft>
              <a:buClr>
                <a:schemeClr val="dk1"/>
              </a:buClr>
              <a:buSzPts val="1400"/>
              <a:buFont typeface="Noto Sans Symbols"/>
              <a:buChar char="∙"/>
            </a:pPr>
            <a:r>
              <a:rPr lang="en-US" sz="1400">
                <a:solidFill>
                  <a:schemeClr val="dk1"/>
                </a:solidFill>
                <a:latin typeface="Calibri"/>
                <a:ea typeface="Calibri"/>
                <a:cs typeface="Calibri"/>
                <a:sym typeface="Calibri"/>
              </a:rPr>
              <a:t>Send Notifications to shop owners</a:t>
            </a:r>
            <a:endParaRPr sz="1400">
              <a:solidFill>
                <a:schemeClr val="dk1"/>
              </a:solidFill>
              <a:latin typeface="Calibri"/>
              <a:ea typeface="Calibri"/>
              <a:cs typeface="Calibri"/>
              <a:sym typeface="Calibri"/>
            </a:endParaRPr>
          </a:p>
        </p:txBody>
      </p:sp>
      <p:sp>
        <p:nvSpPr>
          <p:cNvPr id="1079" name="Google Shape;1079;p78"/>
          <p:cNvSpPr txBox="1"/>
          <p:nvPr/>
        </p:nvSpPr>
        <p:spPr>
          <a:xfrm>
            <a:off x="5992463" y="3445215"/>
            <a:ext cx="2074855" cy="2146806"/>
          </a:xfrm>
          <a:prstGeom prst="rect">
            <a:avLst/>
          </a:prstGeom>
          <a:solidFill>
            <a:schemeClr val="accent1"/>
          </a:solidFill>
          <a:ln cap="flat" cmpd="sng" w="19050">
            <a:solidFill>
              <a:schemeClr val="lt1"/>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1" lang="en-US" sz="1400">
                <a:solidFill>
                  <a:schemeClr val="lt1"/>
                </a:solidFill>
                <a:latin typeface="Calibri"/>
                <a:ea typeface="Calibri"/>
                <a:cs typeface="Calibri"/>
                <a:sym typeface="Calibri"/>
              </a:rPr>
              <a:t>Customer module:</a:t>
            </a:r>
            <a:endParaRPr sz="1400">
              <a:solidFill>
                <a:schemeClr val="lt1"/>
              </a:solidFill>
              <a:latin typeface="Calibri"/>
              <a:ea typeface="Calibri"/>
              <a:cs typeface="Calibri"/>
              <a:sym typeface="Calibri"/>
            </a:endParaRPr>
          </a:p>
          <a:p>
            <a:pPr indent="0" lvl="0" marL="0" marR="0" rtl="0" algn="l">
              <a:lnSpc>
                <a:spcPct val="107000"/>
              </a:lnSpc>
              <a:spcBef>
                <a:spcPts val="800"/>
              </a:spcBef>
              <a:spcAft>
                <a:spcPts val="0"/>
              </a:spcAft>
              <a:buNone/>
            </a:pPr>
            <a:r>
              <a:rPr lang="en-US" sz="1200">
                <a:solidFill>
                  <a:schemeClr val="lt1"/>
                </a:solidFill>
                <a:latin typeface="Calibri"/>
                <a:ea typeface="Calibri"/>
                <a:cs typeface="Calibri"/>
                <a:sym typeface="Calibri"/>
              </a:rPr>
              <a:t>In this module customer can</a:t>
            </a:r>
            <a:endParaRPr/>
          </a:p>
          <a:p>
            <a:pPr indent="0" lvl="0" marL="0" marR="0" rtl="0" algn="l">
              <a:lnSpc>
                <a:spcPct val="107000"/>
              </a:lnSpc>
              <a:spcBef>
                <a:spcPts val="800"/>
              </a:spcBef>
              <a:spcAft>
                <a:spcPts val="0"/>
              </a:spcAft>
              <a:buNone/>
            </a:pPr>
            <a:r>
              <a:rPr lang="en-US" sz="1200">
                <a:solidFill>
                  <a:schemeClr val="lt1"/>
                </a:solidFill>
                <a:latin typeface="Calibri"/>
                <a:ea typeface="Calibri"/>
                <a:cs typeface="Calibri"/>
                <a:sym typeface="Calibri"/>
              </a:rPr>
              <a:t>Browse Customers</a:t>
            </a:r>
            <a:endParaRPr/>
          </a:p>
          <a:p>
            <a:pPr indent="0" lvl="0" marL="0" marR="0" rtl="0" algn="l">
              <a:lnSpc>
                <a:spcPct val="107000"/>
              </a:lnSpc>
              <a:spcBef>
                <a:spcPts val="800"/>
              </a:spcBef>
              <a:spcAft>
                <a:spcPts val="0"/>
              </a:spcAft>
              <a:buNone/>
            </a:pPr>
            <a:r>
              <a:rPr lang="en-US" sz="1200">
                <a:solidFill>
                  <a:schemeClr val="lt1"/>
                </a:solidFill>
                <a:latin typeface="Calibri"/>
                <a:ea typeface="Calibri"/>
                <a:cs typeface="Calibri"/>
                <a:sym typeface="Calibri"/>
              </a:rPr>
              <a:t>Manage Orders</a:t>
            </a:r>
            <a:endParaRPr/>
          </a:p>
          <a:p>
            <a:pPr indent="0" lvl="0" marL="0" marR="0" rtl="0" algn="l">
              <a:lnSpc>
                <a:spcPct val="107000"/>
              </a:lnSpc>
              <a:spcBef>
                <a:spcPts val="800"/>
              </a:spcBef>
              <a:spcAft>
                <a:spcPts val="0"/>
              </a:spcAft>
              <a:buNone/>
            </a:pPr>
            <a:r>
              <a:rPr lang="en-US" sz="1200">
                <a:solidFill>
                  <a:schemeClr val="lt1"/>
                </a:solidFill>
                <a:latin typeface="Calibri"/>
                <a:ea typeface="Calibri"/>
                <a:cs typeface="Calibri"/>
                <a:sym typeface="Calibri"/>
              </a:rPr>
              <a:t>Make Payment</a:t>
            </a:r>
            <a:endParaRPr/>
          </a:p>
          <a:p>
            <a:pPr indent="0" lvl="0" marL="0" marR="0" rtl="0" algn="l">
              <a:lnSpc>
                <a:spcPct val="107000"/>
              </a:lnSpc>
              <a:spcBef>
                <a:spcPts val="800"/>
              </a:spcBef>
              <a:spcAft>
                <a:spcPts val="0"/>
              </a:spcAft>
              <a:buNone/>
            </a:pPr>
            <a:r>
              <a:rPr lang="en-US" sz="1200">
                <a:solidFill>
                  <a:schemeClr val="lt1"/>
                </a:solidFill>
                <a:latin typeface="Calibri"/>
                <a:ea typeface="Calibri"/>
                <a:cs typeface="Calibri"/>
                <a:sym typeface="Calibri"/>
              </a:rPr>
              <a:t>Add/View Guest Book</a:t>
            </a:r>
            <a:endParaRPr/>
          </a:p>
          <a:p>
            <a:pPr indent="0" lvl="0" marL="0" marR="0" rtl="0" algn="l">
              <a:lnSpc>
                <a:spcPct val="107000"/>
              </a:lnSpc>
              <a:spcBef>
                <a:spcPts val="800"/>
              </a:spcBef>
              <a:spcAft>
                <a:spcPts val="0"/>
              </a:spcAft>
              <a:buNone/>
            </a:pPr>
            <a:r>
              <a:t/>
            </a:r>
            <a:endParaRPr sz="1400">
              <a:solidFill>
                <a:schemeClr val="lt1"/>
              </a:solidFill>
              <a:latin typeface="Calibri"/>
              <a:ea typeface="Calibri"/>
              <a:cs typeface="Calibri"/>
              <a:sym typeface="Calibri"/>
            </a:endParaRPr>
          </a:p>
        </p:txBody>
      </p:sp>
      <p:pic>
        <p:nvPicPr>
          <p:cNvPr descr="Accenture Logo PNG (FREE DOWNLAD)" id="1080" name="Google Shape;1080;p78"/>
          <p:cNvPicPr preferRelativeResize="0"/>
          <p:nvPr/>
        </p:nvPicPr>
        <p:blipFill rotWithShape="1">
          <a:blip r:embed="rId3">
            <a:alphaModFix/>
          </a:blip>
          <a:srcRect b="0" l="0" r="0" t="0"/>
          <a:stretch/>
        </p:blipFill>
        <p:spPr>
          <a:xfrm>
            <a:off x="11425760" y="117311"/>
            <a:ext cx="597760" cy="59776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4" name="Shape 1084"/>
        <p:cNvGrpSpPr/>
        <p:nvPr/>
      </p:nvGrpSpPr>
      <p:grpSpPr>
        <a:xfrm>
          <a:off x="0" y="0"/>
          <a:ext cx="0" cy="0"/>
          <a:chOff x="0" y="0"/>
          <a:chExt cx="0" cy="0"/>
        </a:xfrm>
      </p:grpSpPr>
      <p:sp>
        <p:nvSpPr>
          <p:cNvPr id="1085" name="Google Shape;1085;p79"/>
          <p:cNvSpPr/>
          <p:nvPr/>
        </p:nvSpPr>
        <p:spPr>
          <a:xfrm>
            <a:off x="4025153" y="3840736"/>
            <a:ext cx="2076703" cy="1962143"/>
          </a:xfrm>
          <a:custGeom>
            <a:rect b="b" l="l" r="r" t="t"/>
            <a:pathLst>
              <a:path extrusionOk="0" h="3131423" w="3314252">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Verdana"/>
                <a:ea typeface="Verdana"/>
                <a:cs typeface="Verdana"/>
                <a:sym typeface="Verdana"/>
              </a:rPr>
              <a:t>Guest Book Management</a:t>
            </a:r>
            <a:endParaRPr/>
          </a:p>
          <a:p>
            <a:pPr indent="0" lvl="0" marL="0" marR="0" rtl="0" algn="ctr">
              <a:spcBef>
                <a:spcPts val="0"/>
              </a:spcBef>
              <a:spcAft>
                <a:spcPts val="0"/>
              </a:spcAft>
              <a:buNone/>
            </a:pPr>
            <a:r>
              <a:rPr lang="en-US" sz="1800">
                <a:solidFill>
                  <a:schemeClr val="lt1"/>
                </a:solidFill>
                <a:latin typeface="Verdana"/>
                <a:ea typeface="Verdana"/>
                <a:cs typeface="Verdana"/>
                <a:sym typeface="Verdana"/>
              </a:rPr>
              <a:t>Module</a:t>
            </a:r>
            <a:endParaRPr/>
          </a:p>
        </p:txBody>
      </p:sp>
      <p:sp>
        <p:nvSpPr>
          <p:cNvPr id="1086" name="Google Shape;1086;p79"/>
          <p:cNvSpPr/>
          <p:nvPr/>
        </p:nvSpPr>
        <p:spPr>
          <a:xfrm>
            <a:off x="1470682" y="3840736"/>
            <a:ext cx="2076703" cy="1962143"/>
          </a:xfrm>
          <a:custGeom>
            <a:rect b="b" l="l" r="r" t="t"/>
            <a:pathLst>
              <a:path extrusionOk="0" h="3131423" w="3314252">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FF304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Verdana"/>
                <a:ea typeface="Verdana"/>
                <a:cs typeface="Verdana"/>
                <a:sym typeface="Verdana"/>
              </a:rPr>
              <a:t>Mall Mangement</a:t>
            </a:r>
            <a:endParaRPr/>
          </a:p>
          <a:p>
            <a:pPr indent="0" lvl="0" marL="0" marR="0" rtl="0" algn="ctr">
              <a:spcBef>
                <a:spcPts val="0"/>
              </a:spcBef>
              <a:spcAft>
                <a:spcPts val="0"/>
              </a:spcAft>
              <a:buNone/>
            </a:pPr>
            <a:r>
              <a:rPr lang="en-US" sz="1800">
                <a:solidFill>
                  <a:schemeClr val="lt1"/>
                </a:solidFill>
                <a:latin typeface="Verdana"/>
                <a:ea typeface="Verdana"/>
                <a:cs typeface="Verdana"/>
                <a:sym typeface="Verdana"/>
              </a:rPr>
              <a:t>Module</a:t>
            </a:r>
            <a:endParaRPr/>
          </a:p>
        </p:txBody>
      </p:sp>
      <p:sp>
        <p:nvSpPr>
          <p:cNvPr id="1087" name="Google Shape;1087;p79"/>
          <p:cNvSpPr/>
          <p:nvPr/>
        </p:nvSpPr>
        <p:spPr>
          <a:xfrm>
            <a:off x="6508498" y="1294292"/>
            <a:ext cx="2076703" cy="1962143"/>
          </a:xfrm>
          <a:custGeom>
            <a:rect b="b" l="l" r="r" t="t"/>
            <a:pathLst>
              <a:path extrusionOk="0" h="3131423" w="3314252">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088" name="Google Shape;1088;p79"/>
          <p:cNvSpPr/>
          <p:nvPr/>
        </p:nvSpPr>
        <p:spPr>
          <a:xfrm>
            <a:off x="3944941" y="1294292"/>
            <a:ext cx="2076703" cy="1962143"/>
          </a:xfrm>
          <a:custGeom>
            <a:rect b="b" l="l" r="r" t="t"/>
            <a:pathLst>
              <a:path extrusionOk="0" h="3131423" w="3314252">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12AB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Verdana"/>
                <a:ea typeface="Verdana"/>
                <a:cs typeface="Verdana"/>
                <a:sym typeface="Verdana"/>
              </a:rPr>
              <a:t>Customer Module</a:t>
            </a:r>
            <a:endParaRPr/>
          </a:p>
        </p:txBody>
      </p:sp>
      <p:sp>
        <p:nvSpPr>
          <p:cNvPr id="1089" name="Google Shape;1089;p79"/>
          <p:cNvSpPr/>
          <p:nvPr/>
        </p:nvSpPr>
        <p:spPr>
          <a:xfrm>
            <a:off x="1371031" y="1294292"/>
            <a:ext cx="2076703" cy="1962143"/>
          </a:xfrm>
          <a:custGeom>
            <a:rect b="b" l="l" r="r" t="t"/>
            <a:pathLst>
              <a:path extrusionOk="0" h="3131423" w="3314252">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0070A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Verdana"/>
                <a:ea typeface="Verdana"/>
                <a:cs typeface="Verdana"/>
                <a:sym typeface="Verdana"/>
              </a:rPr>
              <a:t>Login Module</a:t>
            </a:r>
            <a:endParaRPr/>
          </a:p>
        </p:txBody>
      </p:sp>
      <p:sp>
        <p:nvSpPr>
          <p:cNvPr id="1090" name="Google Shape;1090;p79"/>
          <p:cNvSpPr/>
          <p:nvPr/>
        </p:nvSpPr>
        <p:spPr>
          <a:xfrm>
            <a:off x="9082408" y="1349829"/>
            <a:ext cx="1445892" cy="2061028"/>
          </a:xfrm>
          <a:prstGeom prst="rect">
            <a:avLst/>
          </a:pr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cxnSp>
        <p:nvCxnSpPr>
          <p:cNvPr id="1091" name="Google Shape;1091;p79"/>
          <p:cNvCxnSpPr/>
          <p:nvPr/>
        </p:nvCxnSpPr>
        <p:spPr>
          <a:xfrm>
            <a:off x="9082408" y="5457285"/>
            <a:ext cx="1445892" cy="0"/>
          </a:xfrm>
          <a:prstGeom prst="straightConnector1">
            <a:avLst/>
          </a:prstGeom>
          <a:solidFill>
            <a:schemeClr val="dk1"/>
          </a:solidFill>
          <a:ln cap="flat" cmpd="sng" w="47625">
            <a:solidFill>
              <a:schemeClr val="lt1"/>
            </a:solidFill>
            <a:prstDash val="solid"/>
            <a:round/>
            <a:headEnd len="sm" w="sm" type="none"/>
            <a:tailEnd len="sm" w="sm" type="none"/>
          </a:ln>
        </p:spPr>
      </p:cxnSp>
      <p:sp>
        <p:nvSpPr>
          <p:cNvPr id="1092" name="Google Shape;1092;p79"/>
          <p:cNvSpPr txBox="1"/>
          <p:nvPr/>
        </p:nvSpPr>
        <p:spPr>
          <a:xfrm>
            <a:off x="1156447" y="340659"/>
            <a:ext cx="57374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Verdana"/>
                <a:ea typeface="Verdana"/>
                <a:cs typeface="Verdana"/>
                <a:sym typeface="Verdana"/>
              </a:rPr>
              <a:t>Modules</a:t>
            </a:r>
            <a:endParaRPr/>
          </a:p>
        </p:txBody>
      </p:sp>
      <p:sp>
        <p:nvSpPr>
          <p:cNvPr id="1093" name="Google Shape;1093;p79"/>
          <p:cNvSpPr/>
          <p:nvPr/>
        </p:nvSpPr>
        <p:spPr>
          <a:xfrm>
            <a:off x="6549984" y="1290165"/>
            <a:ext cx="2076703" cy="1962143"/>
          </a:xfrm>
          <a:custGeom>
            <a:rect b="b" l="l" r="r" t="t"/>
            <a:pathLst>
              <a:path extrusionOk="0" h="3131423" w="3314252">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2B0A3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Verdana"/>
                <a:ea typeface="Verdana"/>
                <a:cs typeface="Verdana"/>
                <a:sym typeface="Verdana"/>
              </a:rPr>
              <a:t>Shop Management Module</a:t>
            </a:r>
            <a:endParaRPr/>
          </a:p>
        </p:txBody>
      </p:sp>
      <p:sp>
        <p:nvSpPr>
          <p:cNvPr id="1094" name="Google Shape;1094;p79"/>
          <p:cNvSpPr/>
          <p:nvPr/>
        </p:nvSpPr>
        <p:spPr>
          <a:xfrm>
            <a:off x="6579624" y="3840736"/>
            <a:ext cx="2076703" cy="1962143"/>
          </a:xfrm>
          <a:custGeom>
            <a:rect b="b" l="l" r="r" t="t"/>
            <a:pathLst>
              <a:path extrusionOk="0" h="3131423" w="3314252">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A742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Verdana"/>
                <a:ea typeface="Verdana"/>
                <a:cs typeface="Verdana"/>
                <a:sym typeface="Verdana"/>
              </a:rPr>
              <a:t>Cart Management module</a:t>
            </a:r>
            <a:endParaRPr/>
          </a:p>
        </p:txBody>
      </p:sp>
      <p:sp>
        <p:nvSpPr>
          <p:cNvPr id="1095" name="Google Shape;1095;p79"/>
          <p:cNvSpPr/>
          <p:nvPr/>
        </p:nvSpPr>
        <p:spPr>
          <a:xfrm>
            <a:off x="9082408" y="3840736"/>
            <a:ext cx="2076703" cy="1962143"/>
          </a:xfrm>
          <a:custGeom>
            <a:rect b="b" l="l" r="r" t="t"/>
            <a:pathLst>
              <a:path extrusionOk="0" h="3131423" w="3314252">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chemeClr val="accent6"/>
          </a:solidFill>
          <a:ln cap="flat" cmpd="sng" w="1905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Verdana"/>
                <a:ea typeface="Verdana"/>
                <a:cs typeface="Verdana"/>
                <a:sym typeface="Verdana"/>
              </a:rPr>
              <a:t>Order Management module</a:t>
            </a:r>
            <a:endParaRPr/>
          </a:p>
        </p:txBody>
      </p:sp>
      <p:sp>
        <p:nvSpPr>
          <p:cNvPr id="1096" name="Google Shape;1096;p79"/>
          <p:cNvSpPr/>
          <p:nvPr/>
        </p:nvSpPr>
        <p:spPr>
          <a:xfrm>
            <a:off x="9234808" y="1349829"/>
            <a:ext cx="2076703" cy="1962143"/>
          </a:xfrm>
          <a:custGeom>
            <a:rect b="b" l="l" r="r" t="t"/>
            <a:pathLst>
              <a:path extrusionOk="0" h="3131423" w="3314252">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gradFill>
            <a:gsLst>
              <a:gs pos="0">
                <a:srgbClr val="FFA3AA"/>
              </a:gs>
              <a:gs pos="50000">
                <a:srgbClr val="FF949B"/>
              </a:gs>
              <a:gs pos="100000">
                <a:srgbClr val="FF7F89"/>
              </a:gs>
            </a:gsLst>
            <a:lin ang="5400000" scaled="0"/>
          </a:gradFill>
          <a:ln cap="flat" cmpd="sng" w="9525">
            <a:solidFill>
              <a:schemeClr val="accent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Verdana"/>
                <a:ea typeface="Verdana"/>
                <a:cs typeface="Verdana"/>
                <a:sym typeface="Verdana"/>
              </a:rPr>
              <a:t>User Management module</a:t>
            </a:r>
            <a:endParaRPr/>
          </a:p>
        </p:txBody>
      </p:sp>
      <p:pic>
        <p:nvPicPr>
          <p:cNvPr descr="Accenture Logo PNG (FREE DOWNLAD)" id="1097" name="Google Shape;1097;p79"/>
          <p:cNvPicPr preferRelativeResize="0"/>
          <p:nvPr/>
        </p:nvPicPr>
        <p:blipFill rotWithShape="1">
          <a:blip r:embed="rId3">
            <a:alphaModFix/>
          </a:blip>
          <a:srcRect b="0" l="0" r="0" t="0"/>
          <a:stretch/>
        </p:blipFill>
        <p:spPr>
          <a:xfrm>
            <a:off x="11476560" y="226445"/>
            <a:ext cx="597760" cy="59776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1" name="Shape 1101"/>
        <p:cNvGrpSpPr/>
        <p:nvPr/>
      </p:nvGrpSpPr>
      <p:grpSpPr>
        <a:xfrm>
          <a:off x="0" y="0"/>
          <a:ext cx="0" cy="0"/>
          <a:chOff x="0" y="0"/>
          <a:chExt cx="0" cy="0"/>
        </a:xfrm>
      </p:grpSpPr>
      <p:sp>
        <p:nvSpPr>
          <p:cNvPr id="1102" name="Google Shape;1102;p80"/>
          <p:cNvSpPr/>
          <p:nvPr/>
        </p:nvSpPr>
        <p:spPr>
          <a:xfrm>
            <a:off x="4821381" y="-3133898"/>
            <a:ext cx="8076365" cy="28677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p:txBody>
      </p:sp>
      <p:sp>
        <p:nvSpPr>
          <p:cNvPr id="1103" name="Google Shape;1103;p80"/>
          <p:cNvSpPr txBox="1"/>
          <p:nvPr/>
        </p:nvSpPr>
        <p:spPr>
          <a:xfrm>
            <a:off x="1105593" y="482138"/>
            <a:ext cx="182293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Class Design</a:t>
            </a:r>
            <a:endParaRPr/>
          </a:p>
        </p:txBody>
      </p:sp>
      <p:sp>
        <p:nvSpPr>
          <p:cNvPr id="1104" name="Google Shape;1104;p80"/>
          <p:cNvSpPr/>
          <p:nvPr/>
        </p:nvSpPr>
        <p:spPr>
          <a:xfrm>
            <a:off x="1105593" y="922711"/>
            <a:ext cx="6974379" cy="58477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Calibri"/>
              <a:buNone/>
            </a:pPr>
            <a:r>
              <a:rPr b="1" i="0" lang="en-US" sz="1400" u="sng" cap="none" strike="noStrike">
                <a:solidFill>
                  <a:srgbClr val="000000"/>
                </a:solidFill>
                <a:latin typeface="Calibri"/>
                <a:ea typeface="Calibri"/>
                <a:cs typeface="Calibri"/>
                <a:sym typeface="Calibri"/>
              </a:rPr>
              <a:t>POJO Classes:</a:t>
            </a:r>
            <a:endParaRPr b="0" i="0" sz="800" u="none" cap="none" strike="noStrike">
              <a:solidFill>
                <a:srgbClr val="000000"/>
              </a:solidFill>
              <a:latin typeface="Verdana"/>
              <a:ea typeface="Verdana"/>
              <a:cs typeface="Verdana"/>
              <a:sym typeface="Verdana"/>
            </a:endParaRPr>
          </a:p>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Arial"/>
              <a:ea typeface="Arial"/>
              <a:cs typeface="Arial"/>
              <a:sym typeface="Arial"/>
            </a:endParaRPr>
          </a:p>
        </p:txBody>
      </p:sp>
      <p:sp>
        <p:nvSpPr>
          <p:cNvPr id="1105" name="Google Shape;1105;p80"/>
          <p:cNvSpPr/>
          <p:nvPr/>
        </p:nvSpPr>
        <p:spPr>
          <a:xfrm>
            <a:off x="746384" y="1507415"/>
            <a:ext cx="2313442" cy="1705733"/>
          </a:xfrm>
          <a:prstGeom prst="rect">
            <a:avLst/>
          </a:prstGeom>
          <a:noFill/>
          <a:ln cap="flat" cmpd="sng" w="12700">
            <a:solidFill>
              <a:srgbClr val="00517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106" name="Google Shape;1106;p80"/>
          <p:cNvSpPr txBox="1"/>
          <p:nvPr/>
        </p:nvSpPr>
        <p:spPr>
          <a:xfrm>
            <a:off x="746384" y="1497621"/>
            <a:ext cx="2313442" cy="261610"/>
          </a:xfrm>
          <a:prstGeom prst="rect">
            <a:avLst/>
          </a:prstGeom>
          <a:solidFill>
            <a:schemeClr val="lt1"/>
          </a:solidFill>
          <a:ln cap="flat" cmpd="sng" w="12700">
            <a:solidFill>
              <a:schemeClr val="dk1"/>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chemeClr val="dk1"/>
                </a:solidFill>
                <a:latin typeface="Verdana"/>
                <a:ea typeface="Verdana"/>
                <a:cs typeface="Verdana"/>
                <a:sym typeface="Verdana"/>
              </a:rPr>
              <a:t>Shop</a:t>
            </a:r>
            <a:endParaRPr b="1" sz="1400">
              <a:solidFill>
                <a:schemeClr val="dk1"/>
              </a:solidFill>
              <a:latin typeface="Verdana"/>
              <a:ea typeface="Verdana"/>
              <a:cs typeface="Verdana"/>
              <a:sym typeface="Verdana"/>
            </a:endParaRPr>
          </a:p>
        </p:txBody>
      </p:sp>
      <p:sp>
        <p:nvSpPr>
          <p:cNvPr id="1107" name="Google Shape;1107;p80"/>
          <p:cNvSpPr txBox="1"/>
          <p:nvPr/>
        </p:nvSpPr>
        <p:spPr>
          <a:xfrm>
            <a:off x="816344" y="1741008"/>
            <a:ext cx="2072602"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800">
                <a:solidFill>
                  <a:schemeClr val="dk1"/>
                </a:solidFill>
                <a:latin typeface="Verdana"/>
                <a:ea typeface="Verdana"/>
                <a:cs typeface="Verdana"/>
                <a:sym typeface="Verdana"/>
              </a:rPr>
              <a:t>-shopId: int</a:t>
            </a:r>
            <a:endParaRPr/>
          </a:p>
          <a:p>
            <a:pPr indent="0" lvl="0" marL="0" marR="0" rtl="0" algn="l">
              <a:spcBef>
                <a:spcPts val="0"/>
              </a:spcBef>
              <a:spcAft>
                <a:spcPts val="0"/>
              </a:spcAft>
              <a:buNone/>
            </a:pPr>
            <a:r>
              <a:rPr b="1" lang="en-US" sz="800">
                <a:solidFill>
                  <a:schemeClr val="dk1"/>
                </a:solidFill>
                <a:latin typeface="Verdana"/>
                <a:ea typeface="Verdana"/>
                <a:cs typeface="Verdana"/>
                <a:sym typeface="Verdana"/>
              </a:rPr>
              <a:t>-shopCategory: String</a:t>
            </a:r>
            <a:endParaRPr/>
          </a:p>
          <a:p>
            <a:pPr indent="0" lvl="0" marL="0" marR="0" rtl="0" algn="l">
              <a:spcBef>
                <a:spcPts val="0"/>
              </a:spcBef>
              <a:spcAft>
                <a:spcPts val="0"/>
              </a:spcAft>
              <a:buNone/>
            </a:pPr>
            <a:r>
              <a:rPr b="1" lang="en-US" sz="800">
                <a:solidFill>
                  <a:schemeClr val="dk1"/>
                </a:solidFill>
                <a:latin typeface="Verdana"/>
                <a:ea typeface="Verdana"/>
                <a:cs typeface="Verdana"/>
                <a:sym typeface="Verdana"/>
              </a:rPr>
              <a:t>-shopEmployeeID: Employee</a:t>
            </a:r>
            <a:endParaRPr/>
          </a:p>
          <a:p>
            <a:pPr indent="0" lvl="0" marL="0" marR="0" rtl="0" algn="l">
              <a:spcBef>
                <a:spcPts val="0"/>
              </a:spcBef>
              <a:spcAft>
                <a:spcPts val="0"/>
              </a:spcAft>
              <a:buNone/>
            </a:pPr>
            <a:r>
              <a:rPr b="1" lang="en-US" sz="800">
                <a:solidFill>
                  <a:schemeClr val="dk1"/>
                </a:solidFill>
                <a:latin typeface="Verdana"/>
                <a:ea typeface="Verdana"/>
                <a:cs typeface="Verdana"/>
                <a:sym typeface="Verdana"/>
              </a:rPr>
              <a:t>-shopName: String</a:t>
            </a:r>
            <a:endParaRPr/>
          </a:p>
          <a:p>
            <a:pPr indent="0" lvl="0" marL="0" marR="0" rtl="0" algn="l">
              <a:spcBef>
                <a:spcPts val="0"/>
              </a:spcBef>
              <a:spcAft>
                <a:spcPts val="0"/>
              </a:spcAft>
              <a:buNone/>
            </a:pPr>
            <a:r>
              <a:rPr b="1" lang="en-US" sz="800">
                <a:solidFill>
                  <a:schemeClr val="dk1"/>
                </a:solidFill>
                <a:latin typeface="Verdana"/>
                <a:ea typeface="Verdana"/>
                <a:cs typeface="Verdana"/>
                <a:sym typeface="Verdana"/>
              </a:rPr>
              <a:t>-customers: String</a:t>
            </a:r>
            <a:endParaRPr/>
          </a:p>
          <a:p>
            <a:pPr indent="0" lvl="0" marL="0" marR="0" rtl="0" algn="l">
              <a:spcBef>
                <a:spcPts val="0"/>
              </a:spcBef>
              <a:spcAft>
                <a:spcPts val="0"/>
              </a:spcAft>
              <a:buNone/>
            </a:pPr>
            <a:r>
              <a:rPr b="1" lang="en-US" sz="800">
                <a:solidFill>
                  <a:schemeClr val="dk1"/>
                </a:solidFill>
                <a:latin typeface="Verdana"/>
                <a:ea typeface="Verdana"/>
                <a:cs typeface="Verdana"/>
                <a:sym typeface="Verdana"/>
              </a:rPr>
              <a:t>-shopStatus: String</a:t>
            </a:r>
            <a:endParaRPr/>
          </a:p>
          <a:p>
            <a:pPr indent="0" lvl="0" marL="0" marR="0" rtl="0" algn="l">
              <a:spcBef>
                <a:spcPts val="0"/>
              </a:spcBef>
              <a:spcAft>
                <a:spcPts val="0"/>
              </a:spcAft>
              <a:buNone/>
            </a:pPr>
            <a:r>
              <a:rPr b="1" lang="en-US" sz="800">
                <a:solidFill>
                  <a:schemeClr val="dk1"/>
                </a:solidFill>
                <a:latin typeface="Verdana"/>
                <a:ea typeface="Verdana"/>
                <a:cs typeface="Verdana"/>
                <a:sym typeface="Verdana"/>
              </a:rPr>
              <a:t>-shopOwner: ShopOwner</a:t>
            </a:r>
            <a:endParaRPr b="1" sz="800">
              <a:solidFill>
                <a:schemeClr val="dk1"/>
              </a:solidFill>
              <a:latin typeface="Verdana"/>
              <a:ea typeface="Verdana"/>
              <a:cs typeface="Verdana"/>
              <a:sym typeface="Verdana"/>
            </a:endParaRPr>
          </a:p>
          <a:p>
            <a:pPr indent="0" lvl="0" marL="0" marR="0" rtl="0" algn="l">
              <a:spcBef>
                <a:spcPts val="0"/>
              </a:spcBef>
              <a:spcAft>
                <a:spcPts val="0"/>
              </a:spcAft>
              <a:buNone/>
            </a:pPr>
            <a:r>
              <a:rPr b="1" lang="en-US" sz="800">
                <a:solidFill>
                  <a:schemeClr val="dk1"/>
                </a:solidFill>
                <a:latin typeface="Verdana"/>
                <a:ea typeface="Verdana"/>
                <a:cs typeface="Verdana"/>
                <a:sym typeface="Verdana"/>
              </a:rPr>
              <a:t>-leaseStatus: String</a:t>
            </a:r>
            <a:endParaRPr b="1" sz="1050">
              <a:solidFill>
                <a:schemeClr val="dk1"/>
              </a:solidFill>
              <a:latin typeface="Verdana"/>
              <a:ea typeface="Verdana"/>
              <a:cs typeface="Verdana"/>
              <a:sym typeface="Verdana"/>
            </a:endParaRPr>
          </a:p>
        </p:txBody>
      </p:sp>
      <p:cxnSp>
        <p:nvCxnSpPr>
          <p:cNvPr id="1108" name="Google Shape;1108;p80"/>
          <p:cNvCxnSpPr/>
          <p:nvPr/>
        </p:nvCxnSpPr>
        <p:spPr>
          <a:xfrm>
            <a:off x="746384" y="3042232"/>
            <a:ext cx="2313442" cy="0"/>
          </a:xfrm>
          <a:prstGeom prst="straightConnector1">
            <a:avLst/>
          </a:prstGeom>
          <a:noFill/>
          <a:ln cap="flat" cmpd="sng" w="9525">
            <a:solidFill>
              <a:schemeClr val="dk1"/>
            </a:solidFill>
            <a:prstDash val="solid"/>
            <a:miter lim="8000"/>
            <a:headEnd len="sm" w="sm" type="none"/>
            <a:tailEnd len="sm" w="sm" type="none"/>
          </a:ln>
        </p:spPr>
      </p:cxnSp>
      <p:sp>
        <p:nvSpPr>
          <p:cNvPr id="1109" name="Google Shape;1109;p80"/>
          <p:cNvSpPr/>
          <p:nvPr/>
        </p:nvSpPr>
        <p:spPr>
          <a:xfrm>
            <a:off x="3977438" y="641076"/>
            <a:ext cx="2004065" cy="1705733"/>
          </a:xfrm>
          <a:prstGeom prst="rect">
            <a:avLst/>
          </a:prstGeom>
          <a:noFill/>
          <a:ln cap="flat" cmpd="sng" w="12700">
            <a:solidFill>
              <a:srgbClr val="00517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110" name="Google Shape;1110;p80"/>
          <p:cNvSpPr txBox="1"/>
          <p:nvPr/>
        </p:nvSpPr>
        <p:spPr>
          <a:xfrm>
            <a:off x="3977438" y="631282"/>
            <a:ext cx="2004065" cy="261610"/>
          </a:xfrm>
          <a:prstGeom prst="rect">
            <a:avLst/>
          </a:prstGeom>
          <a:solidFill>
            <a:schemeClr val="lt1"/>
          </a:solidFill>
          <a:ln cap="flat" cmpd="sng" w="12700">
            <a:solidFill>
              <a:schemeClr val="dk1"/>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chemeClr val="dk1"/>
                </a:solidFill>
                <a:latin typeface="Verdana"/>
                <a:ea typeface="Verdana"/>
                <a:cs typeface="Verdana"/>
                <a:sym typeface="Verdana"/>
              </a:rPr>
              <a:t>Mall</a:t>
            </a:r>
            <a:endParaRPr b="1" sz="1400">
              <a:solidFill>
                <a:schemeClr val="dk1"/>
              </a:solidFill>
              <a:latin typeface="Verdana"/>
              <a:ea typeface="Verdana"/>
              <a:cs typeface="Verdana"/>
              <a:sym typeface="Verdana"/>
            </a:endParaRPr>
          </a:p>
        </p:txBody>
      </p:sp>
      <p:sp>
        <p:nvSpPr>
          <p:cNvPr id="1111" name="Google Shape;1111;p80"/>
          <p:cNvSpPr txBox="1"/>
          <p:nvPr/>
        </p:nvSpPr>
        <p:spPr>
          <a:xfrm>
            <a:off x="4047398" y="874669"/>
            <a:ext cx="1884273" cy="10618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chemeClr val="dk1"/>
                </a:solidFill>
                <a:latin typeface="Verdana"/>
                <a:ea typeface="Verdana"/>
                <a:cs typeface="Verdana"/>
                <a:sym typeface="Verdana"/>
              </a:rPr>
              <a:t>-Id : long</a:t>
            </a:r>
            <a:endParaRPr/>
          </a:p>
          <a:p>
            <a:pPr indent="0" lvl="0" marL="0" marR="0" rtl="0" algn="l">
              <a:spcBef>
                <a:spcPts val="0"/>
              </a:spcBef>
              <a:spcAft>
                <a:spcPts val="0"/>
              </a:spcAft>
              <a:buNone/>
            </a:pPr>
            <a:r>
              <a:rPr b="1" lang="en-US" sz="900">
                <a:solidFill>
                  <a:schemeClr val="dk1"/>
                </a:solidFill>
                <a:latin typeface="Verdana"/>
                <a:ea typeface="Verdana"/>
                <a:cs typeface="Verdana"/>
                <a:sym typeface="Verdana"/>
              </a:rPr>
              <a:t>-mallAdmin : MallAdmin</a:t>
            </a:r>
            <a:endParaRPr b="1" sz="900">
              <a:solidFill>
                <a:schemeClr val="dk1"/>
              </a:solidFill>
              <a:latin typeface="Verdana"/>
              <a:ea typeface="Verdana"/>
              <a:cs typeface="Verdana"/>
              <a:sym typeface="Verdana"/>
            </a:endParaRPr>
          </a:p>
          <a:p>
            <a:pPr indent="0" lvl="0" marL="0" marR="0" rtl="0" algn="l">
              <a:spcBef>
                <a:spcPts val="0"/>
              </a:spcBef>
              <a:spcAft>
                <a:spcPts val="0"/>
              </a:spcAft>
              <a:buNone/>
            </a:pPr>
            <a:r>
              <a:rPr b="1" lang="en-US" sz="900">
                <a:solidFill>
                  <a:schemeClr val="dk1"/>
                </a:solidFill>
                <a:latin typeface="Verdana"/>
                <a:ea typeface="Verdana"/>
                <a:cs typeface="Verdana"/>
                <a:sym typeface="Verdana"/>
              </a:rPr>
              <a:t>-mallName : String</a:t>
            </a:r>
            <a:endParaRPr/>
          </a:p>
          <a:p>
            <a:pPr indent="0" lvl="0" marL="0" marR="0" rtl="0" algn="l">
              <a:spcBef>
                <a:spcPts val="0"/>
              </a:spcBef>
              <a:spcAft>
                <a:spcPts val="0"/>
              </a:spcAft>
              <a:buNone/>
            </a:pPr>
            <a:r>
              <a:rPr b="1" lang="en-US" sz="900">
                <a:solidFill>
                  <a:schemeClr val="dk1"/>
                </a:solidFill>
                <a:latin typeface="Verdana"/>
                <a:ea typeface="Verdana"/>
                <a:cs typeface="Verdana"/>
                <a:sym typeface="Verdana"/>
              </a:rPr>
              <a:t>-location : String</a:t>
            </a:r>
            <a:endParaRPr b="1" sz="1100">
              <a:solidFill>
                <a:schemeClr val="dk1"/>
              </a:solidFill>
              <a:latin typeface="Verdana"/>
              <a:ea typeface="Verdana"/>
              <a:cs typeface="Verdana"/>
              <a:sym typeface="Verdana"/>
            </a:endParaRPr>
          </a:p>
          <a:p>
            <a:pPr indent="0" lvl="0" marL="0" marR="0" rtl="0" algn="l">
              <a:spcBef>
                <a:spcPts val="0"/>
              </a:spcBef>
              <a:spcAft>
                <a:spcPts val="0"/>
              </a:spcAft>
              <a:buNone/>
            </a:pPr>
            <a:r>
              <a:rPr b="1" lang="en-US" sz="900">
                <a:solidFill>
                  <a:schemeClr val="dk1"/>
                </a:solidFill>
                <a:latin typeface="Verdana"/>
                <a:ea typeface="Verdana"/>
                <a:cs typeface="Verdana"/>
                <a:sym typeface="Verdana"/>
              </a:rPr>
              <a:t>-shops_id: Shop</a:t>
            </a:r>
            <a:endParaRPr/>
          </a:p>
          <a:p>
            <a:pPr indent="0" lvl="0" marL="0" marR="0" rtl="0" algn="l">
              <a:spcBef>
                <a:spcPts val="0"/>
              </a:spcBef>
              <a:spcAft>
                <a:spcPts val="0"/>
              </a:spcAft>
              <a:buNone/>
            </a:pPr>
            <a:r>
              <a:rPr b="1" lang="en-US" sz="900">
                <a:solidFill>
                  <a:schemeClr val="dk1"/>
                </a:solidFill>
                <a:latin typeface="Verdana"/>
                <a:ea typeface="Verdana"/>
                <a:cs typeface="Verdana"/>
                <a:sym typeface="Verdana"/>
              </a:rPr>
              <a:t>-categories: String</a:t>
            </a:r>
            <a:endParaRPr/>
          </a:p>
          <a:p>
            <a:pPr indent="0" lvl="0" marL="0" marR="0" rtl="0" algn="l">
              <a:spcBef>
                <a:spcPts val="0"/>
              </a:spcBef>
              <a:spcAft>
                <a:spcPts val="0"/>
              </a:spcAft>
              <a:buNone/>
            </a:pPr>
            <a:r>
              <a:t/>
            </a:r>
            <a:endParaRPr b="1" sz="900">
              <a:solidFill>
                <a:schemeClr val="dk1"/>
              </a:solidFill>
              <a:latin typeface="Verdana"/>
              <a:ea typeface="Verdana"/>
              <a:cs typeface="Verdana"/>
              <a:sym typeface="Verdana"/>
            </a:endParaRPr>
          </a:p>
        </p:txBody>
      </p:sp>
      <p:cxnSp>
        <p:nvCxnSpPr>
          <p:cNvPr id="1112" name="Google Shape;1112;p80"/>
          <p:cNvCxnSpPr/>
          <p:nvPr/>
        </p:nvCxnSpPr>
        <p:spPr>
          <a:xfrm>
            <a:off x="3977438" y="2175893"/>
            <a:ext cx="2004065" cy="0"/>
          </a:xfrm>
          <a:prstGeom prst="straightConnector1">
            <a:avLst/>
          </a:prstGeom>
          <a:noFill/>
          <a:ln cap="flat" cmpd="sng" w="9525">
            <a:solidFill>
              <a:schemeClr val="dk1"/>
            </a:solidFill>
            <a:prstDash val="solid"/>
            <a:miter lim="8000"/>
            <a:headEnd len="sm" w="sm" type="none"/>
            <a:tailEnd len="sm" w="sm" type="none"/>
          </a:ln>
        </p:spPr>
      </p:cxnSp>
      <p:sp>
        <p:nvSpPr>
          <p:cNvPr id="1113" name="Google Shape;1113;p80"/>
          <p:cNvSpPr/>
          <p:nvPr/>
        </p:nvSpPr>
        <p:spPr>
          <a:xfrm>
            <a:off x="712925" y="3765810"/>
            <a:ext cx="1713928" cy="1705733"/>
          </a:xfrm>
          <a:prstGeom prst="rect">
            <a:avLst/>
          </a:prstGeom>
          <a:noFill/>
          <a:ln cap="flat" cmpd="sng" w="12700">
            <a:solidFill>
              <a:srgbClr val="00517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114" name="Google Shape;1114;p80"/>
          <p:cNvSpPr txBox="1"/>
          <p:nvPr/>
        </p:nvSpPr>
        <p:spPr>
          <a:xfrm>
            <a:off x="712925" y="3756016"/>
            <a:ext cx="1713928" cy="261610"/>
          </a:xfrm>
          <a:prstGeom prst="rect">
            <a:avLst/>
          </a:prstGeom>
          <a:solidFill>
            <a:schemeClr val="lt1"/>
          </a:solidFill>
          <a:ln cap="flat" cmpd="sng" w="12700">
            <a:solidFill>
              <a:schemeClr val="dk1"/>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chemeClr val="dk1"/>
                </a:solidFill>
                <a:latin typeface="Verdana"/>
                <a:ea typeface="Verdana"/>
                <a:cs typeface="Verdana"/>
                <a:sym typeface="Verdana"/>
              </a:rPr>
              <a:t>Customer</a:t>
            </a:r>
            <a:endParaRPr b="1" sz="1400">
              <a:solidFill>
                <a:schemeClr val="dk1"/>
              </a:solidFill>
              <a:latin typeface="Verdana"/>
              <a:ea typeface="Verdana"/>
              <a:cs typeface="Verdana"/>
              <a:sym typeface="Verdana"/>
            </a:endParaRPr>
          </a:p>
        </p:txBody>
      </p:sp>
      <p:sp>
        <p:nvSpPr>
          <p:cNvPr id="1115" name="Google Shape;1115;p80"/>
          <p:cNvSpPr txBox="1"/>
          <p:nvPr/>
        </p:nvSpPr>
        <p:spPr>
          <a:xfrm>
            <a:off x="782885" y="3999403"/>
            <a:ext cx="1624441"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800">
                <a:solidFill>
                  <a:schemeClr val="dk1"/>
                </a:solidFill>
                <a:latin typeface="Verdana"/>
                <a:ea typeface="Verdana"/>
                <a:cs typeface="Verdana"/>
                <a:sym typeface="Verdana"/>
              </a:rPr>
              <a:t>-id : int</a:t>
            </a:r>
            <a:endParaRPr/>
          </a:p>
          <a:p>
            <a:pPr indent="0" lvl="0" marL="0" marR="0" rtl="0" algn="l">
              <a:spcBef>
                <a:spcPts val="0"/>
              </a:spcBef>
              <a:spcAft>
                <a:spcPts val="0"/>
              </a:spcAft>
              <a:buNone/>
            </a:pPr>
            <a:r>
              <a:rPr b="1" lang="en-US" sz="800">
                <a:solidFill>
                  <a:schemeClr val="dk1"/>
                </a:solidFill>
                <a:latin typeface="Verdana"/>
                <a:ea typeface="Verdana"/>
                <a:cs typeface="Verdana"/>
                <a:sym typeface="Verdana"/>
              </a:rPr>
              <a:t>-name : String</a:t>
            </a:r>
            <a:endParaRPr/>
          </a:p>
          <a:p>
            <a:pPr indent="0" lvl="0" marL="0" marR="0" rtl="0" algn="l">
              <a:spcBef>
                <a:spcPts val="0"/>
              </a:spcBef>
              <a:spcAft>
                <a:spcPts val="0"/>
              </a:spcAft>
              <a:buNone/>
            </a:pPr>
            <a:r>
              <a:rPr b="1" lang="en-US" sz="800">
                <a:solidFill>
                  <a:schemeClr val="dk1"/>
                </a:solidFill>
                <a:latin typeface="Verdana"/>
                <a:ea typeface="Verdana"/>
                <a:cs typeface="Verdana"/>
                <a:sym typeface="Verdana"/>
              </a:rPr>
              <a:t>-order_id : OrderDetails</a:t>
            </a:r>
            <a:endParaRPr b="1" sz="800">
              <a:solidFill>
                <a:schemeClr val="dk1"/>
              </a:solidFill>
              <a:latin typeface="Verdana"/>
              <a:ea typeface="Verdana"/>
              <a:cs typeface="Verdana"/>
              <a:sym typeface="Verdana"/>
            </a:endParaRPr>
          </a:p>
          <a:p>
            <a:pPr indent="0" lvl="0" marL="0" marR="0" rtl="0" algn="l">
              <a:spcBef>
                <a:spcPts val="0"/>
              </a:spcBef>
              <a:spcAft>
                <a:spcPts val="0"/>
              </a:spcAft>
              <a:buNone/>
            </a:pPr>
            <a:r>
              <a:rPr b="1" lang="en-US" sz="800">
                <a:solidFill>
                  <a:schemeClr val="dk1"/>
                </a:solidFill>
                <a:latin typeface="Verdana"/>
                <a:ea typeface="Verdana"/>
                <a:cs typeface="Verdana"/>
                <a:sym typeface="Verdana"/>
              </a:rPr>
              <a:t>-phone: String</a:t>
            </a:r>
            <a:endParaRPr/>
          </a:p>
          <a:p>
            <a:pPr indent="0" lvl="0" marL="0" marR="0" rtl="0" algn="l">
              <a:spcBef>
                <a:spcPts val="0"/>
              </a:spcBef>
              <a:spcAft>
                <a:spcPts val="0"/>
              </a:spcAft>
              <a:buNone/>
            </a:pPr>
            <a:r>
              <a:rPr b="1" lang="en-US" sz="800">
                <a:solidFill>
                  <a:schemeClr val="dk1"/>
                </a:solidFill>
                <a:latin typeface="Verdana"/>
                <a:ea typeface="Verdana"/>
                <a:cs typeface="Verdana"/>
                <a:sym typeface="Verdana"/>
              </a:rPr>
              <a:t>-email: String</a:t>
            </a:r>
            <a:endParaRPr/>
          </a:p>
        </p:txBody>
      </p:sp>
      <p:cxnSp>
        <p:nvCxnSpPr>
          <p:cNvPr id="1116" name="Google Shape;1116;p80"/>
          <p:cNvCxnSpPr/>
          <p:nvPr/>
        </p:nvCxnSpPr>
        <p:spPr>
          <a:xfrm>
            <a:off x="712925" y="5300627"/>
            <a:ext cx="1713928" cy="0"/>
          </a:xfrm>
          <a:prstGeom prst="straightConnector1">
            <a:avLst/>
          </a:prstGeom>
          <a:noFill/>
          <a:ln cap="flat" cmpd="sng" w="9525">
            <a:solidFill>
              <a:schemeClr val="dk1"/>
            </a:solidFill>
            <a:prstDash val="solid"/>
            <a:miter lim="8000"/>
            <a:headEnd len="sm" w="sm" type="none"/>
            <a:tailEnd len="sm" w="sm" type="none"/>
          </a:ln>
        </p:spPr>
      </p:cxnSp>
      <p:sp>
        <p:nvSpPr>
          <p:cNvPr id="1117" name="Google Shape;1117;p80"/>
          <p:cNvSpPr/>
          <p:nvPr/>
        </p:nvSpPr>
        <p:spPr>
          <a:xfrm>
            <a:off x="3393810" y="3472512"/>
            <a:ext cx="1563413" cy="1086598"/>
          </a:xfrm>
          <a:prstGeom prst="rect">
            <a:avLst/>
          </a:prstGeom>
          <a:noFill/>
          <a:ln cap="flat" cmpd="sng" w="12700">
            <a:solidFill>
              <a:srgbClr val="00517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118" name="Google Shape;1118;p80"/>
          <p:cNvSpPr txBox="1"/>
          <p:nvPr/>
        </p:nvSpPr>
        <p:spPr>
          <a:xfrm>
            <a:off x="3393810" y="3462717"/>
            <a:ext cx="1563413" cy="261610"/>
          </a:xfrm>
          <a:prstGeom prst="rect">
            <a:avLst/>
          </a:prstGeom>
          <a:solidFill>
            <a:schemeClr val="lt1"/>
          </a:solidFill>
          <a:ln cap="flat" cmpd="sng" w="12700">
            <a:solidFill>
              <a:schemeClr val="dk1"/>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chemeClr val="dk1"/>
                </a:solidFill>
                <a:latin typeface="Verdana"/>
                <a:ea typeface="Verdana"/>
                <a:cs typeface="Verdana"/>
                <a:sym typeface="Verdana"/>
              </a:rPr>
              <a:t>User</a:t>
            </a:r>
            <a:endParaRPr b="1" sz="1400">
              <a:solidFill>
                <a:schemeClr val="dk1"/>
              </a:solidFill>
              <a:latin typeface="Verdana"/>
              <a:ea typeface="Verdana"/>
              <a:cs typeface="Verdana"/>
              <a:sym typeface="Verdana"/>
            </a:endParaRPr>
          </a:p>
        </p:txBody>
      </p:sp>
      <p:sp>
        <p:nvSpPr>
          <p:cNvPr id="1119" name="Google Shape;1119;p80"/>
          <p:cNvSpPr txBox="1"/>
          <p:nvPr/>
        </p:nvSpPr>
        <p:spPr>
          <a:xfrm>
            <a:off x="3463771" y="3706104"/>
            <a:ext cx="1425086"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chemeClr val="dk1"/>
                </a:solidFill>
                <a:latin typeface="Verdana"/>
                <a:ea typeface="Verdana"/>
                <a:cs typeface="Verdana"/>
                <a:sym typeface="Verdana"/>
              </a:rPr>
              <a:t>-id : int</a:t>
            </a:r>
            <a:endParaRPr/>
          </a:p>
          <a:p>
            <a:pPr indent="0" lvl="0" marL="0" marR="0" rtl="0" algn="l">
              <a:spcBef>
                <a:spcPts val="0"/>
              </a:spcBef>
              <a:spcAft>
                <a:spcPts val="0"/>
              </a:spcAft>
              <a:buNone/>
            </a:pPr>
            <a:r>
              <a:rPr b="1" lang="en-US" sz="900">
                <a:solidFill>
                  <a:schemeClr val="dk1"/>
                </a:solidFill>
                <a:latin typeface="Verdana"/>
                <a:ea typeface="Verdana"/>
                <a:cs typeface="Verdana"/>
                <a:sym typeface="Verdana"/>
              </a:rPr>
              <a:t>-name : String</a:t>
            </a:r>
            <a:endParaRPr/>
          </a:p>
          <a:p>
            <a:pPr indent="0" lvl="0" marL="0" marR="0" rtl="0" algn="l">
              <a:spcBef>
                <a:spcPts val="0"/>
              </a:spcBef>
              <a:spcAft>
                <a:spcPts val="0"/>
              </a:spcAft>
              <a:buNone/>
            </a:pPr>
            <a:r>
              <a:rPr b="1" lang="en-US" sz="900">
                <a:solidFill>
                  <a:schemeClr val="dk1"/>
                </a:solidFill>
                <a:latin typeface="Verdana"/>
                <a:ea typeface="Verdana"/>
                <a:cs typeface="Verdana"/>
                <a:sym typeface="Verdana"/>
              </a:rPr>
              <a:t>-type : String</a:t>
            </a:r>
            <a:endParaRPr/>
          </a:p>
          <a:p>
            <a:pPr indent="0" lvl="0" marL="0" marR="0" rtl="0" algn="l">
              <a:spcBef>
                <a:spcPts val="0"/>
              </a:spcBef>
              <a:spcAft>
                <a:spcPts val="0"/>
              </a:spcAft>
              <a:buNone/>
            </a:pPr>
            <a:r>
              <a:rPr b="1" lang="en-US" sz="900">
                <a:solidFill>
                  <a:schemeClr val="dk1"/>
                </a:solidFill>
                <a:latin typeface="Verdana"/>
                <a:ea typeface="Verdana"/>
                <a:cs typeface="Verdana"/>
                <a:sym typeface="Verdana"/>
              </a:rPr>
              <a:t>-password : String</a:t>
            </a:r>
            <a:endParaRPr b="1" sz="1100">
              <a:solidFill>
                <a:schemeClr val="dk1"/>
              </a:solidFill>
              <a:latin typeface="Verdana"/>
              <a:ea typeface="Verdana"/>
              <a:cs typeface="Verdana"/>
              <a:sym typeface="Verdana"/>
            </a:endParaRPr>
          </a:p>
        </p:txBody>
      </p:sp>
      <p:cxnSp>
        <p:nvCxnSpPr>
          <p:cNvPr id="1120" name="Google Shape;1120;p80"/>
          <p:cNvCxnSpPr/>
          <p:nvPr/>
        </p:nvCxnSpPr>
        <p:spPr>
          <a:xfrm>
            <a:off x="3393810" y="4352435"/>
            <a:ext cx="1563413" cy="0"/>
          </a:xfrm>
          <a:prstGeom prst="straightConnector1">
            <a:avLst/>
          </a:prstGeom>
          <a:noFill/>
          <a:ln cap="flat" cmpd="sng" w="9525">
            <a:solidFill>
              <a:schemeClr val="dk1"/>
            </a:solidFill>
            <a:prstDash val="solid"/>
            <a:miter lim="8000"/>
            <a:headEnd len="sm" w="sm" type="none"/>
            <a:tailEnd len="sm" w="sm" type="none"/>
          </a:ln>
        </p:spPr>
      </p:cxnSp>
      <p:sp>
        <p:nvSpPr>
          <p:cNvPr id="1121" name="Google Shape;1121;p80"/>
          <p:cNvSpPr/>
          <p:nvPr/>
        </p:nvSpPr>
        <p:spPr>
          <a:xfrm>
            <a:off x="8324614" y="4438099"/>
            <a:ext cx="2657742" cy="1705733"/>
          </a:xfrm>
          <a:prstGeom prst="rect">
            <a:avLst/>
          </a:prstGeom>
          <a:noFill/>
          <a:ln cap="flat" cmpd="sng" w="12700">
            <a:solidFill>
              <a:srgbClr val="00517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122" name="Google Shape;1122;p80"/>
          <p:cNvSpPr txBox="1"/>
          <p:nvPr/>
        </p:nvSpPr>
        <p:spPr>
          <a:xfrm>
            <a:off x="8324614" y="4428305"/>
            <a:ext cx="2657742" cy="261610"/>
          </a:xfrm>
          <a:prstGeom prst="rect">
            <a:avLst/>
          </a:prstGeom>
          <a:solidFill>
            <a:schemeClr val="lt1"/>
          </a:solidFill>
          <a:ln cap="flat" cmpd="sng" w="12700">
            <a:solidFill>
              <a:schemeClr val="dk1"/>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chemeClr val="dk1"/>
                </a:solidFill>
                <a:latin typeface="Verdana"/>
                <a:ea typeface="Verdana"/>
                <a:cs typeface="Verdana"/>
                <a:sym typeface="Verdana"/>
              </a:rPr>
              <a:t>Employee</a:t>
            </a:r>
            <a:endParaRPr b="1" sz="1400">
              <a:solidFill>
                <a:schemeClr val="dk1"/>
              </a:solidFill>
              <a:latin typeface="Verdana"/>
              <a:ea typeface="Verdana"/>
              <a:cs typeface="Verdana"/>
              <a:sym typeface="Verdana"/>
            </a:endParaRPr>
          </a:p>
        </p:txBody>
      </p:sp>
      <p:sp>
        <p:nvSpPr>
          <p:cNvPr id="1123" name="Google Shape;1123;p80"/>
          <p:cNvSpPr txBox="1"/>
          <p:nvPr/>
        </p:nvSpPr>
        <p:spPr>
          <a:xfrm>
            <a:off x="8394574" y="4671692"/>
            <a:ext cx="2498051" cy="10926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chemeClr val="dk1"/>
                </a:solidFill>
                <a:latin typeface="Verdana"/>
                <a:ea typeface="Verdana"/>
                <a:cs typeface="Verdana"/>
                <a:sym typeface="Verdana"/>
              </a:rPr>
              <a:t>-id : int</a:t>
            </a:r>
            <a:endParaRPr/>
          </a:p>
          <a:p>
            <a:pPr indent="0" lvl="0" marL="0" marR="0" rtl="0" algn="l">
              <a:spcBef>
                <a:spcPts val="0"/>
              </a:spcBef>
              <a:spcAft>
                <a:spcPts val="0"/>
              </a:spcAft>
              <a:buNone/>
            </a:pPr>
            <a:r>
              <a:rPr b="1" lang="en-US" sz="900">
                <a:solidFill>
                  <a:schemeClr val="dk1"/>
                </a:solidFill>
                <a:latin typeface="Verdana"/>
                <a:ea typeface="Verdana"/>
                <a:cs typeface="Verdana"/>
                <a:sym typeface="Verdana"/>
              </a:rPr>
              <a:t>-name : String</a:t>
            </a:r>
            <a:endParaRPr/>
          </a:p>
          <a:p>
            <a:pPr indent="0" lvl="0" marL="0" marR="0" rtl="0" algn="l">
              <a:spcBef>
                <a:spcPts val="0"/>
              </a:spcBef>
              <a:spcAft>
                <a:spcPts val="0"/>
              </a:spcAft>
              <a:buNone/>
            </a:pPr>
            <a:r>
              <a:rPr b="1" lang="en-US" sz="900">
                <a:solidFill>
                  <a:schemeClr val="dk1"/>
                </a:solidFill>
                <a:latin typeface="Verdana"/>
                <a:ea typeface="Verdana"/>
                <a:cs typeface="Verdana"/>
                <a:sym typeface="Verdana"/>
              </a:rPr>
              <a:t>-dob : LocalDate</a:t>
            </a:r>
            <a:endParaRPr b="1" sz="900">
              <a:solidFill>
                <a:schemeClr val="dk1"/>
              </a:solidFill>
              <a:latin typeface="Verdana"/>
              <a:ea typeface="Verdana"/>
              <a:cs typeface="Verdana"/>
              <a:sym typeface="Verdana"/>
            </a:endParaRPr>
          </a:p>
          <a:p>
            <a:pPr indent="0" lvl="0" marL="0" marR="0" rtl="0" algn="l">
              <a:spcBef>
                <a:spcPts val="0"/>
              </a:spcBef>
              <a:spcAft>
                <a:spcPts val="0"/>
              </a:spcAft>
              <a:buNone/>
            </a:pPr>
            <a:r>
              <a:rPr b="1" lang="en-US" sz="900">
                <a:solidFill>
                  <a:schemeClr val="dk1"/>
                </a:solidFill>
                <a:latin typeface="Verdana"/>
                <a:ea typeface="Verdana"/>
                <a:cs typeface="Verdana"/>
                <a:sym typeface="Verdana"/>
              </a:rPr>
              <a:t>-salary: float</a:t>
            </a:r>
            <a:endParaRPr/>
          </a:p>
          <a:p>
            <a:pPr indent="0" lvl="0" marL="0" marR="0" rtl="0" algn="l">
              <a:spcBef>
                <a:spcPts val="0"/>
              </a:spcBef>
              <a:spcAft>
                <a:spcPts val="0"/>
              </a:spcAft>
              <a:buNone/>
            </a:pPr>
            <a:r>
              <a:rPr b="1" lang="en-US" sz="900">
                <a:solidFill>
                  <a:schemeClr val="dk1"/>
                </a:solidFill>
                <a:latin typeface="Verdana"/>
                <a:ea typeface="Verdana"/>
                <a:cs typeface="Verdana"/>
                <a:sym typeface="Verdana"/>
              </a:rPr>
              <a:t>-address: String</a:t>
            </a:r>
            <a:endParaRPr/>
          </a:p>
          <a:p>
            <a:pPr indent="0" lvl="0" marL="0" marR="0" rtl="0" algn="l">
              <a:spcBef>
                <a:spcPts val="0"/>
              </a:spcBef>
              <a:spcAft>
                <a:spcPts val="0"/>
              </a:spcAft>
              <a:buNone/>
            </a:pPr>
            <a:r>
              <a:rPr b="1" lang="en-US" sz="900">
                <a:solidFill>
                  <a:schemeClr val="dk1"/>
                </a:solidFill>
                <a:latin typeface="Verdana"/>
                <a:ea typeface="Verdana"/>
                <a:cs typeface="Verdana"/>
                <a:sym typeface="Verdana"/>
              </a:rPr>
              <a:t>-designation: String</a:t>
            </a:r>
            <a:endParaRPr/>
          </a:p>
          <a:p>
            <a:pPr indent="0" lvl="0" marL="0" marR="0" rtl="0" algn="l">
              <a:spcBef>
                <a:spcPts val="0"/>
              </a:spcBef>
              <a:spcAft>
                <a:spcPts val="0"/>
              </a:spcAft>
              <a:buNone/>
            </a:pPr>
            <a:r>
              <a:rPr b="1" lang="en-US" sz="900">
                <a:solidFill>
                  <a:schemeClr val="dk1"/>
                </a:solidFill>
                <a:latin typeface="Verdana"/>
                <a:ea typeface="Verdana"/>
                <a:cs typeface="Verdana"/>
                <a:sym typeface="Verdana"/>
              </a:rPr>
              <a:t>-shop_id: Shop</a:t>
            </a:r>
            <a:endParaRPr b="1" sz="1100">
              <a:solidFill>
                <a:schemeClr val="dk1"/>
              </a:solidFill>
              <a:latin typeface="Verdana"/>
              <a:ea typeface="Verdana"/>
              <a:cs typeface="Verdana"/>
              <a:sym typeface="Verdana"/>
            </a:endParaRPr>
          </a:p>
        </p:txBody>
      </p:sp>
      <p:cxnSp>
        <p:nvCxnSpPr>
          <p:cNvPr id="1124" name="Google Shape;1124;p80"/>
          <p:cNvCxnSpPr/>
          <p:nvPr/>
        </p:nvCxnSpPr>
        <p:spPr>
          <a:xfrm>
            <a:off x="8324614" y="5972916"/>
            <a:ext cx="2657742" cy="0"/>
          </a:xfrm>
          <a:prstGeom prst="straightConnector1">
            <a:avLst/>
          </a:prstGeom>
          <a:noFill/>
          <a:ln cap="flat" cmpd="sng" w="9525">
            <a:solidFill>
              <a:schemeClr val="dk1"/>
            </a:solidFill>
            <a:prstDash val="solid"/>
            <a:miter lim="8000"/>
            <a:headEnd len="sm" w="sm" type="none"/>
            <a:tailEnd len="sm" w="sm" type="none"/>
          </a:ln>
        </p:spPr>
      </p:cxnSp>
      <p:sp>
        <p:nvSpPr>
          <p:cNvPr id="1125" name="Google Shape;1125;p80"/>
          <p:cNvSpPr/>
          <p:nvPr/>
        </p:nvSpPr>
        <p:spPr>
          <a:xfrm>
            <a:off x="3322288" y="5350273"/>
            <a:ext cx="1635508" cy="1259580"/>
          </a:xfrm>
          <a:prstGeom prst="rect">
            <a:avLst/>
          </a:prstGeom>
          <a:noFill/>
          <a:ln cap="flat" cmpd="sng" w="12700">
            <a:solidFill>
              <a:srgbClr val="00517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126" name="Google Shape;1126;p80"/>
          <p:cNvSpPr txBox="1"/>
          <p:nvPr/>
        </p:nvSpPr>
        <p:spPr>
          <a:xfrm>
            <a:off x="3322288" y="5340478"/>
            <a:ext cx="1635508" cy="261610"/>
          </a:xfrm>
          <a:prstGeom prst="rect">
            <a:avLst/>
          </a:prstGeom>
          <a:solidFill>
            <a:schemeClr val="lt1"/>
          </a:solidFill>
          <a:ln cap="flat" cmpd="sng" w="12700">
            <a:solidFill>
              <a:schemeClr val="dk1"/>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chemeClr val="dk1"/>
                </a:solidFill>
                <a:latin typeface="Verdana"/>
                <a:ea typeface="Verdana"/>
                <a:cs typeface="Verdana"/>
                <a:sym typeface="Verdana"/>
              </a:rPr>
              <a:t>MallAdmin</a:t>
            </a:r>
            <a:endParaRPr b="1" sz="1400">
              <a:solidFill>
                <a:schemeClr val="dk1"/>
              </a:solidFill>
              <a:latin typeface="Verdana"/>
              <a:ea typeface="Verdana"/>
              <a:cs typeface="Verdana"/>
              <a:sym typeface="Verdana"/>
            </a:endParaRPr>
          </a:p>
        </p:txBody>
      </p:sp>
      <p:sp>
        <p:nvSpPr>
          <p:cNvPr id="1127" name="Google Shape;1127;p80"/>
          <p:cNvSpPr txBox="1"/>
          <p:nvPr/>
        </p:nvSpPr>
        <p:spPr>
          <a:xfrm>
            <a:off x="3392248" y="5583865"/>
            <a:ext cx="1480089" cy="815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chemeClr val="dk1"/>
                </a:solidFill>
                <a:latin typeface="Verdana"/>
                <a:ea typeface="Verdana"/>
                <a:cs typeface="Verdana"/>
                <a:sym typeface="Verdana"/>
              </a:rPr>
              <a:t>-id : int</a:t>
            </a:r>
            <a:endParaRPr/>
          </a:p>
          <a:p>
            <a:pPr indent="0" lvl="0" marL="0" marR="0" rtl="0" algn="l">
              <a:spcBef>
                <a:spcPts val="0"/>
              </a:spcBef>
              <a:spcAft>
                <a:spcPts val="0"/>
              </a:spcAft>
              <a:buNone/>
            </a:pPr>
            <a:r>
              <a:rPr b="1" lang="en-US" sz="900">
                <a:solidFill>
                  <a:schemeClr val="dk1"/>
                </a:solidFill>
                <a:latin typeface="Verdana"/>
                <a:ea typeface="Verdana"/>
                <a:cs typeface="Verdana"/>
                <a:sym typeface="Verdana"/>
              </a:rPr>
              <a:t>-name : String</a:t>
            </a:r>
            <a:endParaRPr/>
          </a:p>
          <a:p>
            <a:pPr indent="0" lvl="0" marL="0" marR="0" rtl="0" algn="l">
              <a:spcBef>
                <a:spcPts val="0"/>
              </a:spcBef>
              <a:spcAft>
                <a:spcPts val="0"/>
              </a:spcAft>
              <a:buNone/>
            </a:pPr>
            <a:r>
              <a:rPr b="1" lang="en-US" sz="900">
                <a:solidFill>
                  <a:schemeClr val="dk1"/>
                </a:solidFill>
                <a:latin typeface="Verdana"/>
                <a:ea typeface="Verdana"/>
                <a:cs typeface="Verdana"/>
                <a:sym typeface="Verdana"/>
              </a:rPr>
              <a:t>-password: String</a:t>
            </a:r>
            <a:endParaRPr/>
          </a:p>
          <a:p>
            <a:pPr indent="0" lvl="0" marL="0" marR="0" rtl="0" algn="l">
              <a:spcBef>
                <a:spcPts val="0"/>
              </a:spcBef>
              <a:spcAft>
                <a:spcPts val="0"/>
              </a:spcAft>
              <a:buNone/>
            </a:pPr>
            <a:r>
              <a:rPr b="1" lang="en-US" sz="900">
                <a:solidFill>
                  <a:schemeClr val="dk1"/>
                </a:solidFill>
                <a:latin typeface="Verdana"/>
                <a:ea typeface="Verdana"/>
                <a:cs typeface="Verdana"/>
                <a:sym typeface="Verdana"/>
              </a:rPr>
              <a:t>-mall: Mall</a:t>
            </a:r>
            <a:endParaRPr/>
          </a:p>
          <a:p>
            <a:pPr indent="0" lvl="0" marL="0" marR="0" rtl="0" algn="l">
              <a:spcBef>
                <a:spcPts val="0"/>
              </a:spcBef>
              <a:spcAft>
                <a:spcPts val="0"/>
              </a:spcAft>
              <a:buNone/>
            </a:pPr>
            <a:r>
              <a:rPr b="1" lang="en-US" sz="900">
                <a:solidFill>
                  <a:schemeClr val="dk1"/>
                </a:solidFill>
                <a:latin typeface="Verdana"/>
                <a:ea typeface="Verdana"/>
                <a:cs typeface="Verdana"/>
                <a:sym typeface="Verdana"/>
              </a:rPr>
              <a:t>-phone: String</a:t>
            </a:r>
            <a:endParaRPr b="1" sz="1100">
              <a:solidFill>
                <a:schemeClr val="dk1"/>
              </a:solidFill>
              <a:latin typeface="Verdana"/>
              <a:ea typeface="Verdana"/>
              <a:cs typeface="Verdana"/>
              <a:sym typeface="Verdana"/>
            </a:endParaRPr>
          </a:p>
        </p:txBody>
      </p:sp>
      <p:cxnSp>
        <p:nvCxnSpPr>
          <p:cNvPr id="1128" name="Google Shape;1128;p80"/>
          <p:cNvCxnSpPr/>
          <p:nvPr/>
        </p:nvCxnSpPr>
        <p:spPr>
          <a:xfrm>
            <a:off x="3322288" y="6415070"/>
            <a:ext cx="1635508" cy="0"/>
          </a:xfrm>
          <a:prstGeom prst="straightConnector1">
            <a:avLst/>
          </a:prstGeom>
          <a:noFill/>
          <a:ln cap="flat" cmpd="sng" w="9525">
            <a:solidFill>
              <a:schemeClr val="dk1"/>
            </a:solidFill>
            <a:prstDash val="solid"/>
            <a:miter lim="8000"/>
            <a:headEnd len="sm" w="sm" type="none"/>
            <a:tailEnd len="sm" w="sm" type="none"/>
          </a:ln>
        </p:spPr>
      </p:cxnSp>
      <p:sp>
        <p:nvSpPr>
          <p:cNvPr id="1129" name="Google Shape;1129;p80"/>
          <p:cNvSpPr/>
          <p:nvPr/>
        </p:nvSpPr>
        <p:spPr>
          <a:xfrm>
            <a:off x="5853231" y="5358916"/>
            <a:ext cx="1471993" cy="1251762"/>
          </a:xfrm>
          <a:prstGeom prst="rect">
            <a:avLst/>
          </a:prstGeom>
          <a:noFill/>
          <a:ln cap="flat" cmpd="sng" w="12700">
            <a:solidFill>
              <a:srgbClr val="00517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130" name="Google Shape;1130;p80"/>
          <p:cNvSpPr txBox="1"/>
          <p:nvPr/>
        </p:nvSpPr>
        <p:spPr>
          <a:xfrm>
            <a:off x="5853231" y="5349121"/>
            <a:ext cx="1471993" cy="261610"/>
          </a:xfrm>
          <a:prstGeom prst="rect">
            <a:avLst/>
          </a:prstGeom>
          <a:solidFill>
            <a:schemeClr val="lt1"/>
          </a:solidFill>
          <a:ln cap="flat" cmpd="sng" w="12700">
            <a:solidFill>
              <a:schemeClr val="dk1"/>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chemeClr val="dk1"/>
                </a:solidFill>
                <a:latin typeface="Verdana"/>
                <a:ea typeface="Verdana"/>
                <a:cs typeface="Verdana"/>
                <a:sym typeface="Verdana"/>
              </a:rPr>
              <a:t>ShopOwner</a:t>
            </a:r>
            <a:endParaRPr b="1" sz="1400">
              <a:solidFill>
                <a:schemeClr val="dk1"/>
              </a:solidFill>
              <a:latin typeface="Verdana"/>
              <a:ea typeface="Verdana"/>
              <a:cs typeface="Verdana"/>
              <a:sym typeface="Verdana"/>
            </a:endParaRPr>
          </a:p>
        </p:txBody>
      </p:sp>
      <p:sp>
        <p:nvSpPr>
          <p:cNvPr id="1131" name="Google Shape;1131;p80"/>
          <p:cNvSpPr txBox="1"/>
          <p:nvPr/>
        </p:nvSpPr>
        <p:spPr>
          <a:xfrm>
            <a:off x="5923192" y="5592508"/>
            <a:ext cx="1383548" cy="7848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chemeClr val="dk1"/>
                </a:solidFill>
                <a:latin typeface="Verdana"/>
                <a:ea typeface="Verdana"/>
                <a:cs typeface="Verdana"/>
                <a:sym typeface="Verdana"/>
              </a:rPr>
              <a:t>-id : int</a:t>
            </a:r>
            <a:endParaRPr/>
          </a:p>
          <a:p>
            <a:pPr indent="0" lvl="0" marL="0" marR="0" rtl="0" algn="l">
              <a:spcBef>
                <a:spcPts val="0"/>
              </a:spcBef>
              <a:spcAft>
                <a:spcPts val="0"/>
              </a:spcAft>
              <a:buNone/>
            </a:pPr>
            <a:r>
              <a:rPr b="1" lang="en-US" sz="900">
                <a:solidFill>
                  <a:schemeClr val="dk1"/>
                </a:solidFill>
                <a:latin typeface="Verdana"/>
                <a:ea typeface="Verdana"/>
                <a:cs typeface="Verdana"/>
                <a:sym typeface="Verdana"/>
              </a:rPr>
              <a:t>-name : String</a:t>
            </a:r>
            <a:endParaRPr/>
          </a:p>
          <a:p>
            <a:pPr indent="0" lvl="0" marL="0" marR="0" rtl="0" algn="l">
              <a:spcBef>
                <a:spcPts val="0"/>
              </a:spcBef>
              <a:spcAft>
                <a:spcPts val="0"/>
              </a:spcAft>
              <a:buNone/>
            </a:pPr>
            <a:r>
              <a:rPr b="1" lang="en-US" sz="900">
                <a:solidFill>
                  <a:schemeClr val="dk1"/>
                </a:solidFill>
                <a:latin typeface="Verdana"/>
                <a:ea typeface="Verdana"/>
                <a:cs typeface="Verdana"/>
                <a:sym typeface="Verdana"/>
              </a:rPr>
              <a:t>-dob : LocalDate</a:t>
            </a:r>
            <a:endParaRPr b="1" sz="900">
              <a:solidFill>
                <a:schemeClr val="dk1"/>
              </a:solidFill>
              <a:latin typeface="Verdana"/>
              <a:ea typeface="Verdana"/>
              <a:cs typeface="Verdana"/>
              <a:sym typeface="Verdana"/>
            </a:endParaRPr>
          </a:p>
          <a:p>
            <a:pPr indent="0" lvl="0" marL="0" marR="0" rtl="0" algn="l">
              <a:spcBef>
                <a:spcPts val="0"/>
              </a:spcBef>
              <a:spcAft>
                <a:spcPts val="0"/>
              </a:spcAft>
              <a:buNone/>
            </a:pPr>
            <a:r>
              <a:rPr b="1" lang="en-US" sz="900">
                <a:solidFill>
                  <a:schemeClr val="dk1"/>
                </a:solidFill>
                <a:latin typeface="Verdana"/>
                <a:ea typeface="Verdana"/>
                <a:cs typeface="Verdana"/>
                <a:sym typeface="Verdana"/>
              </a:rPr>
              <a:t>-address: String</a:t>
            </a:r>
            <a:endParaRPr/>
          </a:p>
          <a:p>
            <a:pPr indent="0" lvl="0" marL="0" marR="0" rtl="0" algn="l">
              <a:spcBef>
                <a:spcPts val="0"/>
              </a:spcBef>
              <a:spcAft>
                <a:spcPts val="0"/>
              </a:spcAft>
              <a:buNone/>
            </a:pPr>
            <a:r>
              <a:rPr b="1" lang="en-US" sz="900">
                <a:solidFill>
                  <a:schemeClr val="dk1"/>
                </a:solidFill>
                <a:latin typeface="Verdana"/>
                <a:ea typeface="Verdana"/>
                <a:cs typeface="Verdana"/>
                <a:sym typeface="Verdana"/>
              </a:rPr>
              <a:t>-shop_id: Shop</a:t>
            </a:r>
            <a:endParaRPr b="1" sz="1100">
              <a:solidFill>
                <a:schemeClr val="dk1"/>
              </a:solidFill>
              <a:latin typeface="Verdana"/>
              <a:ea typeface="Verdana"/>
              <a:cs typeface="Verdana"/>
              <a:sym typeface="Verdana"/>
            </a:endParaRPr>
          </a:p>
        </p:txBody>
      </p:sp>
      <p:cxnSp>
        <p:nvCxnSpPr>
          <p:cNvPr id="1132" name="Google Shape;1132;p80"/>
          <p:cNvCxnSpPr/>
          <p:nvPr/>
        </p:nvCxnSpPr>
        <p:spPr>
          <a:xfrm>
            <a:off x="5834747" y="6423713"/>
            <a:ext cx="1471993" cy="0"/>
          </a:xfrm>
          <a:prstGeom prst="straightConnector1">
            <a:avLst/>
          </a:prstGeom>
          <a:noFill/>
          <a:ln cap="flat" cmpd="sng" w="9525">
            <a:solidFill>
              <a:schemeClr val="dk1"/>
            </a:solidFill>
            <a:prstDash val="solid"/>
            <a:miter lim="8000"/>
            <a:headEnd len="sm" w="sm" type="none"/>
            <a:tailEnd len="sm" w="sm" type="none"/>
          </a:ln>
        </p:spPr>
      </p:cxnSp>
      <p:sp>
        <p:nvSpPr>
          <p:cNvPr id="1133" name="Google Shape;1133;p80"/>
          <p:cNvSpPr/>
          <p:nvPr/>
        </p:nvSpPr>
        <p:spPr>
          <a:xfrm>
            <a:off x="7110310" y="520065"/>
            <a:ext cx="2657742" cy="1705733"/>
          </a:xfrm>
          <a:prstGeom prst="rect">
            <a:avLst/>
          </a:prstGeom>
          <a:noFill/>
          <a:ln cap="flat" cmpd="sng" w="12700">
            <a:solidFill>
              <a:srgbClr val="00517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134" name="Google Shape;1134;p80"/>
          <p:cNvSpPr txBox="1"/>
          <p:nvPr/>
        </p:nvSpPr>
        <p:spPr>
          <a:xfrm>
            <a:off x="7110310" y="510271"/>
            <a:ext cx="2657742" cy="261610"/>
          </a:xfrm>
          <a:prstGeom prst="rect">
            <a:avLst/>
          </a:prstGeom>
          <a:solidFill>
            <a:schemeClr val="lt1"/>
          </a:solidFill>
          <a:ln cap="flat" cmpd="sng" w="12700">
            <a:solidFill>
              <a:schemeClr val="dk1"/>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chemeClr val="dk1"/>
                </a:solidFill>
                <a:latin typeface="Verdana"/>
                <a:ea typeface="Verdana"/>
                <a:cs typeface="Verdana"/>
                <a:sym typeface="Verdana"/>
              </a:rPr>
              <a:t>Item</a:t>
            </a:r>
            <a:endParaRPr b="1" sz="1400">
              <a:solidFill>
                <a:schemeClr val="dk1"/>
              </a:solidFill>
              <a:latin typeface="Verdana"/>
              <a:ea typeface="Verdana"/>
              <a:cs typeface="Verdana"/>
              <a:sym typeface="Verdana"/>
            </a:endParaRPr>
          </a:p>
        </p:txBody>
      </p:sp>
      <p:sp>
        <p:nvSpPr>
          <p:cNvPr id="1135" name="Google Shape;1135;p80"/>
          <p:cNvSpPr txBox="1"/>
          <p:nvPr/>
        </p:nvSpPr>
        <p:spPr>
          <a:xfrm>
            <a:off x="7180270" y="753658"/>
            <a:ext cx="2498051" cy="10926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chemeClr val="dk1"/>
                </a:solidFill>
                <a:latin typeface="Verdana"/>
                <a:ea typeface="Verdana"/>
                <a:cs typeface="Verdana"/>
                <a:sym typeface="Verdana"/>
              </a:rPr>
              <a:t>-id : long</a:t>
            </a:r>
            <a:endParaRPr/>
          </a:p>
          <a:p>
            <a:pPr indent="0" lvl="0" marL="0" marR="0" rtl="0" algn="l">
              <a:spcBef>
                <a:spcPts val="0"/>
              </a:spcBef>
              <a:spcAft>
                <a:spcPts val="0"/>
              </a:spcAft>
              <a:buNone/>
            </a:pPr>
            <a:r>
              <a:rPr b="1" lang="en-US" sz="900">
                <a:solidFill>
                  <a:schemeClr val="dk1"/>
                </a:solidFill>
                <a:latin typeface="Verdana"/>
                <a:ea typeface="Verdana"/>
                <a:cs typeface="Verdana"/>
                <a:sym typeface="Verdana"/>
              </a:rPr>
              <a:t>-name : String</a:t>
            </a:r>
            <a:endParaRPr/>
          </a:p>
          <a:p>
            <a:pPr indent="0" lvl="0" marL="0" marR="0" rtl="0" algn="l">
              <a:spcBef>
                <a:spcPts val="0"/>
              </a:spcBef>
              <a:spcAft>
                <a:spcPts val="0"/>
              </a:spcAft>
              <a:buNone/>
            </a:pPr>
            <a:r>
              <a:rPr b="1" lang="en-US" sz="900">
                <a:solidFill>
                  <a:schemeClr val="dk1"/>
                </a:solidFill>
                <a:latin typeface="Verdana"/>
                <a:ea typeface="Verdana"/>
                <a:cs typeface="Verdana"/>
                <a:sym typeface="Verdana"/>
              </a:rPr>
              <a:t>-manufacturing : LocalDate</a:t>
            </a:r>
            <a:endParaRPr b="1" sz="900">
              <a:solidFill>
                <a:schemeClr val="dk1"/>
              </a:solidFill>
              <a:latin typeface="Verdana"/>
              <a:ea typeface="Verdana"/>
              <a:cs typeface="Verdana"/>
              <a:sym typeface="Verdana"/>
            </a:endParaRPr>
          </a:p>
          <a:p>
            <a:pPr indent="0" lvl="0" marL="0" marR="0" rtl="0" algn="l">
              <a:spcBef>
                <a:spcPts val="0"/>
              </a:spcBef>
              <a:spcAft>
                <a:spcPts val="0"/>
              </a:spcAft>
              <a:buNone/>
            </a:pPr>
            <a:r>
              <a:rPr b="1" lang="en-US" sz="900">
                <a:solidFill>
                  <a:schemeClr val="dk1"/>
                </a:solidFill>
                <a:latin typeface="Verdana"/>
                <a:ea typeface="Verdana"/>
                <a:cs typeface="Verdana"/>
                <a:sym typeface="Verdana"/>
              </a:rPr>
              <a:t>-expiry: LocalDate</a:t>
            </a:r>
            <a:endParaRPr b="1" sz="900">
              <a:solidFill>
                <a:schemeClr val="dk1"/>
              </a:solidFill>
              <a:latin typeface="Verdana"/>
              <a:ea typeface="Verdana"/>
              <a:cs typeface="Verdana"/>
              <a:sym typeface="Verdana"/>
            </a:endParaRPr>
          </a:p>
          <a:p>
            <a:pPr indent="0" lvl="0" marL="0" marR="0" rtl="0" algn="l">
              <a:spcBef>
                <a:spcPts val="0"/>
              </a:spcBef>
              <a:spcAft>
                <a:spcPts val="0"/>
              </a:spcAft>
              <a:buNone/>
            </a:pPr>
            <a:r>
              <a:rPr b="1" lang="en-US" sz="900">
                <a:solidFill>
                  <a:schemeClr val="dk1"/>
                </a:solidFill>
                <a:latin typeface="Verdana"/>
                <a:ea typeface="Verdana"/>
                <a:cs typeface="Verdana"/>
                <a:sym typeface="Verdana"/>
              </a:rPr>
              <a:t>-price: float</a:t>
            </a:r>
            <a:endParaRPr/>
          </a:p>
          <a:p>
            <a:pPr indent="0" lvl="0" marL="0" marR="0" rtl="0" algn="l">
              <a:spcBef>
                <a:spcPts val="0"/>
              </a:spcBef>
              <a:spcAft>
                <a:spcPts val="0"/>
              </a:spcAft>
              <a:buNone/>
            </a:pPr>
            <a:r>
              <a:rPr b="1" lang="en-US" sz="900">
                <a:solidFill>
                  <a:schemeClr val="dk1"/>
                </a:solidFill>
                <a:latin typeface="Verdana"/>
                <a:ea typeface="Verdana"/>
                <a:cs typeface="Verdana"/>
                <a:sym typeface="Verdana"/>
              </a:rPr>
              <a:t>-category: String</a:t>
            </a:r>
            <a:endParaRPr/>
          </a:p>
          <a:p>
            <a:pPr indent="0" lvl="0" marL="0" marR="0" rtl="0" algn="l">
              <a:spcBef>
                <a:spcPts val="0"/>
              </a:spcBef>
              <a:spcAft>
                <a:spcPts val="0"/>
              </a:spcAft>
              <a:buNone/>
            </a:pPr>
            <a:r>
              <a:t/>
            </a:r>
            <a:endParaRPr b="1" sz="1100">
              <a:solidFill>
                <a:schemeClr val="dk1"/>
              </a:solidFill>
              <a:latin typeface="Verdana"/>
              <a:ea typeface="Verdana"/>
              <a:cs typeface="Verdana"/>
              <a:sym typeface="Verdana"/>
            </a:endParaRPr>
          </a:p>
        </p:txBody>
      </p:sp>
      <p:cxnSp>
        <p:nvCxnSpPr>
          <p:cNvPr id="1136" name="Google Shape;1136;p80"/>
          <p:cNvCxnSpPr/>
          <p:nvPr/>
        </p:nvCxnSpPr>
        <p:spPr>
          <a:xfrm>
            <a:off x="7110310" y="2054882"/>
            <a:ext cx="2657742" cy="0"/>
          </a:xfrm>
          <a:prstGeom prst="straightConnector1">
            <a:avLst/>
          </a:prstGeom>
          <a:noFill/>
          <a:ln cap="flat" cmpd="sng" w="9525">
            <a:solidFill>
              <a:schemeClr val="dk1"/>
            </a:solidFill>
            <a:prstDash val="solid"/>
            <a:miter lim="8000"/>
            <a:headEnd len="sm" w="sm" type="none"/>
            <a:tailEnd len="sm" w="sm" type="none"/>
          </a:ln>
        </p:spPr>
      </p:cxnSp>
      <p:sp>
        <p:nvSpPr>
          <p:cNvPr id="1137" name="Google Shape;1137;p80"/>
          <p:cNvSpPr/>
          <p:nvPr/>
        </p:nvSpPr>
        <p:spPr>
          <a:xfrm>
            <a:off x="6861058" y="2638115"/>
            <a:ext cx="2657742" cy="1705733"/>
          </a:xfrm>
          <a:prstGeom prst="rect">
            <a:avLst/>
          </a:prstGeom>
          <a:noFill/>
          <a:ln cap="flat" cmpd="sng" w="12700">
            <a:solidFill>
              <a:srgbClr val="00517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138" name="Google Shape;1138;p80"/>
          <p:cNvSpPr txBox="1"/>
          <p:nvPr/>
        </p:nvSpPr>
        <p:spPr>
          <a:xfrm>
            <a:off x="6861058" y="2628321"/>
            <a:ext cx="2657742" cy="261610"/>
          </a:xfrm>
          <a:prstGeom prst="rect">
            <a:avLst/>
          </a:prstGeom>
          <a:solidFill>
            <a:schemeClr val="lt1"/>
          </a:solidFill>
          <a:ln cap="flat" cmpd="sng" w="12700">
            <a:solidFill>
              <a:schemeClr val="dk1"/>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chemeClr val="dk1"/>
                </a:solidFill>
                <a:latin typeface="Verdana"/>
                <a:ea typeface="Verdana"/>
                <a:cs typeface="Verdana"/>
                <a:sym typeface="Verdana"/>
              </a:rPr>
              <a:t>OrderDetails</a:t>
            </a:r>
            <a:endParaRPr b="1" sz="1400">
              <a:solidFill>
                <a:schemeClr val="dk1"/>
              </a:solidFill>
              <a:latin typeface="Verdana"/>
              <a:ea typeface="Verdana"/>
              <a:cs typeface="Verdana"/>
              <a:sym typeface="Verdana"/>
            </a:endParaRPr>
          </a:p>
        </p:txBody>
      </p:sp>
      <p:sp>
        <p:nvSpPr>
          <p:cNvPr id="1139" name="Google Shape;1139;p80"/>
          <p:cNvSpPr txBox="1"/>
          <p:nvPr/>
        </p:nvSpPr>
        <p:spPr>
          <a:xfrm>
            <a:off x="6931018" y="2871708"/>
            <a:ext cx="2498051"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chemeClr val="dk1"/>
                </a:solidFill>
                <a:latin typeface="Verdana"/>
                <a:ea typeface="Verdana"/>
                <a:cs typeface="Verdana"/>
                <a:sym typeface="Verdana"/>
              </a:rPr>
              <a:t>-id : int</a:t>
            </a:r>
            <a:endParaRPr/>
          </a:p>
          <a:p>
            <a:pPr indent="0" lvl="0" marL="0" marR="0" rtl="0" algn="l">
              <a:spcBef>
                <a:spcPts val="0"/>
              </a:spcBef>
              <a:spcAft>
                <a:spcPts val="0"/>
              </a:spcAft>
              <a:buNone/>
            </a:pPr>
            <a:r>
              <a:rPr b="1" lang="en-US" sz="900">
                <a:solidFill>
                  <a:schemeClr val="dk1"/>
                </a:solidFill>
                <a:latin typeface="Verdana"/>
                <a:ea typeface="Verdana"/>
                <a:cs typeface="Verdana"/>
                <a:sym typeface="Verdana"/>
              </a:rPr>
              <a:t>-dateOfPurchase: LocalDateTime</a:t>
            </a:r>
            <a:endParaRPr b="1" sz="900">
              <a:solidFill>
                <a:schemeClr val="dk1"/>
              </a:solidFill>
              <a:latin typeface="Verdana"/>
              <a:ea typeface="Verdana"/>
              <a:cs typeface="Verdana"/>
              <a:sym typeface="Verdana"/>
            </a:endParaRPr>
          </a:p>
          <a:p>
            <a:pPr indent="0" lvl="0" marL="0" marR="0" rtl="0" algn="l">
              <a:spcBef>
                <a:spcPts val="0"/>
              </a:spcBef>
              <a:spcAft>
                <a:spcPts val="0"/>
              </a:spcAft>
              <a:buNone/>
            </a:pPr>
            <a:r>
              <a:rPr b="1" lang="en-US" sz="900">
                <a:solidFill>
                  <a:schemeClr val="dk1"/>
                </a:solidFill>
                <a:latin typeface="Verdana"/>
                <a:ea typeface="Verdana"/>
                <a:cs typeface="Verdana"/>
                <a:sym typeface="Verdana"/>
              </a:rPr>
              <a:t>-total: float</a:t>
            </a:r>
            <a:endParaRPr/>
          </a:p>
          <a:p>
            <a:pPr indent="0" lvl="0" marL="0" marR="0" rtl="0" algn="l">
              <a:spcBef>
                <a:spcPts val="0"/>
              </a:spcBef>
              <a:spcAft>
                <a:spcPts val="0"/>
              </a:spcAft>
              <a:buNone/>
            </a:pPr>
            <a:r>
              <a:rPr b="1" lang="en-US" sz="900">
                <a:solidFill>
                  <a:schemeClr val="dk1"/>
                </a:solidFill>
                <a:latin typeface="Verdana"/>
                <a:ea typeface="Verdana"/>
                <a:cs typeface="Verdana"/>
                <a:sym typeface="Verdana"/>
              </a:rPr>
              <a:t>-customer_id: Customer</a:t>
            </a:r>
            <a:endParaRPr/>
          </a:p>
          <a:p>
            <a:pPr indent="0" lvl="0" marL="0" marR="0" rtl="0" algn="l">
              <a:spcBef>
                <a:spcPts val="0"/>
              </a:spcBef>
              <a:spcAft>
                <a:spcPts val="0"/>
              </a:spcAft>
              <a:buNone/>
            </a:pPr>
            <a:r>
              <a:rPr b="1" lang="en-US" sz="900">
                <a:solidFill>
                  <a:schemeClr val="dk1"/>
                </a:solidFill>
                <a:latin typeface="Verdana"/>
                <a:ea typeface="Verdana"/>
                <a:cs typeface="Verdana"/>
                <a:sym typeface="Verdana"/>
              </a:rPr>
              <a:t>-paymentMode: String</a:t>
            </a:r>
            <a:endParaRPr/>
          </a:p>
          <a:p>
            <a:pPr indent="0" lvl="0" marL="0" marR="0" rtl="0" algn="l">
              <a:spcBef>
                <a:spcPts val="0"/>
              </a:spcBef>
              <a:spcAft>
                <a:spcPts val="0"/>
              </a:spcAft>
              <a:buNone/>
            </a:pPr>
            <a:r>
              <a:rPr b="1" lang="en-US" sz="900">
                <a:solidFill>
                  <a:schemeClr val="dk1"/>
                </a:solidFill>
                <a:latin typeface="Verdana"/>
                <a:ea typeface="Verdana"/>
                <a:cs typeface="Verdana"/>
                <a:sym typeface="Verdana"/>
              </a:rPr>
              <a:t>-shop_id: Shop</a:t>
            </a:r>
            <a:endParaRPr b="1" sz="1100">
              <a:solidFill>
                <a:schemeClr val="dk1"/>
              </a:solidFill>
              <a:latin typeface="Verdana"/>
              <a:ea typeface="Verdana"/>
              <a:cs typeface="Verdana"/>
              <a:sym typeface="Verdana"/>
            </a:endParaRPr>
          </a:p>
        </p:txBody>
      </p:sp>
      <p:cxnSp>
        <p:nvCxnSpPr>
          <p:cNvPr id="1140" name="Google Shape;1140;p80"/>
          <p:cNvCxnSpPr/>
          <p:nvPr/>
        </p:nvCxnSpPr>
        <p:spPr>
          <a:xfrm>
            <a:off x="6861058" y="4172932"/>
            <a:ext cx="2657742" cy="0"/>
          </a:xfrm>
          <a:prstGeom prst="straightConnector1">
            <a:avLst/>
          </a:prstGeom>
          <a:noFill/>
          <a:ln cap="flat" cmpd="sng" w="9525">
            <a:solidFill>
              <a:schemeClr val="dk1"/>
            </a:solidFill>
            <a:prstDash val="solid"/>
            <a:miter lim="8000"/>
            <a:headEnd len="sm" w="sm" type="none"/>
            <a:tailEnd len="sm" w="sm" type="none"/>
          </a:ln>
        </p:spPr>
      </p:cxnSp>
      <p:cxnSp>
        <p:nvCxnSpPr>
          <p:cNvPr id="1141" name="Google Shape;1141;p80"/>
          <p:cNvCxnSpPr/>
          <p:nvPr/>
        </p:nvCxnSpPr>
        <p:spPr>
          <a:xfrm>
            <a:off x="3059826" y="2538101"/>
            <a:ext cx="5264700" cy="2292300"/>
          </a:xfrm>
          <a:prstGeom prst="bentConnector3">
            <a:avLst>
              <a:gd fmla="val 50001" name="adj1"/>
            </a:avLst>
          </a:prstGeom>
          <a:noFill/>
          <a:ln cap="flat" cmpd="sng" w="9525">
            <a:solidFill>
              <a:schemeClr val="dk1"/>
            </a:solidFill>
            <a:prstDash val="solid"/>
            <a:miter lim="8000"/>
            <a:headEnd len="sm" w="sm" type="none"/>
            <a:tailEnd len="sm" w="sm" type="none"/>
          </a:ln>
        </p:spPr>
      </p:cxnSp>
      <p:cxnSp>
        <p:nvCxnSpPr>
          <p:cNvPr id="1142" name="Google Shape;1142;p80"/>
          <p:cNvCxnSpPr>
            <a:stCxn id="1117" idx="3"/>
          </p:cNvCxnSpPr>
          <p:nvPr/>
        </p:nvCxnSpPr>
        <p:spPr>
          <a:xfrm flipH="1">
            <a:off x="4821323" y="4015811"/>
            <a:ext cx="135900" cy="1324800"/>
          </a:xfrm>
          <a:prstGeom prst="bentConnector4">
            <a:avLst>
              <a:gd fmla="val -174500" name="adj1"/>
              <a:gd fmla="val 70500" name="adj2"/>
            </a:avLst>
          </a:prstGeom>
          <a:noFill/>
          <a:ln cap="flat" cmpd="sng" w="9525">
            <a:solidFill>
              <a:schemeClr val="dk1"/>
            </a:solidFill>
            <a:prstDash val="solid"/>
            <a:miter lim="8000"/>
            <a:headEnd len="sm" w="sm" type="none"/>
            <a:tailEnd len="sm" w="sm" type="none"/>
          </a:ln>
        </p:spPr>
      </p:cxnSp>
      <p:cxnSp>
        <p:nvCxnSpPr>
          <p:cNvPr id="1143" name="Google Shape;1143;p80"/>
          <p:cNvCxnSpPr>
            <a:endCxn id="1130" idx="1"/>
          </p:cNvCxnSpPr>
          <p:nvPr/>
        </p:nvCxnSpPr>
        <p:spPr>
          <a:xfrm>
            <a:off x="5213031" y="4939326"/>
            <a:ext cx="640200" cy="540600"/>
          </a:xfrm>
          <a:prstGeom prst="bentConnector3">
            <a:avLst>
              <a:gd fmla="val 50000" name="adj1"/>
            </a:avLst>
          </a:prstGeom>
          <a:noFill/>
          <a:ln cap="flat" cmpd="sng" w="9525">
            <a:solidFill>
              <a:schemeClr val="dk1"/>
            </a:solidFill>
            <a:prstDash val="solid"/>
            <a:miter lim="8000"/>
            <a:headEnd len="sm" w="sm" type="none"/>
            <a:tailEnd len="sm" w="sm" type="none"/>
          </a:ln>
        </p:spPr>
      </p:cxnSp>
      <p:cxnSp>
        <p:nvCxnSpPr>
          <p:cNvPr id="1144" name="Google Shape;1144;p80"/>
          <p:cNvCxnSpPr/>
          <p:nvPr/>
        </p:nvCxnSpPr>
        <p:spPr>
          <a:xfrm flipH="1" rot="10800000">
            <a:off x="2418326" y="3886680"/>
            <a:ext cx="997800" cy="574500"/>
          </a:xfrm>
          <a:prstGeom prst="bentConnector3">
            <a:avLst>
              <a:gd fmla="val 50000" name="adj1"/>
            </a:avLst>
          </a:prstGeom>
          <a:noFill/>
          <a:ln cap="flat" cmpd="sng" w="9525">
            <a:solidFill>
              <a:schemeClr val="dk1"/>
            </a:solidFill>
            <a:prstDash val="solid"/>
            <a:miter lim="8000"/>
            <a:headEnd len="sm" w="sm" type="none"/>
            <a:tailEnd len="sm" w="sm" type="none"/>
          </a:ln>
        </p:spPr>
      </p:cxnSp>
      <p:sp>
        <p:nvSpPr>
          <p:cNvPr id="1145" name="Google Shape;1145;p80"/>
          <p:cNvSpPr txBox="1"/>
          <p:nvPr/>
        </p:nvSpPr>
        <p:spPr>
          <a:xfrm>
            <a:off x="2534387" y="4224514"/>
            <a:ext cx="313515"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chemeClr val="dk1"/>
                </a:solidFill>
                <a:latin typeface="Verdana"/>
                <a:ea typeface="Verdana"/>
                <a:cs typeface="Verdana"/>
                <a:sym typeface="Verdana"/>
              </a:rPr>
              <a:t>1</a:t>
            </a:r>
            <a:endParaRPr/>
          </a:p>
        </p:txBody>
      </p:sp>
      <p:sp>
        <p:nvSpPr>
          <p:cNvPr id="1146" name="Google Shape;1146;p80"/>
          <p:cNvSpPr txBox="1"/>
          <p:nvPr/>
        </p:nvSpPr>
        <p:spPr>
          <a:xfrm>
            <a:off x="3042880" y="3674769"/>
            <a:ext cx="313515"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chemeClr val="dk1"/>
                </a:solidFill>
                <a:latin typeface="Verdana"/>
                <a:ea typeface="Verdana"/>
                <a:cs typeface="Verdana"/>
                <a:sym typeface="Verdana"/>
              </a:rPr>
              <a:t>1</a:t>
            </a:r>
            <a:endParaRPr/>
          </a:p>
        </p:txBody>
      </p:sp>
      <p:sp>
        <p:nvSpPr>
          <p:cNvPr id="1147" name="Google Shape;1147;p80"/>
          <p:cNvSpPr txBox="1"/>
          <p:nvPr/>
        </p:nvSpPr>
        <p:spPr>
          <a:xfrm>
            <a:off x="4936579" y="3815989"/>
            <a:ext cx="313515"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chemeClr val="dk1"/>
                </a:solidFill>
                <a:latin typeface="Verdana"/>
                <a:ea typeface="Verdana"/>
                <a:cs typeface="Verdana"/>
                <a:sym typeface="Verdana"/>
              </a:rPr>
              <a:t>1</a:t>
            </a:r>
            <a:endParaRPr/>
          </a:p>
        </p:txBody>
      </p:sp>
      <p:sp>
        <p:nvSpPr>
          <p:cNvPr id="1148" name="Google Shape;1148;p80"/>
          <p:cNvSpPr txBox="1"/>
          <p:nvPr/>
        </p:nvSpPr>
        <p:spPr>
          <a:xfrm>
            <a:off x="5595625" y="5228111"/>
            <a:ext cx="313515"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chemeClr val="dk1"/>
                </a:solidFill>
                <a:latin typeface="Verdana"/>
                <a:ea typeface="Verdana"/>
                <a:cs typeface="Verdana"/>
                <a:sym typeface="Verdana"/>
              </a:rPr>
              <a:t>1</a:t>
            </a:r>
            <a:endParaRPr/>
          </a:p>
        </p:txBody>
      </p:sp>
      <p:sp>
        <p:nvSpPr>
          <p:cNvPr id="1149" name="Google Shape;1149;p80"/>
          <p:cNvSpPr txBox="1"/>
          <p:nvPr/>
        </p:nvSpPr>
        <p:spPr>
          <a:xfrm>
            <a:off x="4538435" y="4991079"/>
            <a:ext cx="313515"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chemeClr val="dk1"/>
                </a:solidFill>
                <a:latin typeface="Verdana"/>
                <a:ea typeface="Verdana"/>
                <a:cs typeface="Verdana"/>
                <a:sym typeface="Verdana"/>
              </a:rPr>
              <a:t>1</a:t>
            </a:r>
            <a:endParaRPr/>
          </a:p>
        </p:txBody>
      </p:sp>
      <p:sp>
        <p:nvSpPr>
          <p:cNvPr id="1150" name="Google Shape;1150;p80"/>
          <p:cNvSpPr txBox="1"/>
          <p:nvPr/>
        </p:nvSpPr>
        <p:spPr>
          <a:xfrm>
            <a:off x="3150256" y="2276491"/>
            <a:ext cx="313515"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chemeClr val="dk1"/>
                </a:solidFill>
                <a:latin typeface="Verdana"/>
                <a:ea typeface="Verdana"/>
                <a:cs typeface="Verdana"/>
                <a:sym typeface="Verdana"/>
              </a:rPr>
              <a:t>1</a:t>
            </a:r>
            <a:endParaRPr/>
          </a:p>
        </p:txBody>
      </p:sp>
      <p:sp>
        <p:nvSpPr>
          <p:cNvPr id="1151" name="Google Shape;1151;p80"/>
          <p:cNvSpPr txBox="1"/>
          <p:nvPr/>
        </p:nvSpPr>
        <p:spPr>
          <a:xfrm>
            <a:off x="7763073" y="4898450"/>
            <a:ext cx="304157" cy="2632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chemeClr val="dk1"/>
                </a:solidFill>
                <a:latin typeface="Verdana"/>
                <a:ea typeface="Verdana"/>
                <a:cs typeface="Verdana"/>
                <a:sym typeface="Verdana"/>
              </a:rPr>
              <a:t>*</a:t>
            </a:r>
            <a:endParaRPr/>
          </a:p>
        </p:txBody>
      </p:sp>
      <p:cxnSp>
        <p:nvCxnSpPr>
          <p:cNvPr id="1152" name="Google Shape;1152;p80"/>
          <p:cNvCxnSpPr/>
          <p:nvPr/>
        </p:nvCxnSpPr>
        <p:spPr>
          <a:xfrm rot="5400000">
            <a:off x="3736868" y="2574385"/>
            <a:ext cx="3943500" cy="1605900"/>
          </a:xfrm>
          <a:prstGeom prst="bentConnector3">
            <a:avLst>
              <a:gd fmla="val 82723" name="adj1"/>
            </a:avLst>
          </a:prstGeom>
          <a:noFill/>
          <a:ln cap="flat" cmpd="sng" w="9525">
            <a:solidFill>
              <a:schemeClr val="dk1"/>
            </a:solidFill>
            <a:prstDash val="solid"/>
            <a:miter lim="8000"/>
            <a:headEnd len="sm" w="sm" type="none"/>
            <a:tailEnd len="sm" w="sm" type="none"/>
          </a:ln>
        </p:spPr>
      </p:cxnSp>
      <p:cxnSp>
        <p:nvCxnSpPr>
          <p:cNvPr id="1153" name="Google Shape;1153;p80"/>
          <p:cNvCxnSpPr/>
          <p:nvPr/>
        </p:nvCxnSpPr>
        <p:spPr>
          <a:xfrm>
            <a:off x="5956377" y="1412493"/>
            <a:ext cx="555191" cy="0"/>
          </a:xfrm>
          <a:prstGeom prst="straightConnector1">
            <a:avLst/>
          </a:prstGeom>
          <a:noFill/>
          <a:ln cap="flat" cmpd="sng" w="9525">
            <a:solidFill>
              <a:schemeClr val="dk1"/>
            </a:solidFill>
            <a:prstDash val="solid"/>
            <a:miter lim="8000"/>
            <a:headEnd len="sm" w="sm" type="none"/>
            <a:tailEnd len="sm" w="sm" type="none"/>
          </a:ln>
        </p:spPr>
      </p:cxnSp>
      <p:sp>
        <p:nvSpPr>
          <p:cNvPr id="1154" name="Google Shape;1154;p80"/>
          <p:cNvSpPr txBox="1"/>
          <p:nvPr/>
        </p:nvSpPr>
        <p:spPr>
          <a:xfrm>
            <a:off x="4924001" y="5077457"/>
            <a:ext cx="304157" cy="2632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chemeClr val="dk1"/>
                </a:solidFill>
                <a:latin typeface="Verdana"/>
                <a:ea typeface="Verdana"/>
                <a:cs typeface="Verdana"/>
                <a:sym typeface="Verdana"/>
              </a:rPr>
              <a:t>1</a:t>
            </a:r>
            <a:endParaRPr b="1" sz="1100">
              <a:solidFill>
                <a:schemeClr val="dk1"/>
              </a:solidFill>
              <a:latin typeface="Verdana"/>
              <a:ea typeface="Verdana"/>
              <a:cs typeface="Verdana"/>
              <a:sym typeface="Verdana"/>
            </a:endParaRPr>
          </a:p>
        </p:txBody>
      </p:sp>
      <p:sp>
        <p:nvSpPr>
          <p:cNvPr id="1155" name="Google Shape;1155;p80"/>
          <p:cNvSpPr txBox="1"/>
          <p:nvPr/>
        </p:nvSpPr>
        <p:spPr>
          <a:xfrm>
            <a:off x="6128795" y="1166526"/>
            <a:ext cx="304157" cy="2632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chemeClr val="dk1"/>
                </a:solidFill>
                <a:latin typeface="Verdana"/>
                <a:ea typeface="Verdana"/>
                <a:cs typeface="Verdana"/>
                <a:sym typeface="Verdana"/>
              </a:rPr>
              <a:t>1</a:t>
            </a:r>
            <a:endParaRPr b="1" sz="1100">
              <a:solidFill>
                <a:schemeClr val="dk1"/>
              </a:solidFill>
              <a:latin typeface="Verdana"/>
              <a:ea typeface="Verdana"/>
              <a:cs typeface="Verdana"/>
              <a:sym typeface="Verdana"/>
            </a:endParaRPr>
          </a:p>
        </p:txBody>
      </p:sp>
      <p:cxnSp>
        <p:nvCxnSpPr>
          <p:cNvPr id="1156" name="Google Shape;1156;p80"/>
          <p:cNvCxnSpPr/>
          <p:nvPr/>
        </p:nvCxnSpPr>
        <p:spPr>
          <a:xfrm flipH="1" rot="10800000">
            <a:off x="3059826" y="922777"/>
            <a:ext cx="4050600" cy="1818000"/>
          </a:xfrm>
          <a:prstGeom prst="bentConnector3">
            <a:avLst>
              <a:gd fmla="val 92404" name="adj1"/>
            </a:avLst>
          </a:prstGeom>
          <a:noFill/>
          <a:ln cap="flat" cmpd="sng" w="9525">
            <a:solidFill>
              <a:schemeClr val="dk1"/>
            </a:solidFill>
            <a:prstDash val="solid"/>
            <a:miter lim="8000"/>
            <a:headEnd len="sm" w="sm" type="none"/>
            <a:tailEnd len="sm" w="sm" type="none"/>
          </a:ln>
        </p:spPr>
      </p:cxnSp>
      <p:sp>
        <p:nvSpPr>
          <p:cNvPr id="1157" name="Google Shape;1157;p80"/>
          <p:cNvSpPr txBox="1"/>
          <p:nvPr/>
        </p:nvSpPr>
        <p:spPr>
          <a:xfrm>
            <a:off x="6770884" y="685676"/>
            <a:ext cx="304157" cy="2632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chemeClr val="dk1"/>
                </a:solidFill>
                <a:latin typeface="Verdana"/>
                <a:ea typeface="Verdana"/>
                <a:cs typeface="Verdana"/>
                <a:sym typeface="Verdana"/>
              </a:rPr>
              <a:t>*</a:t>
            </a:r>
            <a:endParaRPr/>
          </a:p>
        </p:txBody>
      </p:sp>
      <p:sp>
        <p:nvSpPr>
          <p:cNvPr id="1158" name="Google Shape;1158;p80"/>
          <p:cNvSpPr txBox="1"/>
          <p:nvPr/>
        </p:nvSpPr>
        <p:spPr>
          <a:xfrm>
            <a:off x="3155818" y="2812570"/>
            <a:ext cx="304157" cy="2632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chemeClr val="dk1"/>
                </a:solidFill>
                <a:latin typeface="Verdana"/>
                <a:ea typeface="Verdana"/>
                <a:cs typeface="Verdana"/>
                <a:sym typeface="Verdana"/>
              </a:rPr>
              <a:t>1</a:t>
            </a:r>
            <a:endParaRPr b="1" sz="1100">
              <a:solidFill>
                <a:schemeClr val="dk1"/>
              </a:solidFill>
              <a:latin typeface="Verdana"/>
              <a:ea typeface="Verdana"/>
              <a:cs typeface="Verdana"/>
              <a:sym typeface="Verdana"/>
            </a:endParaRPr>
          </a:p>
        </p:txBody>
      </p:sp>
      <p:cxnSp>
        <p:nvCxnSpPr>
          <p:cNvPr id="1159" name="Google Shape;1159;p80"/>
          <p:cNvCxnSpPr/>
          <p:nvPr/>
        </p:nvCxnSpPr>
        <p:spPr>
          <a:xfrm flipH="1" rot="10800000">
            <a:off x="2298819" y="2941487"/>
            <a:ext cx="4562100" cy="496500"/>
          </a:xfrm>
          <a:prstGeom prst="bentConnector3">
            <a:avLst>
              <a:gd fmla="val 23215" name="adj1"/>
            </a:avLst>
          </a:prstGeom>
          <a:noFill/>
          <a:ln cap="flat" cmpd="sng" w="9525">
            <a:solidFill>
              <a:schemeClr val="dk1"/>
            </a:solidFill>
            <a:prstDash val="solid"/>
            <a:miter lim="8000"/>
            <a:headEnd len="sm" w="sm" type="none"/>
            <a:tailEnd len="sm" w="sm" type="none"/>
          </a:ln>
        </p:spPr>
      </p:cxnSp>
      <p:cxnSp>
        <p:nvCxnSpPr>
          <p:cNvPr id="1160" name="Google Shape;1160;p80"/>
          <p:cNvCxnSpPr/>
          <p:nvPr/>
        </p:nvCxnSpPr>
        <p:spPr>
          <a:xfrm>
            <a:off x="2298819" y="3450868"/>
            <a:ext cx="0" cy="283253"/>
          </a:xfrm>
          <a:prstGeom prst="straightConnector1">
            <a:avLst/>
          </a:prstGeom>
          <a:noFill/>
          <a:ln cap="flat" cmpd="sng" w="9525">
            <a:solidFill>
              <a:schemeClr val="dk1"/>
            </a:solidFill>
            <a:prstDash val="solid"/>
            <a:miter lim="8000"/>
            <a:headEnd len="sm" w="sm" type="none"/>
            <a:tailEnd len="sm" w="sm" type="none"/>
          </a:ln>
        </p:spPr>
      </p:cxnSp>
      <p:sp>
        <p:nvSpPr>
          <p:cNvPr id="1161" name="Google Shape;1161;p80"/>
          <p:cNvSpPr txBox="1"/>
          <p:nvPr/>
        </p:nvSpPr>
        <p:spPr>
          <a:xfrm>
            <a:off x="1967734" y="3460889"/>
            <a:ext cx="304157" cy="2632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chemeClr val="dk1"/>
                </a:solidFill>
                <a:latin typeface="Verdana"/>
                <a:ea typeface="Verdana"/>
                <a:cs typeface="Verdana"/>
                <a:sym typeface="Verdana"/>
              </a:rPr>
              <a:t>1</a:t>
            </a:r>
            <a:endParaRPr b="1" sz="1100">
              <a:solidFill>
                <a:schemeClr val="dk1"/>
              </a:solidFill>
              <a:latin typeface="Verdana"/>
              <a:ea typeface="Verdana"/>
              <a:cs typeface="Verdana"/>
              <a:sym typeface="Verdana"/>
            </a:endParaRPr>
          </a:p>
        </p:txBody>
      </p:sp>
      <p:sp>
        <p:nvSpPr>
          <p:cNvPr id="1162" name="Google Shape;1162;p80"/>
          <p:cNvSpPr txBox="1"/>
          <p:nvPr/>
        </p:nvSpPr>
        <p:spPr>
          <a:xfrm>
            <a:off x="6521632" y="2989240"/>
            <a:ext cx="304157" cy="2632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chemeClr val="dk1"/>
                </a:solidFill>
                <a:latin typeface="Verdana"/>
                <a:ea typeface="Verdana"/>
                <a:cs typeface="Verdana"/>
                <a:sym typeface="Verdana"/>
              </a:rPr>
              <a:t>*</a:t>
            </a:r>
            <a:endParaRPr/>
          </a:p>
        </p:txBody>
      </p:sp>
      <p:pic>
        <p:nvPicPr>
          <p:cNvPr descr="Accenture Logo PNG (FREE DOWNLAD)" id="1163" name="Google Shape;1163;p80"/>
          <p:cNvPicPr preferRelativeResize="0"/>
          <p:nvPr/>
        </p:nvPicPr>
        <p:blipFill rotWithShape="1">
          <a:blip r:embed="rId3">
            <a:alphaModFix/>
          </a:blip>
          <a:srcRect b="0" l="0" r="0" t="0"/>
          <a:stretch/>
        </p:blipFill>
        <p:spPr>
          <a:xfrm>
            <a:off x="11435920" y="164327"/>
            <a:ext cx="597760" cy="59776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7" name="Shape 1167"/>
        <p:cNvGrpSpPr/>
        <p:nvPr/>
      </p:nvGrpSpPr>
      <p:grpSpPr>
        <a:xfrm>
          <a:off x="0" y="0"/>
          <a:ext cx="0" cy="0"/>
          <a:chOff x="0" y="0"/>
          <a:chExt cx="0" cy="0"/>
        </a:xfrm>
      </p:grpSpPr>
      <p:sp>
        <p:nvSpPr>
          <p:cNvPr id="1168" name="Google Shape;1168;p81"/>
          <p:cNvSpPr/>
          <p:nvPr/>
        </p:nvSpPr>
        <p:spPr>
          <a:xfrm>
            <a:off x="4821381" y="-3133898"/>
            <a:ext cx="8076365" cy="28677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p:txBody>
      </p:sp>
      <p:sp>
        <p:nvSpPr>
          <p:cNvPr id="1169" name="Google Shape;1169;p81"/>
          <p:cNvSpPr txBox="1"/>
          <p:nvPr/>
        </p:nvSpPr>
        <p:spPr>
          <a:xfrm>
            <a:off x="1105593" y="482138"/>
            <a:ext cx="182293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Class Design</a:t>
            </a:r>
            <a:endParaRPr/>
          </a:p>
        </p:txBody>
      </p:sp>
      <p:sp>
        <p:nvSpPr>
          <p:cNvPr id="1170" name="Google Shape;1170;p81"/>
          <p:cNvSpPr/>
          <p:nvPr/>
        </p:nvSpPr>
        <p:spPr>
          <a:xfrm>
            <a:off x="1105593" y="1030432"/>
            <a:ext cx="6974379" cy="3693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Verdana"/>
              <a:buNone/>
            </a:pPr>
            <a:r>
              <a:rPr b="1" i="0" lang="en-US" sz="1800" u="sng" cap="none" strike="noStrike">
                <a:solidFill>
                  <a:srgbClr val="000000"/>
                </a:solidFill>
                <a:latin typeface="Verdana"/>
                <a:ea typeface="Verdana"/>
                <a:cs typeface="Verdana"/>
                <a:sym typeface="Verdana"/>
              </a:rPr>
              <a:t>Service Interface:</a:t>
            </a:r>
            <a:endParaRPr b="0" i="0" sz="1800" u="none" cap="none" strike="noStrike">
              <a:solidFill>
                <a:srgbClr val="000000"/>
              </a:solidFill>
              <a:latin typeface="Verdana"/>
              <a:ea typeface="Verdana"/>
              <a:cs typeface="Verdana"/>
              <a:sym typeface="Verdana"/>
            </a:endParaRPr>
          </a:p>
        </p:txBody>
      </p:sp>
      <p:sp>
        <p:nvSpPr>
          <p:cNvPr id="1171" name="Google Shape;1171;p81"/>
          <p:cNvSpPr/>
          <p:nvPr/>
        </p:nvSpPr>
        <p:spPr>
          <a:xfrm>
            <a:off x="1452785" y="1507486"/>
            <a:ext cx="2657742" cy="1705733"/>
          </a:xfrm>
          <a:prstGeom prst="rect">
            <a:avLst/>
          </a:prstGeom>
          <a:noFill/>
          <a:ln cap="flat" cmpd="sng" w="12700">
            <a:solidFill>
              <a:srgbClr val="00517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172" name="Google Shape;1172;p81"/>
          <p:cNvSpPr txBox="1"/>
          <p:nvPr/>
        </p:nvSpPr>
        <p:spPr>
          <a:xfrm>
            <a:off x="1452785" y="1497692"/>
            <a:ext cx="2657742" cy="230832"/>
          </a:xfrm>
          <a:prstGeom prst="rect">
            <a:avLst/>
          </a:prstGeom>
          <a:solidFill>
            <a:schemeClr val="lt1"/>
          </a:solidFill>
          <a:ln cap="flat" cmpd="sng" w="12700">
            <a:solidFill>
              <a:schemeClr val="dk1"/>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chemeClr val="dk1"/>
                </a:solidFill>
                <a:latin typeface="Verdana"/>
                <a:ea typeface="Verdana"/>
                <a:cs typeface="Verdana"/>
                <a:sym typeface="Verdana"/>
              </a:rPr>
              <a:t>IShopService</a:t>
            </a:r>
            <a:endParaRPr b="1" sz="1050">
              <a:solidFill>
                <a:schemeClr val="dk1"/>
              </a:solidFill>
              <a:latin typeface="Verdana"/>
              <a:ea typeface="Verdana"/>
              <a:cs typeface="Verdana"/>
              <a:sym typeface="Verdana"/>
            </a:endParaRPr>
          </a:p>
        </p:txBody>
      </p:sp>
      <p:sp>
        <p:nvSpPr>
          <p:cNvPr id="1173" name="Google Shape;1173;p81"/>
          <p:cNvSpPr txBox="1"/>
          <p:nvPr/>
        </p:nvSpPr>
        <p:spPr>
          <a:xfrm>
            <a:off x="1522745" y="1741079"/>
            <a:ext cx="2493777" cy="132343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chemeClr val="dk1"/>
                </a:solidFill>
                <a:latin typeface="Verdana"/>
                <a:ea typeface="Verdana"/>
                <a:cs typeface="Verdana"/>
                <a:sym typeface="Verdana"/>
              </a:rPr>
              <a:t>+addShop(Shop shop) : Shop</a:t>
            </a:r>
            <a:endParaRPr/>
          </a:p>
          <a:p>
            <a:pPr indent="0" lvl="0" marL="0" marR="0" rtl="0" algn="l">
              <a:spcBef>
                <a:spcPts val="0"/>
              </a:spcBef>
              <a:spcAft>
                <a:spcPts val="0"/>
              </a:spcAft>
              <a:buNone/>
            </a:pPr>
            <a:r>
              <a:rPr lang="en-US" sz="800">
                <a:solidFill>
                  <a:schemeClr val="dk1"/>
                </a:solidFill>
                <a:latin typeface="Verdana"/>
                <a:ea typeface="Verdana"/>
                <a:cs typeface="Verdana"/>
                <a:sym typeface="Verdana"/>
              </a:rPr>
              <a:t>+updateShop(Shop shop) : Shop</a:t>
            </a:r>
            <a:endParaRPr/>
          </a:p>
          <a:p>
            <a:pPr indent="0" lvl="0" marL="0" marR="0" rtl="0" algn="l">
              <a:spcBef>
                <a:spcPts val="0"/>
              </a:spcBef>
              <a:spcAft>
                <a:spcPts val="0"/>
              </a:spcAft>
              <a:buNone/>
            </a:pPr>
            <a:r>
              <a:rPr lang="en-US" sz="800">
                <a:solidFill>
                  <a:schemeClr val="dk1"/>
                </a:solidFill>
                <a:latin typeface="Verdana"/>
                <a:ea typeface="Verdana"/>
                <a:cs typeface="Verdana"/>
                <a:sym typeface="Verdana"/>
              </a:rPr>
              <a:t>+searchShopById(long id):Shop</a:t>
            </a:r>
            <a:endParaRPr/>
          </a:p>
          <a:p>
            <a:pPr indent="0" lvl="0" marL="0" marR="0" rtl="0" algn="l">
              <a:spcBef>
                <a:spcPts val="0"/>
              </a:spcBef>
              <a:spcAft>
                <a:spcPts val="0"/>
              </a:spcAft>
              <a:buNone/>
            </a:pPr>
            <a:r>
              <a:rPr lang="en-US" sz="800">
                <a:solidFill>
                  <a:schemeClr val="dk1"/>
                </a:solidFill>
                <a:latin typeface="Verdana"/>
                <a:ea typeface="Verdana"/>
                <a:cs typeface="Verdana"/>
                <a:sym typeface="Verdana"/>
              </a:rPr>
              <a:t>+addEmployee(Employee employee): Boolean</a:t>
            </a:r>
            <a:endParaRPr/>
          </a:p>
          <a:p>
            <a:pPr indent="0" lvl="0" marL="0" marR="0" rtl="0" algn="l">
              <a:spcBef>
                <a:spcPts val="0"/>
              </a:spcBef>
              <a:spcAft>
                <a:spcPts val="0"/>
              </a:spcAft>
              <a:buNone/>
            </a:pPr>
            <a:r>
              <a:rPr lang="en-US" sz="800">
                <a:solidFill>
                  <a:schemeClr val="dk1"/>
                </a:solidFill>
                <a:latin typeface="Verdana"/>
                <a:ea typeface="Verdana"/>
                <a:cs typeface="Verdana"/>
                <a:sym typeface="Verdana"/>
              </a:rPr>
              <a:t>+updateEmployee(Employee employee): Boolean</a:t>
            </a:r>
            <a:endParaRPr/>
          </a:p>
          <a:p>
            <a:pPr indent="0" lvl="0" marL="0" marR="0" rtl="0" algn="l">
              <a:spcBef>
                <a:spcPts val="0"/>
              </a:spcBef>
              <a:spcAft>
                <a:spcPts val="0"/>
              </a:spcAft>
              <a:buNone/>
            </a:pPr>
            <a:r>
              <a:rPr lang="en-US" sz="800">
                <a:solidFill>
                  <a:schemeClr val="dk1"/>
                </a:solidFill>
                <a:latin typeface="Verdana"/>
                <a:ea typeface="Verdana"/>
                <a:cs typeface="Verdana"/>
                <a:sym typeface="Verdana"/>
              </a:rPr>
              <a:t>+deleteShop(long id):Boolean</a:t>
            </a:r>
            <a:endParaRPr/>
          </a:p>
          <a:p>
            <a:pPr indent="0" lvl="0" marL="0" marR="0" rtl="0" algn="l">
              <a:spcBef>
                <a:spcPts val="0"/>
              </a:spcBef>
              <a:spcAft>
                <a:spcPts val="0"/>
              </a:spcAft>
              <a:buNone/>
            </a:pPr>
            <a:r>
              <a:rPr lang="en-US" sz="800">
                <a:solidFill>
                  <a:schemeClr val="dk1"/>
                </a:solidFill>
                <a:latin typeface="Verdana"/>
                <a:ea typeface="Verdana"/>
                <a:cs typeface="Verdana"/>
                <a:sym typeface="Verdana"/>
              </a:rPr>
              <a:t>+addItem(Item item):Item</a:t>
            </a:r>
            <a:endParaRPr sz="8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800">
              <a:solidFill>
                <a:schemeClr val="dk1"/>
              </a:solidFill>
              <a:latin typeface="Verdana"/>
              <a:ea typeface="Verdana"/>
              <a:cs typeface="Verdana"/>
              <a:sym typeface="Verdana"/>
            </a:endParaRPr>
          </a:p>
        </p:txBody>
      </p:sp>
      <p:cxnSp>
        <p:nvCxnSpPr>
          <p:cNvPr id="1174" name="Google Shape;1174;p81"/>
          <p:cNvCxnSpPr/>
          <p:nvPr/>
        </p:nvCxnSpPr>
        <p:spPr>
          <a:xfrm>
            <a:off x="1452785" y="3042303"/>
            <a:ext cx="2657742" cy="0"/>
          </a:xfrm>
          <a:prstGeom prst="straightConnector1">
            <a:avLst/>
          </a:prstGeom>
          <a:noFill/>
          <a:ln cap="flat" cmpd="sng" w="9525">
            <a:solidFill>
              <a:schemeClr val="dk1"/>
            </a:solidFill>
            <a:prstDash val="solid"/>
            <a:miter lim="8000"/>
            <a:headEnd len="sm" w="sm" type="none"/>
            <a:tailEnd len="sm" w="sm" type="none"/>
          </a:ln>
        </p:spPr>
      </p:cxnSp>
      <p:sp>
        <p:nvSpPr>
          <p:cNvPr id="1175" name="Google Shape;1175;p81"/>
          <p:cNvSpPr/>
          <p:nvPr/>
        </p:nvSpPr>
        <p:spPr>
          <a:xfrm>
            <a:off x="4894435" y="1463658"/>
            <a:ext cx="2657742" cy="1194546"/>
          </a:xfrm>
          <a:prstGeom prst="rect">
            <a:avLst/>
          </a:prstGeom>
          <a:noFill/>
          <a:ln cap="flat" cmpd="sng" w="12700">
            <a:solidFill>
              <a:srgbClr val="00517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176" name="Google Shape;1176;p81"/>
          <p:cNvSpPr txBox="1"/>
          <p:nvPr/>
        </p:nvSpPr>
        <p:spPr>
          <a:xfrm>
            <a:off x="4894435" y="1453863"/>
            <a:ext cx="2657742" cy="230832"/>
          </a:xfrm>
          <a:prstGeom prst="rect">
            <a:avLst/>
          </a:prstGeom>
          <a:solidFill>
            <a:schemeClr val="lt1"/>
          </a:solidFill>
          <a:ln cap="flat" cmpd="sng" w="12700">
            <a:solidFill>
              <a:schemeClr val="dk1"/>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chemeClr val="dk1"/>
                </a:solidFill>
                <a:latin typeface="Verdana"/>
                <a:ea typeface="Verdana"/>
                <a:cs typeface="Verdana"/>
                <a:sym typeface="Verdana"/>
              </a:rPr>
              <a:t>IOrderService</a:t>
            </a:r>
            <a:endParaRPr b="1" sz="1050">
              <a:solidFill>
                <a:schemeClr val="dk1"/>
              </a:solidFill>
              <a:latin typeface="Verdana"/>
              <a:ea typeface="Verdana"/>
              <a:cs typeface="Verdana"/>
              <a:sym typeface="Verdana"/>
            </a:endParaRPr>
          </a:p>
        </p:txBody>
      </p:sp>
      <p:sp>
        <p:nvSpPr>
          <p:cNvPr id="1177" name="Google Shape;1177;p81"/>
          <p:cNvSpPr txBox="1"/>
          <p:nvPr/>
        </p:nvSpPr>
        <p:spPr>
          <a:xfrm>
            <a:off x="4964395" y="1697250"/>
            <a:ext cx="2493777"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chemeClr val="dk1"/>
                </a:solidFill>
                <a:latin typeface="Verdana"/>
                <a:ea typeface="Verdana"/>
                <a:cs typeface="Verdana"/>
                <a:sym typeface="Verdana"/>
              </a:rPr>
              <a:t>+addOrder(Order order) : Order</a:t>
            </a:r>
            <a:endParaRPr/>
          </a:p>
          <a:p>
            <a:pPr indent="0" lvl="0" marL="0" marR="0" rtl="0" algn="l">
              <a:spcBef>
                <a:spcPts val="0"/>
              </a:spcBef>
              <a:spcAft>
                <a:spcPts val="0"/>
              </a:spcAft>
              <a:buNone/>
            </a:pPr>
            <a:r>
              <a:rPr lang="en-US" sz="800">
                <a:solidFill>
                  <a:schemeClr val="dk1"/>
                </a:solidFill>
                <a:latin typeface="Verdana"/>
                <a:ea typeface="Verdana"/>
                <a:cs typeface="Verdana"/>
                <a:sym typeface="Verdana"/>
              </a:rPr>
              <a:t>+updateOrder(Order order) : Order</a:t>
            </a:r>
            <a:endParaRPr/>
          </a:p>
          <a:p>
            <a:pPr indent="0" lvl="0" marL="0" marR="0" rtl="0" algn="l">
              <a:spcBef>
                <a:spcPts val="0"/>
              </a:spcBef>
              <a:spcAft>
                <a:spcPts val="0"/>
              </a:spcAft>
              <a:buNone/>
            </a:pPr>
            <a:r>
              <a:rPr lang="en-US" sz="800">
                <a:solidFill>
                  <a:schemeClr val="dk1"/>
                </a:solidFill>
                <a:latin typeface="Verdana"/>
                <a:ea typeface="Verdana"/>
                <a:cs typeface="Verdana"/>
                <a:sym typeface="Verdana"/>
              </a:rPr>
              <a:t>+searchOrder(long id):Order</a:t>
            </a:r>
            <a:endParaRPr/>
          </a:p>
          <a:p>
            <a:pPr indent="0" lvl="0" marL="0" marR="0" rtl="0" algn="l">
              <a:spcBef>
                <a:spcPts val="0"/>
              </a:spcBef>
              <a:spcAft>
                <a:spcPts val="0"/>
              </a:spcAft>
              <a:buNone/>
            </a:pPr>
            <a:r>
              <a:rPr lang="en-US" sz="800">
                <a:solidFill>
                  <a:schemeClr val="dk1"/>
                </a:solidFill>
                <a:latin typeface="Verdana"/>
                <a:ea typeface="Verdana"/>
                <a:cs typeface="Verdana"/>
                <a:sym typeface="Verdana"/>
              </a:rPr>
              <a:t>+cancelMall(long id):boolean</a:t>
            </a:r>
            <a:endParaRPr sz="800">
              <a:solidFill>
                <a:schemeClr val="dk1"/>
              </a:solidFill>
              <a:latin typeface="Verdana"/>
              <a:ea typeface="Verdana"/>
              <a:cs typeface="Verdana"/>
              <a:sym typeface="Verdana"/>
            </a:endParaRPr>
          </a:p>
          <a:p>
            <a:pPr indent="0" lvl="0" marL="0" marR="0" rtl="0" algn="l">
              <a:spcBef>
                <a:spcPts val="0"/>
              </a:spcBef>
              <a:spcAft>
                <a:spcPts val="0"/>
              </a:spcAft>
              <a:buNone/>
            </a:pPr>
            <a:r>
              <a:rPr lang="en-US" sz="800">
                <a:solidFill>
                  <a:schemeClr val="dk1"/>
                </a:solidFill>
                <a:latin typeface="Verdana"/>
                <a:ea typeface="Verdana"/>
                <a:cs typeface="Verdana"/>
                <a:sym typeface="Verdana"/>
              </a:rPr>
              <a:t>+addItem(Item item):Item</a:t>
            </a:r>
            <a:endParaRPr/>
          </a:p>
        </p:txBody>
      </p:sp>
      <p:cxnSp>
        <p:nvCxnSpPr>
          <p:cNvPr id="1178" name="Google Shape;1178;p81"/>
          <p:cNvCxnSpPr/>
          <p:nvPr/>
        </p:nvCxnSpPr>
        <p:spPr>
          <a:xfrm>
            <a:off x="4894435" y="2494272"/>
            <a:ext cx="2657742" cy="0"/>
          </a:xfrm>
          <a:prstGeom prst="straightConnector1">
            <a:avLst/>
          </a:prstGeom>
          <a:noFill/>
          <a:ln cap="flat" cmpd="sng" w="9525">
            <a:solidFill>
              <a:schemeClr val="dk1"/>
            </a:solidFill>
            <a:prstDash val="solid"/>
            <a:miter lim="8000"/>
            <a:headEnd len="sm" w="sm" type="none"/>
            <a:tailEnd len="sm" w="sm" type="none"/>
          </a:ln>
        </p:spPr>
      </p:cxnSp>
      <p:sp>
        <p:nvSpPr>
          <p:cNvPr id="1179" name="Google Shape;1179;p81"/>
          <p:cNvSpPr/>
          <p:nvPr/>
        </p:nvSpPr>
        <p:spPr>
          <a:xfrm>
            <a:off x="1697765" y="3654576"/>
            <a:ext cx="2657742" cy="1705733"/>
          </a:xfrm>
          <a:prstGeom prst="rect">
            <a:avLst/>
          </a:prstGeom>
          <a:noFill/>
          <a:ln cap="flat" cmpd="sng" w="12700">
            <a:solidFill>
              <a:srgbClr val="00517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180" name="Google Shape;1180;p81"/>
          <p:cNvSpPr txBox="1"/>
          <p:nvPr/>
        </p:nvSpPr>
        <p:spPr>
          <a:xfrm>
            <a:off x="1697765" y="3644782"/>
            <a:ext cx="2657742" cy="230832"/>
          </a:xfrm>
          <a:prstGeom prst="rect">
            <a:avLst/>
          </a:prstGeom>
          <a:solidFill>
            <a:schemeClr val="lt1"/>
          </a:solidFill>
          <a:ln cap="flat" cmpd="sng" w="12700">
            <a:solidFill>
              <a:schemeClr val="dk1"/>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chemeClr val="dk1"/>
                </a:solidFill>
                <a:latin typeface="Verdana"/>
                <a:ea typeface="Verdana"/>
                <a:cs typeface="Verdana"/>
                <a:sym typeface="Verdana"/>
              </a:rPr>
              <a:t>IEmployeeService</a:t>
            </a:r>
            <a:endParaRPr b="1" sz="1050">
              <a:solidFill>
                <a:schemeClr val="dk1"/>
              </a:solidFill>
              <a:latin typeface="Verdana"/>
              <a:ea typeface="Verdana"/>
              <a:cs typeface="Verdana"/>
              <a:sym typeface="Verdana"/>
            </a:endParaRPr>
          </a:p>
        </p:txBody>
      </p:sp>
      <p:sp>
        <p:nvSpPr>
          <p:cNvPr id="1181" name="Google Shape;1181;p81"/>
          <p:cNvSpPr txBox="1"/>
          <p:nvPr/>
        </p:nvSpPr>
        <p:spPr>
          <a:xfrm>
            <a:off x="1767725" y="3888169"/>
            <a:ext cx="2493777"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chemeClr val="dk1"/>
                </a:solidFill>
                <a:latin typeface="Verdana"/>
                <a:ea typeface="Verdana"/>
                <a:cs typeface="Verdana"/>
                <a:sym typeface="Verdana"/>
              </a:rPr>
              <a:t>+addEmployee(Employee employee) : Employee</a:t>
            </a:r>
            <a:endParaRPr/>
          </a:p>
          <a:p>
            <a:pPr indent="0" lvl="0" marL="0" marR="0" rtl="0" algn="l">
              <a:spcBef>
                <a:spcPts val="0"/>
              </a:spcBef>
              <a:spcAft>
                <a:spcPts val="0"/>
              </a:spcAft>
              <a:buNone/>
            </a:pPr>
            <a:r>
              <a:rPr lang="en-US" sz="800">
                <a:solidFill>
                  <a:schemeClr val="dk1"/>
                </a:solidFill>
                <a:latin typeface="Verdana"/>
                <a:ea typeface="Verdana"/>
                <a:cs typeface="Verdana"/>
                <a:sym typeface="Verdana"/>
              </a:rPr>
              <a:t>+updateEmployee(Employee employee) : Employee</a:t>
            </a:r>
            <a:endParaRPr/>
          </a:p>
          <a:p>
            <a:pPr indent="0" lvl="0" marL="0" marR="0" rtl="0" algn="l">
              <a:spcBef>
                <a:spcPts val="0"/>
              </a:spcBef>
              <a:spcAft>
                <a:spcPts val="0"/>
              </a:spcAft>
              <a:buNone/>
            </a:pPr>
            <a:r>
              <a:rPr lang="en-US" sz="800">
                <a:solidFill>
                  <a:schemeClr val="dk1"/>
                </a:solidFill>
                <a:latin typeface="Verdana"/>
                <a:ea typeface="Verdana"/>
                <a:cs typeface="Verdana"/>
                <a:sym typeface="Verdana"/>
              </a:rPr>
              <a:t>+searchEmployee(long id): Employee</a:t>
            </a:r>
            <a:endParaRPr/>
          </a:p>
          <a:p>
            <a:pPr indent="0" lvl="0" marL="0" marR="0" rtl="0" algn="l">
              <a:spcBef>
                <a:spcPts val="0"/>
              </a:spcBef>
              <a:spcAft>
                <a:spcPts val="0"/>
              </a:spcAft>
              <a:buNone/>
            </a:pPr>
            <a:r>
              <a:rPr lang="en-US" sz="800">
                <a:solidFill>
                  <a:schemeClr val="dk1"/>
                </a:solidFill>
                <a:latin typeface="Verdana"/>
                <a:ea typeface="Verdana"/>
                <a:cs typeface="Verdana"/>
                <a:sym typeface="Verdana"/>
              </a:rPr>
              <a:t>+deleteEmployee(long id):Boolean</a:t>
            </a:r>
            <a:endParaRPr/>
          </a:p>
          <a:p>
            <a:pPr indent="0" lvl="0" marL="0" marR="0" rtl="0" algn="l">
              <a:spcBef>
                <a:spcPts val="0"/>
              </a:spcBef>
              <a:spcAft>
                <a:spcPts val="0"/>
              </a:spcAft>
              <a:buNone/>
            </a:pPr>
            <a:r>
              <a:t/>
            </a:r>
            <a:endParaRPr sz="800">
              <a:solidFill>
                <a:schemeClr val="dk1"/>
              </a:solidFill>
              <a:latin typeface="Verdana"/>
              <a:ea typeface="Verdana"/>
              <a:cs typeface="Verdana"/>
              <a:sym typeface="Verdana"/>
            </a:endParaRPr>
          </a:p>
        </p:txBody>
      </p:sp>
      <p:cxnSp>
        <p:nvCxnSpPr>
          <p:cNvPr id="1182" name="Google Shape;1182;p81"/>
          <p:cNvCxnSpPr/>
          <p:nvPr/>
        </p:nvCxnSpPr>
        <p:spPr>
          <a:xfrm>
            <a:off x="1697765" y="5189393"/>
            <a:ext cx="2657742" cy="0"/>
          </a:xfrm>
          <a:prstGeom prst="straightConnector1">
            <a:avLst/>
          </a:prstGeom>
          <a:noFill/>
          <a:ln cap="flat" cmpd="sng" w="9525">
            <a:solidFill>
              <a:schemeClr val="dk1"/>
            </a:solidFill>
            <a:prstDash val="solid"/>
            <a:miter lim="8000"/>
            <a:headEnd len="sm" w="sm" type="none"/>
            <a:tailEnd len="sm" w="sm" type="none"/>
          </a:ln>
        </p:spPr>
      </p:cxnSp>
      <p:sp>
        <p:nvSpPr>
          <p:cNvPr id="1183" name="Google Shape;1183;p81"/>
          <p:cNvSpPr/>
          <p:nvPr/>
        </p:nvSpPr>
        <p:spPr>
          <a:xfrm>
            <a:off x="5063383" y="4231826"/>
            <a:ext cx="2657742" cy="1705733"/>
          </a:xfrm>
          <a:prstGeom prst="rect">
            <a:avLst/>
          </a:prstGeom>
          <a:noFill/>
          <a:ln cap="flat" cmpd="sng" w="12700">
            <a:solidFill>
              <a:srgbClr val="00517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184" name="Google Shape;1184;p81"/>
          <p:cNvSpPr txBox="1"/>
          <p:nvPr/>
        </p:nvSpPr>
        <p:spPr>
          <a:xfrm>
            <a:off x="5063383" y="4222032"/>
            <a:ext cx="2657742" cy="230832"/>
          </a:xfrm>
          <a:prstGeom prst="rect">
            <a:avLst/>
          </a:prstGeom>
          <a:solidFill>
            <a:schemeClr val="lt1"/>
          </a:solidFill>
          <a:ln cap="flat" cmpd="sng" w="12700">
            <a:solidFill>
              <a:schemeClr val="dk1"/>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chemeClr val="dk1"/>
                </a:solidFill>
                <a:latin typeface="Verdana"/>
                <a:ea typeface="Verdana"/>
                <a:cs typeface="Verdana"/>
                <a:sym typeface="Verdana"/>
              </a:rPr>
              <a:t>IUserService</a:t>
            </a:r>
            <a:endParaRPr b="1" sz="1050">
              <a:solidFill>
                <a:schemeClr val="dk1"/>
              </a:solidFill>
              <a:latin typeface="Verdana"/>
              <a:ea typeface="Verdana"/>
              <a:cs typeface="Verdana"/>
              <a:sym typeface="Verdana"/>
            </a:endParaRPr>
          </a:p>
        </p:txBody>
      </p:sp>
      <p:sp>
        <p:nvSpPr>
          <p:cNvPr id="1185" name="Google Shape;1185;p81"/>
          <p:cNvSpPr txBox="1"/>
          <p:nvPr/>
        </p:nvSpPr>
        <p:spPr>
          <a:xfrm>
            <a:off x="5133343" y="4465419"/>
            <a:ext cx="2493777"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chemeClr val="dk1"/>
                </a:solidFill>
                <a:latin typeface="Verdana"/>
                <a:ea typeface="Verdana"/>
                <a:cs typeface="Verdana"/>
                <a:sym typeface="Verdana"/>
              </a:rPr>
              <a:t>+addNewUser(User user) : User</a:t>
            </a:r>
            <a:endParaRPr/>
          </a:p>
          <a:p>
            <a:pPr indent="0" lvl="0" marL="0" marR="0" rtl="0" algn="l">
              <a:spcBef>
                <a:spcPts val="0"/>
              </a:spcBef>
              <a:spcAft>
                <a:spcPts val="0"/>
              </a:spcAft>
              <a:buNone/>
            </a:pPr>
            <a:r>
              <a:rPr lang="en-US" sz="800">
                <a:solidFill>
                  <a:schemeClr val="dk1"/>
                </a:solidFill>
                <a:latin typeface="Verdana"/>
                <a:ea typeface="Verdana"/>
                <a:cs typeface="Verdana"/>
                <a:sym typeface="Verdana"/>
              </a:rPr>
              <a:t>+updateUser(User user) : User</a:t>
            </a:r>
            <a:endParaRPr sz="8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8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800">
              <a:solidFill>
                <a:schemeClr val="dk1"/>
              </a:solidFill>
              <a:latin typeface="Verdana"/>
              <a:ea typeface="Verdana"/>
              <a:cs typeface="Verdana"/>
              <a:sym typeface="Verdana"/>
            </a:endParaRPr>
          </a:p>
          <a:p>
            <a:pPr indent="0" lvl="0" marL="0" marR="0" rtl="0" algn="l">
              <a:spcBef>
                <a:spcPts val="0"/>
              </a:spcBef>
              <a:spcAft>
                <a:spcPts val="0"/>
              </a:spcAft>
              <a:buNone/>
            </a:pPr>
            <a:r>
              <a:rPr lang="en-US" sz="800">
                <a:solidFill>
                  <a:schemeClr val="dk1"/>
                </a:solidFill>
                <a:latin typeface="Verdana"/>
                <a:ea typeface="Verdana"/>
                <a:cs typeface="Verdana"/>
                <a:sym typeface="Verdana"/>
              </a:rPr>
              <a:t>+ login(User user): User</a:t>
            </a:r>
            <a:endParaRPr/>
          </a:p>
          <a:p>
            <a:pPr indent="0" lvl="0" marL="0" marR="0" rtl="0" algn="l">
              <a:spcBef>
                <a:spcPts val="0"/>
              </a:spcBef>
              <a:spcAft>
                <a:spcPts val="0"/>
              </a:spcAft>
              <a:buNone/>
            </a:pPr>
            <a:r>
              <a:rPr lang="en-US" sz="800">
                <a:solidFill>
                  <a:schemeClr val="dk1"/>
                </a:solidFill>
                <a:latin typeface="Verdana"/>
                <a:ea typeface="Verdana"/>
                <a:cs typeface="Verdana"/>
                <a:sym typeface="Verdana"/>
              </a:rPr>
              <a:t>+logOut():boolean</a:t>
            </a:r>
            <a:endParaRPr sz="8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800">
              <a:solidFill>
                <a:schemeClr val="dk1"/>
              </a:solidFill>
              <a:latin typeface="Verdana"/>
              <a:ea typeface="Verdana"/>
              <a:cs typeface="Verdana"/>
              <a:sym typeface="Verdana"/>
            </a:endParaRPr>
          </a:p>
        </p:txBody>
      </p:sp>
      <p:cxnSp>
        <p:nvCxnSpPr>
          <p:cNvPr id="1186" name="Google Shape;1186;p81"/>
          <p:cNvCxnSpPr/>
          <p:nvPr/>
        </p:nvCxnSpPr>
        <p:spPr>
          <a:xfrm>
            <a:off x="5063383" y="5766643"/>
            <a:ext cx="2657742" cy="0"/>
          </a:xfrm>
          <a:prstGeom prst="straightConnector1">
            <a:avLst/>
          </a:prstGeom>
          <a:noFill/>
          <a:ln cap="flat" cmpd="sng" w="9525">
            <a:solidFill>
              <a:schemeClr val="dk1"/>
            </a:solidFill>
            <a:prstDash val="solid"/>
            <a:miter lim="8000"/>
            <a:headEnd len="sm" w="sm" type="none"/>
            <a:tailEnd len="sm" w="sm" type="none"/>
          </a:ln>
        </p:spPr>
      </p:cxnSp>
      <p:sp>
        <p:nvSpPr>
          <p:cNvPr id="1187" name="Google Shape;1187;p81"/>
          <p:cNvSpPr/>
          <p:nvPr/>
        </p:nvSpPr>
        <p:spPr>
          <a:xfrm>
            <a:off x="8336085" y="1507486"/>
            <a:ext cx="2657742" cy="1705733"/>
          </a:xfrm>
          <a:prstGeom prst="rect">
            <a:avLst/>
          </a:prstGeom>
          <a:noFill/>
          <a:ln cap="flat" cmpd="sng" w="12700">
            <a:solidFill>
              <a:srgbClr val="00517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188" name="Google Shape;1188;p81"/>
          <p:cNvSpPr txBox="1"/>
          <p:nvPr/>
        </p:nvSpPr>
        <p:spPr>
          <a:xfrm>
            <a:off x="8336085" y="1497692"/>
            <a:ext cx="2657742" cy="230832"/>
          </a:xfrm>
          <a:prstGeom prst="rect">
            <a:avLst/>
          </a:prstGeom>
          <a:solidFill>
            <a:schemeClr val="lt1"/>
          </a:solidFill>
          <a:ln cap="flat" cmpd="sng" w="12700">
            <a:solidFill>
              <a:schemeClr val="dk1"/>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chemeClr val="dk1"/>
                </a:solidFill>
                <a:latin typeface="Verdana"/>
                <a:ea typeface="Verdana"/>
                <a:cs typeface="Verdana"/>
                <a:sym typeface="Verdana"/>
              </a:rPr>
              <a:t>ICustomerService</a:t>
            </a:r>
            <a:endParaRPr b="1" sz="1050">
              <a:solidFill>
                <a:schemeClr val="dk1"/>
              </a:solidFill>
              <a:latin typeface="Verdana"/>
              <a:ea typeface="Verdana"/>
              <a:cs typeface="Verdana"/>
              <a:sym typeface="Verdana"/>
            </a:endParaRPr>
          </a:p>
        </p:txBody>
      </p:sp>
      <p:sp>
        <p:nvSpPr>
          <p:cNvPr id="1189" name="Google Shape;1189;p81"/>
          <p:cNvSpPr txBox="1"/>
          <p:nvPr/>
        </p:nvSpPr>
        <p:spPr>
          <a:xfrm>
            <a:off x="8406045" y="1741079"/>
            <a:ext cx="2493777" cy="132343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chemeClr val="dk1"/>
                </a:solidFill>
                <a:latin typeface="Verdana"/>
                <a:ea typeface="Verdana"/>
                <a:cs typeface="Verdana"/>
                <a:sym typeface="Verdana"/>
              </a:rPr>
              <a:t>+searchItem(String itemName) : List&lt;Item&gt;</a:t>
            </a:r>
            <a:endParaRPr/>
          </a:p>
          <a:p>
            <a:pPr indent="0" lvl="0" marL="0" marR="0" rtl="0" algn="l">
              <a:spcBef>
                <a:spcPts val="0"/>
              </a:spcBef>
              <a:spcAft>
                <a:spcPts val="0"/>
              </a:spcAft>
              <a:buNone/>
            </a:pPr>
            <a:r>
              <a:rPr lang="en-US" sz="800">
                <a:solidFill>
                  <a:schemeClr val="dk1"/>
                </a:solidFill>
                <a:latin typeface="Verdana"/>
                <a:ea typeface="Verdana"/>
                <a:cs typeface="Verdana"/>
                <a:sym typeface="Verdana"/>
              </a:rPr>
              <a:t>+orderItem(Item item) : Item</a:t>
            </a:r>
            <a:endParaRPr/>
          </a:p>
          <a:p>
            <a:pPr indent="0" lvl="0" marL="0" marR="0" rtl="0" algn="l">
              <a:spcBef>
                <a:spcPts val="0"/>
              </a:spcBef>
              <a:spcAft>
                <a:spcPts val="0"/>
              </a:spcAft>
              <a:buNone/>
            </a:pPr>
            <a:r>
              <a:rPr lang="en-US" sz="800">
                <a:solidFill>
                  <a:schemeClr val="dk1"/>
                </a:solidFill>
                <a:latin typeface="Verdana"/>
                <a:ea typeface="Verdana"/>
                <a:cs typeface="Verdana"/>
                <a:sym typeface="Verdana"/>
              </a:rPr>
              <a:t>+searchMall(long id):Mall</a:t>
            </a:r>
            <a:endParaRPr/>
          </a:p>
          <a:p>
            <a:pPr indent="0" lvl="0" marL="0" marR="0" rtl="0" algn="l">
              <a:spcBef>
                <a:spcPts val="0"/>
              </a:spcBef>
              <a:spcAft>
                <a:spcPts val="0"/>
              </a:spcAft>
              <a:buNone/>
            </a:pPr>
            <a:r>
              <a:rPr lang="en-US" sz="800">
                <a:solidFill>
                  <a:schemeClr val="dk1"/>
                </a:solidFill>
                <a:latin typeface="Verdana"/>
                <a:ea typeface="Verdana"/>
                <a:cs typeface="Verdana"/>
                <a:sym typeface="Verdana"/>
              </a:rPr>
              <a:t>+cancelOrder(long orderId):Boolean</a:t>
            </a:r>
            <a:endParaRPr sz="8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8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800">
              <a:solidFill>
                <a:schemeClr val="dk1"/>
              </a:solidFill>
              <a:latin typeface="Verdana"/>
              <a:ea typeface="Verdana"/>
              <a:cs typeface="Verdana"/>
              <a:sym typeface="Verdana"/>
            </a:endParaRPr>
          </a:p>
          <a:p>
            <a:pPr indent="0" lvl="0" marL="0" marR="0" rtl="0" algn="l">
              <a:spcBef>
                <a:spcPts val="0"/>
              </a:spcBef>
              <a:spcAft>
                <a:spcPts val="0"/>
              </a:spcAft>
              <a:buNone/>
            </a:pPr>
            <a:r>
              <a:rPr lang="en-US" sz="800">
                <a:solidFill>
                  <a:schemeClr val="dk1"/>
                </a:solidFill>
                <a:latin typeface="Verdana"/>
                <a:ea typeface="Verdana"/>
                <a:cs typeface="Verdana"/>
                <a:sym typeface="Verdana"/>
              </a:rPr>
              <a:t>+ login(User user): User</a:t>
            </a:r>
            <a:endParaRPr/>
          </a:p>
          <a:p>
            <a:pPr indent="0" lvl="0" marL="0" marR="0" rtl="0" algn="l">
              <a:spcBef>
                <a:spcPts val="0"/>
              </a:spcBef>
              <a:spcAft>
                <a:spcPts val="0"/>
              </a:spcAft>
              <a:buNone/>
            </a:pPr>
            <a:r>
              <a:rPr lang="en-US" sz="800">
                <a:solidFill>
                  <a:schemeClr val="dk1"/>
                </a:solidFill>
                <a:latin typeface="Verdana"/>
                <a:ea typeface="Verdana"/>
                <a:cs typeface="Verdana"/>
                <a:sym typeface="Verdana"/>
              </a:rPr>
              <a:t>+logOut():boolean</a:t>
            </a:r>
            <a:endParaRPr sz="8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800">
              <a:solidFill>
                <a:schemeClr val="dk1"/>
              </a:solidFill>
              <a:latin typeface="Verdana"/>
              <a:ea typeface="Verdana"/>
              <a:cs typeface="Verdana"/>
              <a:sym typeface="Verdana"/>
            </a:endParaRPr>
          </a:p>
        </p:txBody>
      </p:sp>
      <p:cxnSp>
        <p:nvCxnSpPr>
          <p:cNvPr id="1190" name="Google Shape;1190;p81"/>
          <p:cNvCxnSpPr/>
          <p:nvPr/>
        </p:nvCxnSpPr>
        <p:spPr>
          <a:xfrm>
            <a:off x="8336085" y="3042303"/>
            <a:ext cx="2657742" cy="0"/>
          </a:xfrm>
          <a:prstGeom prst="straightConnector1">
            <a:avLst/>
          </a:prstGeom>
          <a:noFill/>
          <a:ln cap="flat" cmpd="sng" w="9525">
            <a:solidFill>
              <a:schemeClr val="dk1"/>
            </a:solidFill>
            <a:prstDash val="solid"/>
            <a:miter lim="8000"/>
            <a:headEnd len="sm" w="sm" type="none"/>
            <a:tailEnd len="sm" w="sm" type="none"/>
          </a:ln>
        </p:spPr>
      </p:cxnSp>
      <p:sp>
        <p:nvSpPr>
          <p:cNvPr id="1191" name="Google Shape;1191;p81"/>
          <p:cNvSpPr/>
          <p:nvPr/>
        </p:nvSpPr>
        <p:spPr>
          <a:xfrm>
            <a:off x="8336085" y="3577824"/>
            <a:ext cx="2657742" cy="1705733"/>
          </a:xfrm>
          <a:prstGeom prst="rect">
            <a:avLst/>
          </a:prstGeom>
          <a:noFill/>
          <a:ln cap="flat" cmpd="sng" w="12700">
            <a:solidFill>
              <a:srgbClr val="00517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192" name="Google Shape;1192;p81"/>
          <p:cNvSpPr txBox="1"/>
          <p:nvPr/>
        </p:nvSpPr>
        <p:spPr>
          <a:xfrm>
            <a:off x="8336085" y="3568030"/>
            <a:ext cx="2657742" cy="230832"/>
          </a:xfrm>
          <a:prstGeom prst="rect">
            <a:avLst/>
          </a:prstGeom>
          <a:solidFill>
            <a:schemeClr val="lt1"/>
          </a:solidFill>
          <a:ln cap="flat" cmpd="sng" w="12700">
            <a:solidFill>
              <a:schemeClr val="dk1"/>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chemeClr val="dk1"/>
                </a:solidFill>
                <a:latin typeface="Verdana"/>
                <a:ea typeface="Verdana"/>
                <a:cs typeface="Verdana"/>
                <a:sym typeface="Verdana"/>
              </a:rPr>
              <a:t>IAdminService</a:t>
            </a:r>
            <a:endParaRPr b="1" sz="1050">
              <a:solidFill>
                <a:schemeClr val="dk1"/>
              </a:solidFill>
              <a:latin typeface="Verdana"/>
              <a:ea typeface="Verdana"/>
              <a:cs typeface="Verdana"/>
              <a:sym typeface="Verdana"/>
            </a:endParaRPr>
          </a:p>
        </p:txBody>
      </p:sp>
      <p:sp>
        <p:nvSpPr>
          <p:cNvPr id="1193" name="Google Shape;1193;p81"/>
          <p:cNvSpPr txBox="1"/>
          <p:nvPr/>
        </p:nvSpPr>
        <p:spPr>
          <a:xfrm>
            <a:off x="8406045" y="3811417"/>
            <a:ext cx="2493777"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chemeClr val="dk1"/>
                </a:solidFill>
                <a:latin typeface="Verdana"/>
                <a:ea typeface="Verdana"/>
                <a:cs typeface="Verdana"/>
                <a:sym typeface="Verdana"/>
              </a:rPr>
              <a:t>+approaveNewShop(Shop shop) : Boolean</a:t>
            </a:r>
            <a:endParaRPr/>
          </a:p>
          <a:p>
            <a:pPr indent="0" lvl="0" marL="0" marR="0" rtl="0" algn="l">
              <a:spcBef>
                <a:spcPts val="0"/>
              </a:spcBef>
              <a:spcAft>
                <a:spcPts val="0"/>
              </a:spcAft>
              <a:buNone/>
            </a:pPr>
            <a:r>
              <a:rPr lang="en-US" sz="800">
                <a:solidFill>
                  <a:schemeClr val="dk1"/>
                </a:solidFill>
                <a:latin typeface="Verdana"/>
                <a:ea typeface="Verdana"/>
                <a:cs typeface="Verdana"/>
                <a:sym typeface="Verdana"/>
              </a:rPr>
              <a:t>+updateUser(User user) : User</a:t>
            </a:r>
            <a:endParaRPr sz="8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800">
              <a:solidFill>
                <a:schemeClr val="dk1"/>
              </a:solidFill>
              <a:latin typeface="Verdana"/>
              <a:ea typeface="Verdana"/>
              <a:cs typeface="Verdana"/>
              <a:sym typeface="Verdana"/>
            </a:endParaRPr>
          </a:p>
          <a:p>
            <a:pPr indent="0" lvl="0" marL="0" marR="0" rtl="0" algn="l">
              <a:spcBef>
                <a:spcPts val="0"/>
              </a:spcBef>
              <a:spcAft>
                <a:spcPts val="0"/>
              </a:spcAft>
              <a:buNone/>
            </a:pPr>
            <a:r>
              <a:rPr lang="en-US" sz="800">
                <a:solidFill>
                  <a:schemeClr val="dk1"/>
                </a:solidFill>
                <a:latin typeface="Verdana"/>
                <a:ea typeface="Verdana"/>
                <a:cs typeface="Verdana"/>
                <a:sym typeface="Verdana"/>
              </a:rPr>
              <a:t>+ login(User user): User</a:t>
            </a:r>
            <a:endParaRPr/>
          </a:p>
          <a:p>
            <a:pPr indent="0" lvl="0" marL="0" marR="0" rtl="0" algn="l">
              <a:spcBef>
                <a:spcPts val="0"/>
              </a:spcBef>
              <a:spcAft>
                <a:spcPts val="0"/>
              </a:spcAft>
              <a:buNone/>
            </a:pPr>
            <a:r>
              <a:rPr lang="en-US" sz="800">
                <a:solidFill>
                  <a:schemeClr val="dk1"/>
                </a:solidFill>
                <a:latin typeface="Verdana"/>
                <a:ea typeface="Verdana"/>
                <a:cs typeface="Verdana"/>
                <a:sym typeface="Verdana"/>
              </a:rPr>
              <a:t>+logOut():boolean</a:t>
            </a:r>
            <a:endParaRPr sz="8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800">
              <a:solidFill>
                <a:schemeClr val="dk1"/>
              </a:solidFill>
              <a:latin typeface="Verdana"/>
              <a:ea typeface="Verdana"/>
              <a:cs typeface="Verdana"/>
              <a:sym typeface="Verdana"/>
            </a:endParaRPr>
          </a:p>
        </p:txBody>
      </p:sp>
      <p:cxnSp>
        <p:nvCxnSpPr>
          <p:cNvPr id="1194" name="Google Shape;1194;p81"/>
          <p:cNvCxnSpPr/>
          <p:nvPr/>
        </p:nvCxnSpPr>
        <p:spPr>
          <a:xfrm>
            <a:off x="8336085" y="5112641"/>
            <a:ext cx="2657742" cy="0"/>
          </a:xfrm>
          <a:prstGeom prst="straightConnector1">
            <a:avLst/>
          </a:prstGeom>
          <a:noFill/>
          <a:ln cap="flat" cmpd="sng" w="9525">
            <a:solidFill>
              <a:schemeClr val="dk1"/>
            </a:solidFill>
            <a:prstDash val="solid"/>
            <a:miter lim="8000"/>
            <a:headEnd len="sm" w="sm" type="none"/>
            <a:tailEnd len="sm" w="sm" type="none"/>
          </a:ln>
        </p:spPr>
      </p:cxnSp>
      <p:pic>
        <p:nvPicPr>
          <p:cNvPr descr="Accenture Logo PNG (FREE DOWNLAD)" id="1195" name="Google Shape;1195;p81"/>
          <p:cNvPicPr preferRelativeResize="0"/>
          <p:nvPr/>
        </p:nvPicPr>
        <p:blipFill rotWithShape="1">
          <a:blip r:embed="rId3">
            <a:alphaModFix/>
          </a:blip>
          <a:srcRect b="0" l="0" r="0" t="0"/>
          <a:stretch/>
        </p:blipFill>
        <p:spPr>
          <a:xfrm>
            <a:off x="11415600" y="183258"/>
            <a:ext cx="597760" cy="59776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9" name="Shape 1199"/>
        <p:cNvGrpSpPr/>
        <p:nvPr/>
      </p:nvGrpSpPr>
      <p:grpSpPr>
        <a:xfrm>
          <a:off x="0" y="0"/>
          <a:ext cx="0" cy="0"/>
          <a:chOff x="0" y="0"/>
          <a:chExt cx="0" cy="0"/>
        </a:xfrm>
      </p:grpSpPr>
      <p:sp>
        <p:nvSpPr>
          <p:cNvPr id="1200" name="Google Shape;1200;p82"/>
          <p:cNvSpPr/>
          <p:nvPr/>
        </p:nvSpPr>
        <p:spPr>
          <a:xfrm>
            <a:off x="4821381" y="-3133898"/>
            <a:ext cx="8076365" cy="28677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p:txBody>
      </p:sp>
      <p:sp>
        <p:nvSpPr>
          <p:cNvPr id="1201" name="Google Shape;1201;p82"/>
          <p:cNvSpPr txBox="1"/>
          <p:nvPr/>
        </p:nvSpPr>
        <p:spPr>
          <a:xfrm>
            <a:off x="1105593" y="482138"/>
            <a:ext cx="182293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Class Design</a:t>
            </a:r>
            <a:endParaRPr/>
          </a:p>
        </p:txBody>
      </p:sp>
      <p:sp>
        <p:nvSpPr>
          <p:cNvPr id="1202" name="Google Shape;1202;p82"/>
          <p:cNvSpPr/>
          <p:nvPr/>
        </p:nvSpPr>
        <p:spPr>
          <a:xfrm>
            <a:off x="1105593" y="1030432"/>
            <a:ext cx="6974379" cy="3693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Verdana"/>
              <a:buNone/>
            </a:pPr>
            <a:r>
              <a:rPr b="1" i="0" lang="en-US" sz="1800" u="sng" cap="none" strike="noStrike">
                <a:solidFill>
                  <a:srgbClr val="000000"/>
                </a:solidFill>
                <a:latin typeface="Verdana"/>
                <a:ea typeface="Verdana"/>
                <a:cs typeface="Verdana"/>
                <a:sym typeface="Verdana"/>
              </a:rPr>
              <a:t>Repository Interface:</a:t>
            </a:r>
            <a:endParaRPr b="0" i="0" sz="1800" u="none" cap="none" strike="noStrike">
              <a:solidFill>
                <a:srgbClr val="000000"/>
              </a:solidFill>
              <a:latin typeface="Verdana"/>
              <a:ea typeface="Verdana"/>
              <a:cs typeface="Verdana"/>
              <a:sym typeface="Verdana"/>
            </a:endParaRPr>
          </a:p>
        </p:txBody>
      </p:sp>
      <p:sp>
        <p:nvSpPr>
          <p:cNvPr id="1203" name="Google Shape;1203;p82"/>
          <p:cNvSpPr/>
          <p:nvPr/>
        </p:nvSpPr>
        <p:spPr>
          <a:xfrm>
            <a:off x="1452785" y="1507487"/>
            <a:ext cx="2657742" cy="1310626"/>
          </a:xfrm>
          <a:prstGeom prst="rect">
            <a:avLst/>
          </a:prstGeom>
          <a:noFill/>
          <a:ln cap="flat" cmpd="sng" w="12700">
            <a:solidFill>
              <a:srgbClr val="00517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204" name="Google Shape;1204;p82"/>
          <p:cNvSpPr txBox="1"/>
          <p:nvPr/>
        </p:nvSpPr>
        <p:spPr>
          <a:xfrm>
            <a:off x="1452785" y="1497692"/>
            <a:ext cx="2657742" cy="230832"/>
          </a:xfrm>
          <a:prstGeom prst="rect">
            <a:avLst/>
          </a:prstGeom>
          <a:solidFill>
            <a:schemeClr val="lt1"/>
          </a:solidFill>
          <a:ln cap="flat" cmpd="sng" w="12700">
            <a:solidFill>
              <a:schemeClr val="dk1"/>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chemeClr val="dk1"/>
                </a:solidFill>
                <a:latin typeface="Verdana"/>
                <a:ea typeface="Verdana"/>
                <a:cs typeface="Verdana"/>
                <a:sym typeface="Verdana"/>
              </a:rPr>
              <a:t>IShopRepository</a:t>
            </a:r>
            <a:endParaRPr b="1" sz="1050">
              <a:solidFill>
                <a:schemeClr val="dk1"/>
              </a:solidFill>
              <a:latin typeface="Verdana"/>
              <a:ea typeface="Verdana"/>
              <a:cs typeface="Verdana"/>
              <a:sym typeface="Verdana"/>
            </a:endParaRPr>
          </a:p>
        </p:txBody>
      </p:sp>
      <p:sp>
        <p:nvSpPr>
          <p:cNvPr id="1205" name="Google Shape;1205;p82"/>
          <p:cNvSpPr txBox="1"/>
          <p:nvPr/>
        </p:nvSpPr>
        <p:spPr>
          <a:xfrm>
            <a:off x="1522745" y="1741079"/>
            <a:ext cx="2493777"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chemeClr val="dk1"/>
                </a:solidFill>
                <a:latin typeface="Verdana"/>
                <a:ea typeface="Verdana"/>
                <a:cs typeface="Verdana"/>
                <a:sym typeface="Verdana"/>
              </a:rPr>
              <a:t>+addShop(Shop shop) : Shop</a:t>
            </a:r>
            <a:endParaRPr/>
          </a:p>
          <a:p>
            <a:pPr indent="0" lvl="0" marL="0" marR="0" rtl="0" algn="l">
              <a:spcBef>
                <a:spcPts val="0"/>
              </a:spcBef>
              <a:spcAft>
                <a:spcPts val="0"/>
              </a:spcAft>
              <a:buNone/>
            </a:pPr>
            <a:r>
              <a:rPr lang="en-US" sz="800">
                <a:solidFill>
                  <a:schemeClr val="dk1"/>
                </a:solidFill>
                <a:latin typeface="Verdana"/>
                <a:ea typeface="Verdana"/>
                <a:cs typeface="Verdana"/>
                <a:sym typeface="Verdana"/>
              </a:rPr>
              <a:t>+updateShop(Shop shop) : Shop</a:t>
            </a:r>
            <a:endParaRPr/>
          </a:p>
          <a:p>
            <a:pPr indent="0" lvl="0" marL="0" marR="0" rtl="0" algn="l">
              <a:spcBef>
                <a:spcPts val="0"/>
              </a:spcBef>
              <a:spcAft>
                <a:spcPts val="0"/>
              </a:spcAft>
              <a:buNone/>
            </a:pPr>
            <a:r>
              <a:rPr lang="en-US" sz="800">
                <a:solidFill>
                  <a:schemeClr val="dk1"/>
                </a:solidFill>
                <a:latin typeface="Verdana"/>
                <a:ea typeface="Verdana"/>
                <a:cs typeface="Verdana"/>
                <a:sym typeface="Verdana"/>
              </a:rPr>
              <a:t>+searchShopById(long id):Shop</a:t>
            </a:r>
            <a:endParaRPr/>
          </a:p>
          <a:p>
            <a:pPr indent="0" lvl="0" marL="0" marR="0" rtl="0" algn="l">
              <a:spcBef>
                <a:spcPts val="0"/>
              </a:spcBef>
              <a:spcAft>
                <a:spcPts val="0"/>
              </a:spcAft>
              <a:buNone/>
            </a:pPr>
            <a:r>
              <a:rPr lang="en-US" sz="800">
                <a:solidFill>
                  <a:schemeClr val="dk1"/>
                </a:solidFill>
                <a:latin typeface="Verdana"/>
                <a:ea typeface="Verdana"/>
                <a:cs typeface="Verdana"/>
                <a:sym typeface="Verdana"/>
              </a:rPr>
              <a:t>+deleteShop(long id):boolean</a:t>
            </a:r>
            <a:endParaRPr sz="8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800">
              <a:solidFill>
                <a:schemeClr val="dk1"/>
              </a:solidFill>
              <a:latin typeface="Verdana"/>
              <a:ea typeface="Verdana"/>
              <a:cs typeface="Verdana"/>
              <a:sym typeface="Verdana"/>
            </a:endParaRPr>
          </a:p>
        </p:txBody>
      </p:sp>
      <p:cxnSp>
        <p:nvCxnSpPr>
          <p:cNvPr id="1206" name="Google Shape;1206;p82"/>
          <p:cNvCxnSpPr/>
          <p:nvPr/>
        </p:nvCxnSpPr>
        <p:spPr>
          <a:xfrm>
            <a:off x="1452785" y="2555193"/>
            <a:ext cx="2657742" cy="0"/>
          </a:xfrm>
          <a:prstGeom prst="straightConnector1">
            <a:avLst/>
          </a:prstGeom>
          <a:noFill/>
          <a:ln cap="flat" cmpd="sng" w="9525">
            <a:solidFill>
              <a:schemeClr val="dk1"/>
            </a:solidFill>
            <a:prstDash val="solid"/>
            <a:miter lim="8000"/>
            <a:headEnd len="sm" w="sm" type="none"/>
            <a:tailEnd len="sm" w="sm" type="none"/>
          </a:ln>
        </p:spPr>
      </p:cxnSp>
      <p:sp>
        <p:nvSpPr>
          <p:cNvPr id="1207" name="Google Shape;1207;p82"/>
          <p:cNvSpPr/>
          <p:nvPr/>
        </p:nvSpPr>
        <p:spPr>
          <a:xfrm>
            <a:off x="4821381" y="693979"/>
            <a:ext cx="2657742" cy="1032962"/>
          </a:xfrm>
          <a:prstGeom prst="rect">
            <a:avLst/>
          </a:prstGeom>
          <a:noFill/>
          <a:ln cap="flat" cmpd="sng" w="12700">
            <a:solidFill>
              <a:srgbClr val="00517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208" name="Google Shape;1208;p82"/>
          <p:cNvSpPr txBox="1"/>
          <p:nvPr/>
        </p:nvSpPr>
        <p:spPr>
          <a:xfrm>
            <a:off x="4821381" y="684184"/>
            <a:ext cx="2657742" cy="230832"/>
          </a:xfrm>
          <a:prstGeom prst="rect">
            <a:avLst/>
          </a:prstGeom>
          <a:solidFill>
            <a:schemeClr val="lt1"/>
          </a:solidFill>
          <a:ln cap="flat" cmpd="sng" w="12700">
            <a:solidFill>
              <a:schemeClr val="dk1"/>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chemeClr val="dk1"/>
                </a:solidFill>
                <a:latin typeface="Verdana"/>
                <a:ea typeface="Verdana"/>
                <a:cs typeface="Verdana"/>
                <a:sym typeface="Verdana"/>
              </a:rPr>
              <a:t>IMalltRepository</a:t>
            </a:r>
            <a:endParaRPr b="1" sz="1050">
              <a:solidFill>
                <a:schemeClr val="dk1"/>
              </a:solidFill>
              <a:latin typeface="Verdana"/>
              <a:ea typeface="Verdana"/>
              <a:cs typeface="Verdana"/>
              <a:sym typeface="Verdana"/>
            </a:endParaRPr>
          </a:p>
        </p:txBody>
      </p:sp>
      <p:sp>
        <p:nvSpPr>
          <p:cNvPr id="1209" name="Google Shape;1209;p82"/>
          <p:cNvSpPr txBox="1"/>
          <p:nvPr/>
        </p:nvSpPr>
        <p:spPr>
          <a:xfrm>
            <a:off x="4891341" y="927571"/>
            <a:ext cx="2493777"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chemeClr val="dk1"/>
                </a:solidFill>
                <a:latin typeface="Verdana"/>
                <a:ea typeface="Verdana"/>
                <a:cs typeface="Verdana"/>
                <a:sym typeface="Verdana"/>
              </a:rPr>
              <a:t>+addMall(Mall mall) : Mall</a:t>
            </a:r>
            <a:endParaRPr/>
          </a:p>
          <a:p>
            <a:pPr indent="0" lvl="0" marL="0" marR="0" rtl="0" algn="l">
              <a:spcBef>
                <a:spcPts val="0"/>
              </a:spcBef>
              <a:spcAft>
                <a:spcPts val="0"/>
              </a:spcAft>
              <a:buNone/>
            </a:pPr>
            <a:r>
              <a:rPr lang="en-US" sz="800">
                <a:solidFill>
                  <a:schemeClr val="dk1"/>
                </a:solidFill>
                <a:latin typeface="Verdana"/>
                <a:ea typeface="Verdana"/>
                <a:cs typeface="Verdana"/>
                <a:sym typeface="Verdana"/>
              </a:rPr>
              <a:t>+updateMall(Mall mall) : Mall</a:t>
            </a:r>
            <a:endParaRPr/>
          </a:p>
          <a:p>
            <a:pPr indent="0" lvl="0" marL="0" marR="0" rtl="0" algn="l">
              <a:spcBef>
                <a:spcPts val="0"/>
              </a:spcBef>
              <a:spcAft>
                <a:spcPts val="0"/>
              </a:spcAft>
              <a:buNone/>
            </a:pPr>
            <a:r>
              <a:rPr lang="en-US" sz="800">
                <a:solidFill>
                  <a:schemeClr val="dk1"/>
                </a:solidFill>
                <a:latin typeface="Verdana"/>
                <a:ea typeface="Verdana"/>
                <a:cs typeface="Verdana"/>
                <a:sym typeface="Verdana"/>
              </a:rPr>
              <a:t>+searchMall(long id):Mall</a:t>
            </a:r>
            <a:endParaRPr/>
          </a:p>
          <a:p>
            <a:pPr indent="0" lvl="0" marL="0" marR="0" rtl="0" algn="l">
              <a:spcBef>
                <a:spcPts val="0"/>
              </a:spcBef>
              <a:spcAft>
                <a:spcPts val="0"/>
              </a:spcAft>
              <a:buNone/>
            </a:pPr>
            <a:r>
              <a:t/>
            </a:r>
            <a:endParaRPr sz="8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800">
              <a:solidFill>
                <a:schemeClr val="dk1"/>
              </a:solidFill>
              <a:latin typeface="Verdana"/>
              <a:ea typeface="Verdana"/>
              <a:cs typeface="Verdana"/>
              <a:sym typeface="Verdana"/>
            </a:endParaRPr>
          </a:p>
        </p:txBody>
      </p:sp>
      <p:cxnSp>
        <p:nvCxnSpPr>
          <p:cNvPr id="1210" name="Google Shape;1210;p82"/>
          <p:cNvCxnSpPr/>
          <p:nvPr/>
        </p:nvCxnSpPr>
        <p:spPr>
          <a:xfrm>
            <a:off x="4821381" y="1536586"/>
            <a:ext cx="2657742" cy="0"/>
          </a:xfrm>
          <a:prstGeom prst="straightConnector1">
            <a:avLst/>
          </a:prstGeom>
          <a:noFill/>
          <a:ln cap="flat" cmpd="sng" w="9525">
            <a:solidFill>
              <a:schemeClr val="dk1"/>
            </a:solidFill>
            <a:prstDash val="solid"/>
            <a:miter lim="8000"/>
            <a:headEnd len="sm" w="sm" type="none"/>
            <a:tailEnd len="sm" w="sm" type="none"/>
          </a:ln>
        </p:spPr>
      </p:cxnSp>
      <p:sp>
        <p:nvSpPr>
          <p:cNvPr id="1211" name="Google Shape;1211;p82"/>
          <p:cNvSpPr/>
          <p:nvPr/>
        </p:nvSpPr>
        <p:spPr>
          <a:xfrm>
            <a:off x="1697765" y="3160825"/>
            <a:ext cx="2657742" cy="1310811"/>
          </a:xfrm>
          <a:prstGeom prst="rect">
            <a:avLst/>
          </a:prstGeom>
          <a:noFill/>
          <a:ln cap="flat" cmpd="sng" w="12700">
            <a:solidFill>
              <a:srgbClr val="00517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212" name="Google Shape;1212;p82"/>
          <p:cNvSpPr txBox="1"/>
          <p:nvPr/>
        </p:nvSpPr>
        <p:spPr>
          <a:xfrm>
            <a:off x="1697765" y="3151031"/>
            <a:ext cx="2657742" cy="230832"/>
          </a:xfrm>
          <a:prstGeom prst="rect">
            <a:avLst/>
          </a:prstGeom>
          <a:solidFill>
            <a:schemeClr val="lt1"/>
          </a:solidFill>
          <a:ln cap="flat" cmpd="sng" w="12700">
            <a:solidFill>
              <a:schemeClr val="dk1"/>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chemeClr val="dk1"/>
                </a:solidFill>
                <a:latin typeface="Verdana"/>
                <a:ea typeface="Verdana"/>
                <a:cs typeface="Verdana"/>
                <a:sym typeface="Verdana"/>
              </a:rPr>
              <a:t>IEmployeeRepository</a:t>
            </a:r>
            <a:endParaRPr b="1" sz="1050">
              <a:solidFill>
                <a:schemeClr val="dk1"/>
              </a:solidFill>
              <a:latin typeface="Verdana"/>
              <a:ea typeface="Verdana"/>
              <a:cs typeface="Verdana"/>
              <a:sym typeface="Verdana"/>
            </a:endParaRPr>
          </a:p>
        </p:txBody>
      </p:sp>
      <p:sp>
        <p:nvSpPr>
          <p:cNvPr id="1213" name="Google Shape;1213;p82"/>
          <p:cNvSpPr txBox="1"/>
          <p:nvPr/>
        </p:nvSpPr>
        <p:spPr>
          <a:xfrm>
            <a:off x="1767725" y="3394418"/>
            <a:ext cx="2493777"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chemeClr val="dk1"/>
                </a:solidFill>
                <a:latin typeface="Verdana"/>
                <a:ea typeface="Verdana"/>
                <a:cs typeface="Verdana"/>
                <a:sym typeface="Verdana"/>
              </a:rPr>
              <a:t>+addEmployee(Employee employee) : Employee</a:t>
            </a:r>
            <a:endParaRPr/>
          </a:p>
          <a:p>
            <a:pPr indent="0" lvl="0" marL="0" marR="0" rtl="0" algn="l">
              <a:spcBef>
                <a:spcPts val="0"/>
              </a:spcBef>
              <a:spcAft>
                <a:spcPts val="0"/>
              </a:spcAft>
              <a:buNone/>
            </a:pPr>
            <a:r>
              <a:rPr lang="en-US" sz="800">
                <a:solidFill>
                  <a:schemeClr val="dk1"/>
                </a:solidFill>
                <a:latin typeface="Verdana"/>
                <a:ea typeface="Verdana"/>
                <a:cs typeface="Verdana"/>
                <a:sym typeface="Verdana"/>
              </a:rPr>
              <a:t>+updateEmployee(Employee employee) : Employee</a:t>
            </a:r>
            <a:endParaRPr/>
          </a:p>
          <a:p>
            <a:pPr indent="0" lvl="0" marL="0" marR="0" rtl="0" algn="l">
              <a:spcBef>
                <a:spcPts val="0"/>
              </a:spcBef>
              <a:spcAft>
                <a:spcPts val="0"/>
              </a:spcAft>
              <a:buNone/>
            </a:pPr>
            <a:r>
              <a:rPr lang="en-US" sz="800">
                <a:solidFill>
                  <a:schemeClr val="dk1"/>
                </a:solidFill>
                <a:latin typeface="Verdana"/>
                <a:ea typeface="Verdana"/>
                <a:cs typeface="Verdana"/>
                <a:sym typeface="Verdana"/>
              </a:rPr>
              <a:t>+searchEmployee(long id): Employee</a:t>
            </a:r>
            <a:endParaRPr/>
          </a:p>
          <a:p>
            <a:pPr indent="0" lvl="0" marL="0" marR="0" rtl="0" algn="l">
              <a:spcBef>
                <a:spcPts val="0"/>
              </a:spcBef>
              <a:spcAft>
                <a:spcPts val="0"/>
              </a:spcAft>
              <a:buNone/>
            </a:pPr>
            <a:r>
              <a:rPr lang="en-US" sz="800">
                <a:solidFill>
                  <a:schemeClr val="dk1"/>
                </a:solidFill>
                <a:latin typeface="Verdana"/>
                <a:ea typeface="Verdana"/>
                <a:cs typeface="Verdana"/>
                <a:sym typeface="Verdana"/>
              </a:rPr>
              <a:t>+deleteEmployee(long id):Boolean</a:t>
            </a:r>
            <a:endParaRPr/>
          </a:p>
          <a:p>
            <a:pPr indent="0" lvl="0" marL="0" marR="0" rtl="0" algn="l">
              <a:spcBef>
                <a:spcPts val="0"/>
              </a:spcBef>
              <a:spcAft>
                <a:spcPts val="0"/>
              </a:spcAft>
              <a:buNone/>
            </a:pPr>
            <a:r>
              <a:t/>
            </a:r>
            <a:endParaRPr sz="8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800">
              <a:solidFill>
                <a:schemeClr val="dk1"/>
              </a:solidFill>
              <a:latin typeface="Verdana"/>
              <a:ea typeface="Verdana"/>
              <a:cs typeface="Verdana"/>
              <a:sym typeface="Verdana"/>
            </a:endParaRPr>
          </a:p>
        </p:txBody>
      </p:sp>
      <p:cxnSp>
        <p:nvCxnSpPr>
          <p:cNvPr id="1214" name="Google Shape;1214;p82"/>
          <p:cNvCxnSpPr/>
          <p:nvPr/>
        </p:nvCxnSpPr>
        <p:spPr>
          <a:xfrm>
            <a:off x="1697765" y="4270967"/>
            <a:ext cx="2657742" cy="0"/>
          </a:xfrm>
          <a:prstGeom prst="straightConnector1">
            <a:avLst/>
          </a:prstGeom>
          <a:noFill/>
          <a:ln cap="flat" cmpd="sng" w="9525">
            <a:solidFill>
              <a:schemeClr val="dk1"/>
            </a:solidFill>
            <a:prstDash val="solid"/>
            <a:miter lim="8000"/>
            <a:headEnd len="sm" w="sm" type="none"/>
            <a:tailEnd len="sm" w="sm" type="none"/>
          </a:ln>
        </p:spPr>
      </p:cxnSp>
      <p:sp>
        <p:nvSpPr>
          <p:cNvPr id="1215" name="Google Shape;1215;p82"/>
          <p:cNvSpPr/>
          <p:nvPr/>
        </p:nvSpPr>
        <p:spPr>
          <a:xfrm>
            <a:off x="5247830" y="4655681"/>
            <a:ext cx="2657742" cy="1067424"/>
          </a:xfrm>
          <a:prstGeom prst="rect">
            <a:avLst/>
          </a:prstGeom>
          <a:noFill/>
          <a:ln cap="flat" cmpd="sng" w="12700">
            <a:solidFill>
              <a:srgbClr val="00517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216" name="Google Shape;1216;p82"/>
          <p:cNvSpPr txBox="1"/>
          <p:nvPr/>
        </p:nvSpPr>
        <p:spPr>
          <a:xfrm>
            <a:off x="5247830" y="4645886"/>
            <a:ext cx="2657742" cy="230832"/>
          </a:xfrm>
          <a:prstGeom prst="rect">
            <a:avLst/>
          </a:prstGeom>
          <a:solidFill>
            <a:schemeClr val="lt1"/>
          </a:solidFill>
          <a:ln cap="flat" cmpd="sng" w="12700">
            <a:solidFill>
              <a:schemeClr val="dk1"/>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chemeClr val="dk1"/>
                </a:solidFill>
                <a:latin typeface="Verdana"/>
                <a:ea typeface="Verdana"/>
                <a:cs typeface="Verdana"/>
                <a:sym typeface="Verdana"/>
              </a:rPr>
              <a:t>IUserRepository</a:t>
            </a:r>
            <a:endParaRPr b="1" sz="1050">
              <a:solidFill>
                <a:schemeClr val="dk1"/>
              </a:solidFill>
              <a:latin typeface="Verdana"/>
              <a:ea typeface="Verdana"/>
              <a:cs typeface="Verdana"/>
              <a:sym typeface="Verdana"/>
            </a:endParaRPr>
          </a:p>
        </p:txBody>
      </p:sp>
      <p:sp>
        <p:nvSpPr>
          <p:cNvPr id="1217" name="Google Shape;1217;p82"/>
          <p:cNvSpPr txBox="1"/>
          <p:nvPr/>
        </p:nvSpPr>
        <p:spPr>
          <a:xfrm>
            <a:off x="5317790" y="4889273"/>
            <a:ext cx="249377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chemeClr val="dk1"/>
                </a:solidFill>
                <a:latin typeface="Verdana"/>
                <a:ea typeface="Verdana"/>
                <a:cs typeface="Verdana"/>
                <a:sym typeface="Verdana"/>
              </a:rPr>
              <a:t>+addNewUser(User user) : User</a:t>
            </a:r>
            <a:endParaRPr/>
          </a:p>
          <a:p>
            <a:pPr indent="0" lvl="0" marL="0" marR="0" rtl="0" algn="l">
              <a:spcBef>
                <a:spcPts val="0"/>
              </a:spcBef>
              <a:spcAft>
                <a:spcPts val="0"/>
              </a:spcAft>
              <a:buNone/>
            </a:pPr>
            <a:r>
              <a:rPr lang="en-US" sz="800">
                <a:solidFill>
                  <a:schemeClr val="dk1"/>
                </a:solidFill>
                <a:latin typeface="Verdana"/>
                <a:ea typeface="Verdana"/>
                <a:cs typeface="Verdana"/>
                <a:sym typeface="Verdana"/>
              </a:rPr>
              <a:t>+updateUser(User user) : User</a:t>
            </a:r>
            <a:endParaRPr sz="800">
              <a:solidFill>
                <a:schemeClr val="dk1"/>
              </a:solidFill>
              <a:latin typeface="Verdana"/>
              <a:ea typeface="Verdana"/>
              <a:cs typeface="Verdana"/>
              <a:sym typeface="Verdana"/>
            </a:endParaRPr>
          </a:p>
          <a:p>
            <a:pPr indent="0" lvl="0" marL="0" marR="0" rtl="0" algn="l">
              <a:spcBef>
                <a:spcPts val="0"/>
              </a:spcBef>
              <a:spcAft>
                <a:spcPts val="0"/>
              </a:spcAft>
              <a:buNone/>
            </a:pPr>
            <a:r>
              <a:rPr lang="en-US" sz="800">
                <a:solidFill>
                  <a:schemeClr val="dk1"/>
                </a:solidFill>
                <a:latin typeface="Verdana"/>
                <a:ea typeface="Verdana"/>
                <a:cs typeface="Verdana"/>
                <a:sym typeface="Verdana"/>
              </a:rPr>
              <a:t>+deleteUser(long id) : User</a:t>
            </a:r>
            <a:endParaRPr sz="800">
              <a:solidFill>
                <a:schemeClr val="dk1"/>
              </a:solidFill>
              <a:latin typeface="Verdana"/>
              <a:ea typeface="Verdana"/>
              <a:cs typeface="Verdana"/>
              <a:sym typeface="Verdana"/>
            </a:endParaRPr>
          </a:p>
        </p:txBody>
      </p:sp>
      <p:cxnSp>
        <p:nvCxnSpPr>
          <p:cNvPr id="1218" name="Google Shape;1218;p82"/>
          <p:cNvCxnSpPr/>
          <p:nvPr/>
        </p:nvCxnSpPr>
        <p:spPr>
          <a:xfrm>
            <a:off x="5247830" y="5571047"/>
            <a:ext cx="2657742" cy="0"/>
          </a:xfrm>
          <a:prstGeom prst="straightConnector1">
            <a:avLst/>
          </a:prstGeom>
          <a:noFill/>
          <a:ln cap="flat" cmpd="sng" w="9525">
            <a:solidFill>
              <a:schemeClr val="dk1"/>
            </a:solidFill>
            <a:prstDash val="solid"/>
            <a:miter lim="8000"/>
            <a:headEnd len="sm" w="sm" type="none"/>
            <a:tailEnd len="sm" w="sm" type="none"/>
          </a:ln>
        </p:spPr>
      </p:cxnSp>
      <p:sp>
        <p:nvSpPr>
          <p:cNvPr id="1219" name="Google Shape;1219;p82"/>
          <p:cNvSpPr/>
          <p:nvPr/>
        </p:nvSpPr>
        <p:spPr>
          <a:xfrm>
            <a:off x="5107274" y="2245824"/>
            <a:ext cx="2657742" cy="1705733"/>
          </a:xfrm>
          <a:prstGeom prst="rect">
            <a:avLst/>
          </a:prstGeom>
          <a:noFill/>
          <a:ln cap="flat" cmpd="sng" w="12700">
            <a:solidFill>
              <a:srgbClr val="00517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220" name="Google Shape;1220;p82"/>
          <p:cNvSpPr txBox="1"/>
          <p:nvPr/>
        </p:nvSpPr>
        <p:spPr>
          <a:xfrm>
            <a:off x="5107274" y="2236030"/>
            <a:ext cx="2657742" cy="230832"/>
          </a:xfrm>
          <a:prstGeom prst="rect">
            <a:avLst/>
          </a:prstGeom>
          <a:solidFill>
            <a:schemeClr val="lt1"/>
          </a:solidFill>
          <a:ln cap="flat" cmpd="sng" w="12700">
            <a:solidFill>
              <a:schemeClr val="dk1"/>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chemeClr val="dk1"/>
                </a:solidFill>
                <a:latin typeface="Verdana"/>
                <a:ea typeface="Verdana"/>
                <a:cs typeface="Verdana"/>
                <a:sym typeface="Verdana"/>
              </a:rPr>
              <a:t>ICustomerRepository</a:t>
            </a:r>
            <a:endParaRPr b="1" sz="1050">
              <a:solidFill>
                <a:schemeClr val="dk1"/>
              </a:solidFill>
              <a:latin typeface="Verdana"/>
              <a:ea typeface="Verdana"/>
              <a:cs typeface="Verdana"/>
              <a:sym typeface="Verdana"/>
            </a:endParaRPr>
          </a:p>
        </p:txBody>
      </p:sp>
      <p:sp>
        <p:nvSpPr>
          <p:cNvPr id="1221" name="Google Shape;1221;p82"/>
          <p:cNvSpPr txBox="1"/>
          <p:nvPr/>
        </p:nvSpPr>
        <p:spPr>
          <a:xfrm>
            <a:off x="5177234" y="2479417"/>
            <a:ext cx="2493777"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chemeClr val="dk1"/>
                </a:solidFill>
                <a:latin typeface="Verdana"/>
                <a:ea typeface="Verdana"/>
                <a:cs typeface="Verdana"/>
                <a:sym typeface="Verdana"/>
              </a:rPr>
              <a:t>+addCustomer(Customer customer) : Customer</a:t>
            </a:r>
            <a:endParaRPr/>
          </a:p>
          <a:p>
            <a:pPr indent="0" lvl="0" marL="0" marR="0" rtl="0" algn="l">
              <a:spcBef>
                <a:spcPts val="0"/>
              </a:spcBef>
              <a:spcAft>
                <a:spcPts val="0"/>
              </a:spcAft>
              <a:buNone/>
            </a:pPr>
            <a:r>
              <a:rPr lang="en-US" sz="800">
                <a:solidFill>
                  <a:schemeClr val="dk1"/>
                </a:solidFill>
                <a:latin typeface="Verdana"/>
                <a:ea typeface="Verdana"/>
                <a:cs typeface="Verdana"/>
                <a:sym typeface="Verdana"/>
              </a:rPr>
              <a:t>+updateCustomer(Customer customer) : Customer</a:t>
            </a:r>
            <a:endParaRPr/>
          </a:p>
          <a:p>
            <a:pPr indent="0" lvl="0" marL="0" marR="0" rtl="0" algn="l">
              <a:spcBef>
                <a:spcPts val="0"/>
              </a:spcBef>
              <a:spcAft>
                <a:spcPts val="0"/>
              </a:spcAft>
              <a:buNone/>
            </a:pPr>
            <a:r>
              <a:rPr lang="en-US" sz="800">
                <a:solidFill>
                  <a:schemeClr val="dk1"/>
                </a:solidFill>
                <a:latin typeface="Verdana"/>
                <a:ea typeface="Verdana"/>
                <a:cs typeface="Verdana"/>
                <a:sym typeface="Verdana"/>
              </a:rPr>
              <a:t>+searchCustomer(long id): Customer</a:t>
            </a:r>
            <a:endParaRPr/>
          </a:p>
          <a:p>
            <a:pPr indent="0" lvl="0" marL="0" marR="0" rtl="0" algn="l">
              <a:spcBef>
                <a:spcPts val="0"/>
              </a:spcBef>
              <a:spcAft>
                <a:spcPts val="0"/>
              </a:spcAft>
              <a:buNone/>
            </a:pPr>
            <a:r>
              <a:rPr lang="en-US" sz="800">
                <a:solidFill>
                  <a:schemeClr val="dk1"/>
                </a:solidFill>
                <a:latin typeface="Verdana"/>
                <a:ea typeface="Verdana"/>
                <a:cs typeface="Verdana"/>
                <a:sym typeface="Verdana"/>
              </a:rPr>
              <a:t>+deleteCustomer(long id):Customer</a:t>
            </a:r>
            <a:endParaRPr/>
          </a:p>
          <a:p>
            <a:pPr indent="0" lvl="0" marL="0" marR="0" rtl="0" algn="l">
              <a:spcBef>
                <a:spcPts val="0"/>
              </a:spcBef>
              <a:spcAft>
                <a:spcPts val="0"/>
              </a:spcAft>
              <a:buNone/>
            </a:pPr>
            <a:r>
              <a:t/>
            </a:r>
            <a:endParaRPr sz="8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800">
              <a:solidFill>
                <a:schemeClr val="dk1"/>
              </a:solidFill>
              <a:latin typeface="Verdana"/>
              <a:ea typeface="Verdana"/>
              <a:cs typeface="Verdana"/>
              <a:sym typeface="Verdana"/>
            </a:endParaRPr>
          </a:p>
        </p:txBody>
      </p:sp>
      <p:cxnSp>
        <p:nvCxnSpPr>
          <p:cNvPr id="1222" name="Google Shape;1222;p82"/>
          <p:cNvCxnSpPr/>
          <p:nvPr/>
        </p:nvCxnSpPr>
        <p:spPr>
          <a:xfrm>
            <a:off x="5107274" y="3780641"/>
            <a:ext cx="2657742" cy="0"/>
          </a:xfrm>
          <a:prstGeom prst="straightConnector1">
            <a:avLst/>
          </a:prstGeom>
          <a:noFill/>
          <a:ln cap="flat" cmpd="sng" w="9525">
            <a:solidFill>
              <a:schemeClr val="dk1"/>
            </a:solidFill>
            <a:prstDash val="solid"/>
            <a:miter lim="8000"/>
            <a:headEnd len="sm" w="sm" type="none"/>
            <a:tailEnd len="sm" w="sm" type="none"/>
          </a:ln>
        </p:spPr>
      </p:cxnSp>
      <p:sp>
        <p:nvSpPr>
          <p:cNvPr id="1223" name="Google Shape;1223;p82"/>
          <p:cNvSpPr/>
          <p:nvPr/>
        </p:nvSpPr>
        <p:spPr>
          <a:xfrm>
            <a:off x="8428665" y="745849"/>
            <a:ext cx="2657742" cy="1245822"/>
          </a:xfrm>
          <a:prstGeom prst="rect">
            <a:avLst/>
          </a:prstGeom>
          <a:noFill/>
          <a:ln cap="flat" cmpd="sng" w="12700">
            <a:solidFill>
              <a:srgbClr val="00517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224" name="Google Shape;1224;p82"/>
          <p:cNvSpPr txBox="1"/>
          <p:nvPr/>
        </p:nvSpPr>
        <p:spPr>
          <a:xfrm>
            <a:off x="8428665" y="736054"/>
            <a:ext cx="2657742" cy="230832"/>
          </a:xfrm>
          <a:prstGeom prst="rect">
            <a:avLst/>
          </a:prstGeom>
          <a:solidFill>
            <a:schemeClr val="lt1"/>
          </a:solidFill>
          <a:ln cap="flat" cmpd="sng" w="12700">
            <a:solidFill>
              <a:schemeClr val="dk1"/>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chemeClr val="dk1"/>
                </a:solidFill>
                <a:latin typeface="Verdana"/>
                <a:ea typeface="Verdana"/>
                <a:cs typeface="Verdana"/>
                <a:sym typeface="Verdana"/>
              </a:rPr>
              <a:t>IOrderRepository</a:t>
            </a:r>
            <a:endParaRPr b="1" sz="1050">
              <a:solidFill>
                <a:schemeClr val="dk1"/>
              </a:solidFill>
              <a:latin typeface="Verdana"/>
              <a:ea typeface="Verdana"/>
              <a:cs typeface="Verdana"/>
              <a:sym typeface="Verdana"/>
            </a:endParaRPr>
          </a:p>
        </p:txBody>
      </p:sp>
      <p:sp>
        <p:nvSpPr>
          <p:cNvPr id="1225" name="Google Shape;1225;p82"/>
          <p:cNvSpPr txBox="1"/>
          <p:nvPr/>
        </p:nvSpPr>
        <p:spPr>
          <a:xfrm>
            <a:off x="8498625" y="979441"/>
            <a:ext cx="2493777"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chemeClr val="dk1"/>
                </a:solidFill>
                <a:latin typeface="Verdana"/>
                <a:ea typeface="Verdana"/>
                <a:cs typeface="Verdana"/>
                <a:sym typeface="Verdana"/>
              </a:rPr>
              <a:t>+addOrder(Order order) : Order</a:t>
            </a:r>
            <a:endParaRPr/>
          </a:p>
          <a:p>
            <a:pPr indent="0" lvl="0" marL="0" marR="0" rtl="0" algn="l">
              <a:spcBef>
                <a:spcPts val="0"/>
              </a:spcBef>
              <a:spcAft>
                <a:spcPts val="0"/>
              </a:spcAft>
              <a:buNone/>
            </a:pPr>
            <a:r>
              <a:rPr lang="en-US" sz="800">
                <a:solidFill>
                  <a:schemeClr val="dk1"/>
                </a:solidFill>
                <a:latin typeface="Verdana"/>
                <a:ea typeface="Verdana"/>
                <a:cs typeface="Verdana"/>
                <a:sym typeface="Verdana"/>
              </a:rPr>
              <a:t>+updateOrder(Order order) : Order</a:t>
            </a:r>
            <a:endParaRPr/>
          </a:p>
          <a:p>
            <a:pPr indent="0" lvl="0" marL="0" marR="0" rtl="0" algn="l">
              <a:spcBef>
                <a:spcPts val="0"/>
              </a:spcBef>
              <a:spcAft>
                <a:spcPts val="0"/>
              </a:spcAft>
              <a:buNone/>
            </a:pPr>
            <a:r>
              <a:rPr lang="en-US" sz="800">
                <a:solidFill>
                  <a:schemeClr val="dk1"/>
                </a:solidFill>
                <a:latin typeface="Verdana"/>
                <a:ea typeface="Verdana"/>
                <a:cs typeface="Verdana"/>
                <a:sym typeface="Verdana"/>
              </a:rPr>
              <a:t>+searchOrder(long id): Order</a:t>
            </a:r>
            <a:endParaRPr/>
          </a:p>
          <a:p>
            <a:pPr indent="0" lvl="0" marL="0" marR="0" rtl="0" algn="l">
              <a:spcBef>
                <a:spcPts val="0"/>
              </a:spcBef>
              <a:spcAft>
                <a:spcPts val="0"/>
              </a:spcAft>
              <a:buNone/>
            </a:pPr>
            <a:r>
              <a:rPr lang="en-US" sz="800">
                <a:solidFill>
                  <a:schemeClr val="dk1"/>
                </a:solidFill>
                <a:latin typeface="Verdana"/>
                <a:ea typeface="Verdana"/>
                <a:cs typeface="Verdana"/>
                <a:sym typeface="Verdana"/>
              </a:rPr>
              <a:t>+deleteOrder(long id):Order</a:t>
            </a:r>
            <a:endParaRPr/>
          </a:p>
          <a:p>
            <a:pPr indent="0" lvl="0" marL="0" marR="0" rtl="0" algn="l">
              <a:spcBef>
                <a:spcPts val="0"/>
              </a:spcBef>
              <a:spcAft>
                <a:spcPts val="0"/>
              </a:spcAft>
              <a:buNone/>
            </a:pPr>
            <a:r>
              <a:t/>
            </a:r>
            <a:endParaRPr sz="8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800">
              <a:solidFill>
                <a:schemeClr val="dk1"/>
              </a:solidFill>
              <a:latin typeface="Verdana"/>
              <a:ea typeface="Verdana"/>
              <a:cs typeface="Verdana"/>
              <a:sym typeface="Verdana"/>
            </a:endParaRPr>
          </a:p>
        </p:txBody>
      </p:sp>
      <p:cxnSp>
        <p:nvCxnSpPr>
          <p:cNvPr id="1226" name="Google Shape;1226;p82"/>
          <p:cNvCxnSpPr/>
          <p:nvPr/>
        </p:nvCxnSpPr>
        <p:spPr>
          <a:xfrm>
            <a:off x="8428665" y="1800330"/>
            <a:ext cx="2657742" cy="0"/>
          </a:xfrm>
          <a:prstGeom prst="straightConnector1">
            <a:avLst/>
          </a:prstGeom>
          <a:noFill/>
          <a:ln cap="flat" cmpd="sng" w="9525">
            <a:solidFill>
              <a:schemeClr val="dk1"/>
            </a:solidFill>
            <a:prstDash val="solid"/>
            <a:miter lim="8000"/>
            <a:headEnd len="sm" w="sm" type="none"/>
            <a:tailEnd len="sm" w="sm" type="none"/>
          </a:ln>
        </p:spPr>
      </p:cxnSp>
      <p:sp>
        <p:nvSpPr>
          <p:cNvPr id="1227" name="Google Shape;1227;p82"/>
          <p:cNvSpPr/>
          <p:nvPr/>
        </p:nvSpPr>
        <p:spPr>
          <a:xfrm>
            <a:off x="8516783" y="2604078"/>
            <a:ext cx="2657742" cy="1245822"/>
          </a:xfrm>
          <a:prstGeom prst="rect">
            <a:avLst/>
          </a:prstGeom>
          <a:noFill/>
          <a:ln cap="flat" cmpd="sng" w="12700">
            <a:solidFill>
              <a:srgbClr val="00517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228" name="Google Shape;1228;p82"/>
          <p:cNvSpPr txBox="1"/>
          <p:nvPr/>
        </p:nvSpPr>
        <p:spPr>
          <a:xfrm>
            <a:off x="8516783" y="2594283"/>
            <a:ext cx="2657742" cy="230832"/>
          </a:xfrm>
          <a:prstGeom prst="rect">
            <a:avLst/>
          </a:prstGeom>
          <a:solidFill>
            <a:schemeClr val="lt1"/>
          </a:solidFill>
          <a:ln cap="flat" cmpd="sng" w="12700">
            <a:solidFill>
              <a:schemeClr val="dk1"/>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chemeClr val="dk1"/>
                </a:solidFill>
                <a:latin typeface="Verdana"/>
                <a:ea typeface="Verdana"/>
                <a:cs typeface="Verdana"/>
                <a:sym typeface="Verdana"/>
              </a:rPr>
              <a:t>IShopOwnerRepository</a:t>
            </a:r>
            <a:endParaRPr b="1" sz="1050">
              <a:solidFill>
                <a:schemeClr val="dk1"/>
              </a:solidFill>
              <a:latin typeface="Verdana"/>
              <a:ea typeface="Verdana"/>
              <a:cs typeface="Verdana"/>
              <a:sym typeface="Verdana"/>
            </a:endParaRPr>
          </a:p>
        </p:txBody>
      </p:sp>
      <p:sp>
        <p:nvSpPr>
          <p:cNvPr id="1229" name="Google Shape;1229;p82"/>
          <p:cNvSpPr txBox="1"/>
          <p:nvPr/>
        </p:nvSpPr>
        <p:spPr>
          <a:xfrm>
            <a:off x="8586743" y="2837670"/>
            <a:ext cx="2493777"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chemeClr val="dk1"/>
                </a:solidFill>
                <a:latin typeface="Verdana"/>
                <a:ea typeface="Verdana"/>
                <a:cs typeface="Verdana"/>
                <a:sym typeface="Verdana"/>
              </a:rPr>
              <a:t>+addShopOwner(ShopOwner shopOwner) : ShopOwner</a:t>
            </a:r>
            <a:endParaRPr sz="800">
              <a:solidFill>
                <a:schemeClr val="dk1"/>
              </a:solidFill>
              <a:latin typeface="Verdana"/>
              <a:ea typeface="Verdana"/>
              <a:cs typeface="Verdana"/>
              <a:sym typeface="Verdana"/>
            </a:endParaRPr>
          </a:p>
          <a:p>
            <a:pPr indent="0" lvl="0" marL="0" marR="0" rtl="0" algn="l">
              <a:spcBef>
                <a:spcPts val="0"/>
              </a:spcBef>
              <a:spcAft>
                <a:spcPts val="0"/>
              </a:spcAft>
              <a:buNone/>
            </a:pPr>
            <a:r>
              <a:rPr lang="en-US" sz="800">
                <a:solidFill>
                  <a:schemeClr val="dk1"/>
                </a:solidFill>
                <a:latin typeface="Verdana"/>
                <a:ea typeface="Verdana"/>
                <a:cs typeface="Verdana"/>
                <a:sym typeface="Verdana"/>
              </a:rPr>
              <a:t>+updateShopOwner(ShopOwner shopOwner) : ShopOwner</a:t>
            </a:r>
            <a:endParaRPr sz="800">
              <a:solidFill>
                <a:schemeClr val="dk1"/>
              </a:solidFill>
              <a:latin typeface="Verdana"/>
              <a:ea typeface="Verdana"/>
              <a:cs typeface="Verdana"/>
              <a:sym typeface="Verdana"/>
            </a:endParaRPr>
          </a:p>
          <a:p>
            <a:pPr indent="0" lvl="0" marL="0" marR="0" rtl="0" algn="l">
              <a:spcBef>
                <a:spcPts val="0"/>
              </a:spcBef>
              <a:spcAft>
                <a:spcPts val="0"/>
              </a:spcAft>
              <a:buNone/>
            </a:pPr>
            <a:r>
              <a:rPr lang="en-US" sz="800">
                <a:solidFill>
                  <a:schemeClr val="dk1"/>
                </a:solidFill>
                <a:latin typeface="Verdana"/>
                <a:ea typeface="Verdana"/>
                <a:cs typeface="Verdana"/>
                <a:sym typeface="Verdana"/>
              </a:rPr>
              <a:t>+searchShopOwner(long id): ShopOwner</a:t>
            </a:r>
            <a:endParaRPr sz="800">
              <a:solidFill>
                <a:schemeClr val="dk1"/>
              </a:solidFill>
              <a:latin typeface="Verdana"/>
              <a:ea typeface="Verdana"/>
              <a:cs typeface="Verdana"/>
              <a:sym typeface="Verdana"/>
            </a:endParaRPr>
          </a:p>
          <a:p>
            <a:pPr indent="0" lvl="0" marL="0" marR="0" rtl="0" algn="l">
              <a:spcBef>
                <a:spcPts val="0"/>
              </a:spcBef>
              <a:spcAft>
                <a:spcPts val="0"/>
              </a:spcAft>
              <a:buNone/>
            </a:pPr>
            <a:r>
              <a:rPr lang="en-US" sz="800">
                <a:solidFill>
                  <a:schemeClr val="dk1"/>
                </a:solidFill>
                <a:latin typeface="Verdana"/>
                <a:ea typeface="Verdana"/>
                <a:cs typeface="Verdana"/>
                <a:sym typeface="Verdana"/>
              </a:rPr>
              <a:t>+deleteShopOwner(long id):ShopOwner</a:t>
            </a:r>
            <a:endParaRPr sz="8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8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800">
              <a:solidFill>
                <a:schemeClr val="dk1"/>
              </a:solidFill>
              <a:latin typeface="Verdana"/>
              <a:ea typeface="Verdana"/>
              <a:cs typeface="Verdana"/>
              <a:sym typeface="Verdana"/>
            </a:endParaRPr>
          </a:p>
        </p:txBody>
      </p:sp>
      <p:cxnSp>
        <p:nvCxnSpPr>
          <p:cNvPr id="1230" name="Google Shape;1230;p82"/>
          <p:cNvCxnSpPr/>
          <p:nvPr/>
        </p:nvCxnSpPr>
        <p:spPr>
          <a:xfrm>
            <a:off x="8516783" y="3658559"/>
            <a:ext cx="2657742" cy="0"/>
          </a:xfrm>
          <a:prstGeom prst="straightConnector1">
            <a:avLst/>
          </a:prstGeom>
          <a:noFill/>
          <a:ln cap="flat" cmpd="sng" w="9525">
            <a:solidFill>
              <a:schemeClr val="dk1"/>
            </a:solidFill>
            <a:prstDash val="solid"/>
            <a:miter lim="8000"/>
            <a:headEnd len="sm" w="sm" type="none"/>
            <a:tailEnd len="sm" w="sm" type="none"/>
          </a:ln>
        </p:spPr>
      </p:cxnSp>
      <p:sp>
        <p:nvSpPr>
          <p:cNvPr id="1231" name="Google Shape;1231;p82"/>
          <p:cNvSpPr/>
          <p:nvPr/>
        </p:nvSpPr>
        <p:spPr>
          <a:xfrm>
            <a:off x="8554003" y="4270967"/>
            <a:ext cx="2657742" cy="1245822"/>
          </a:xfrm>
          <a:prstGeom prst="rect">
            <a:avLst/>
          </a:prstGeom>
          <a:noFill/>
          <a:ln cap="flat" cmpd="sng" w="12700">
            <a:solidFill>
              <a:srgbClr val="00517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232" name="Google Shape;1232;p82"/>
          <p:cNvSpPr txBox="1"/>
          <p:nvPr/>
        </p:nvSpPr>
        <p:spPr>
          <a:xfrm>
            <a:off x="8554003" y="4261172"/>
            <a:ext cx="2657742" cy="230832"/>
          </a:xfrm>
          <a:prstGeom prst="rect">
            <a:avLst/>
          </a:prstGeom>
          <a:solidFill>
            <a:schemeClr val="lt1"/>
          </a:solidFill>
          <a:ln cap="flat" cmpd="sng" w="12700">
            <a:solidFill>
              <a:schemeClr val="dk1"/>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chemeClr val="dk1"/>
                </a:solidFill>
                <a:latin typeface="Verdana"/>
                <a:ea typeface="Verdana"/>
                <a:cs typeface="Verdana"/>
                <a:sym typeface="Verdana"/>
              </a:rPr>
              <a:t>IMallAdminRepository</a:t>
            </a:r>
            <a:endParaRPr b="1" sz="1050">
              <a:solidFill>
                <a:schemeClr val="dk1"/>
              </a:solidFill>
              <a:latin typeface="Verdana"/>
              <a:ea typeface="Verdana"/>
              <a:cs typeface="Verdana"/>
              <a:sym typeface="Verdana"/>
            </a:endParaRPr>
          </a:p>
        </p:txBody>
      </p:sp>
      <p:sp>
        <p:nvSpPr>
          <p:cNvPr id="1233" name="Google Shape;1233;p82"/>
          <p:cNvSpPr txBox="1"/>
          <p:nvPr/>
        </p:nvSpPr>
        <p:spPr>
          <a:xfrm>
            <a:off x="8623963" y="4504559"/>
            <a:ext cx="2493777"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chemeClr val="dk1"/>
                </a:solidFill>
                <a:latin typeface="Verdana"/>
                <a:ea typeface="Verdana"/>
                <a:cs typeface="Verdana"/>
                <a:sym typeface="Verdana"/>
              </a:rPr>
              <a:t>+addMallAdmin(MallAdmin mallAdmin) : MallAdmin</a:t>
            </a:r>
            <a:endParaRPr sz="800">
              <a:solidFill>
                <a:schemeClr val="dk1"/>
              </a:solidFill>
              <a:latin typeface="Verdana"/>
              <a:ea typeface="Verdana"/>
              <a:cs typeface="Verdana"/>
              <a:sym typeface="Verdana"/>
            </a:endParaRPr>
          </a:p>
          <a:p>
            <a:pPr indent="0" lvl="0" marL="0" marR="0" rtl="0" algn="l">
              <a:spcBef>
                <a:spcPts val="0"/>
              </a:spcBef>
              <a:spcAft>
                <a:spcPts val="0"/>
              </a:spcAft>
              <a:buNone/>
            </a:pPr>
            <a:r>
              <a:rPr lang="en-US" sz="800">
                <a:solidFill>
                  <a:schemeClr val="dk1"/>
                </a:solidFill>
                <a:latin typeface="Verdana"/>
                <a:ea typeface="Verdana"/>
                <a:cs typeface="Verdana"/>
                <a:sym typeface="Verdana"/>
              </a:rPr>
              <a:t>+updateMallAdmin(MallAdmin mallAdmin) : MallAdmin</a:t>
            </a:r>
            <a:endParaRPr sz="800">
              <a:solidFill>
                <a:schemeClr val="dk1"/>
              </a:solidFill>
              <a:latin typeface="Verdana"/>
              <a:ea typeface="Verdana"/>
              <a:cs typeface="Verdana"/>
              <a:sym typeface="Verdana"/>
            </a:endParaRPr>
          </a:p>
          <a:p>
            <a:pPr indent="0" lvl="0" marL="0" marR="0" rtl="0" algn="l">
              <a:spcBef>
                <a:spcPts val="0"/>
              </a:spcBef>
              <a:spcAft>
                <a:spcPts val="0"/>
              </a:spcAft>
              <a:buNone/>
            </a:pPr>
            <a:r>
              <a:rPr lang="en-US" sz="800">
                <a:solidFill>
                  <a:schemeClr val="dk1"/>
                </a:solidFill>
                <a:latin typeface="Verdana"/>
                <a:ea typeface="Verdana"/>
                <a:cs typeface="Verdana"/>
                <a:sym typeface="Verdana"/>
              </a:rPr>
              <a:t>+searchMallAdmin(long id): MallAdmin</a:t>
            </a:r>
            <a:endParaRPr sz="800">
              <a:solidFill>
                <a:schemeClr val="dk1"/>
              </a:solidFill>
              <a:latin typeface="Verdana"/>
              <a:ea typeface="Verdana"/>
              <a:cs typeface="Verdana"/>
              <a:sym typeface="Verdana"/>
            </a:endParaRPr>
          </a:p>
          <a:p>
            <a:pPr indent="0" lvl="0" marL="0" marR="0" rtl="0" algn="l">
              <a:spcBef>
                <a:spcPts val="0"/>
              </a:spcBef>
              <a:spcAft>
                <a:spcPts val="0"/>
              </a:spcAft>
              <a:buNone/>
            </a:pPr>
            <a:r>
              <a:rPr lang="en-US" sz="800">
                <a:solidFill>
                  <a:schemeClr val="dk1"/>
                </a:solidFill>
                <a:latin typeface="Verdana"/>
                <a:ea typeface="Verdana"/>
                <a:cs typeface="Verdana"/>
                <a:sym typeface="Verdana"/>
              </a:rPr>
              <a:t>+deleteMallAdmin(long id):MallAdmin</a:t>
            </a:r>
            <a:endParaRPr sz="8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8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800">
              <a:solidFill>
                <a:schemeClr val="dk1"/>
              </a:solidFill>
              <a:latin typeface="Verdana"/>
              <a:ea typeface="Verdana"/>
              <a:cs typeface="Verdana"/>
              <a:sym typeface="Verdana"/>
            </a:endParaRPr>
          </a:p>
        </p:txBody>
      </p:sp>
      <p:cxnSp>
        <p:nvCxnSpPr>
          <p:cNvPr id="1234" name="Google Shape;1234;p82"/>
          <p:cNvCxnSpPr/>
          <p:nvPr/>
        </p:nvCxnSpPr>
        <p:spPr>
          <a:xfrm>
            <a:off x="8554003" y="5325448"/>
            <a:ext cx="2657742" cy="0"/>
          </a:xfrm>
          <a:prstGeom prst="straightConnector1">
            <a:avLst/>
          </a:prstGeom>
          <a:noFill/>
          <a:ln cap="flat" cmpd="sng" w="9525">
            <a:solidFill>
              <a:schemeClr val="dk1"/>
            </a:solidFill>
            <a:prstDash val="solid"/>
            <a:miter lim="8000"/>
            <a:headEnd len="sm" w="sm" type="none"/>
            <a:tailEnd len="sm" w="sm" type="none"/>
          </a:ln>
        </p:spPr>
      </p:cxnSp>
      <p:sp>
        <p:nvSpPr>
          <p:cNvPr id="1235" name="Google Shape;1235;p82"/>
          <p:cNvSpPr/>
          <p:nvPr/>
        </p:nvSpPr>
        <p:spPr>
          <a:xfrm>
            <a:off x="1869458" y="4771097"/>
            <a:ext cx="2657742" cy="1245822"/>
          </a:xfrm>
          <a:prstGeom prst="rect">
            <a:avLst/>
          </a:prstGeom>
          <a:noFill/>
          <a:ln cap="flat" cmpd="sng" w="12700">
            <a:solidFill>
              <a:srgbClr val="00517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236" name="Google Shape;1236;p82"/>
          <p:cNvSpPr txBox="1"/>
          <p:nvPr/>
        </p:nvSpPr>
        <p:spPr>
          <a:xfrm>
            <a:off x="1869458" y="4761302"/>
            <a:ext cx="2657742" cy="230832"/>
          </a:xfrm>
          <a:prstGeom prst="rect">
            <a:avLst/>
          </a:prstGeom>
          <a:solidFill>
            <a:schemeClr val="lt1"/>
          </a:solidFill>
          <a:ln cap="flat" cmpd="sng" w="12700">
            <a:solidFill>
              <a:schemeClr val="dk1"/>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chemeClr val="dk1"/>
                </a:solidFill>
                <a:latin typeface="Verdana"/>
                <a:ea typeface="Verdana"/>
                <a:cs typeface="Verdana"/>
                <a:sym typeface="Verdana"/>
              </a:rPr>
              <a:t>IItemRepository</a:t>
            </a:r>
            <a:endParaRPr b="1" sz="1050">
              <a:solidFill>
                <a:schemeClr val="dk1"/>
              </a:solidFill>
              <a:latin typeface="Verdana"/>
              <a:ea typeface="Verdana"/>
              <a:cs typeface="Verdana"/>
              <a:sym typeface="Verdana"/>
            </a:endParaRPr>
          </a:p>
        </p:txBody>
      </p:sp>
      <p:sp>
        <p:nvSpPr>
          <p:cNvPr id="1237" name="Google Shape;1237;p82"/>
          <p:cNvSpPr txBox="1"/>
          <p:nvPr/>
        </p:nvSpPr>
        <p:spPr>
          <a:xfrm>
            <a:off x="1939418" y="5004689"/>
            <a:ext cx="2493777"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chemeClr val="dk1"/>
                </a:solidFill>
                <a:latin typeface="Verdana"/>
                <a:ea typeface="Verdana"/>
                <a:cs typeface="Verdana"/>
                <a:sym typeface="Verdana"/>
              </a:rPr>
              <a:t>+addItem(Item item) : Item</a:t>
            </a:r>
            <a:endParaRPr/>
          </a:p>
          <a:p>
            <a:pPr indent="0" lvl="0" marL="0" marR="0" rtl="0" algn="l">
              <a:spcBef>
                <a:spcPts val="0"/>
              </a:spcBef>
              <a:spcAft>
                <a:spcPts val="0"/>
              </a:spcAft>
              <a:buNone/>
            </a:pPr>
            <a:r>
              <a:rPr lang="en-US" sz="800">
                <a:solidFill>
                  <a:schemeClr val="dk1"/>
                </a:solidFill>
                <a:latin typeface="Verdana"/>
                <a:ea typeface="Verdana"/>
                <a:cs typeface="Verdana"/>
                <a:sym typeface="Verdana"/>
              </a:rPr>
              <a:t>+updateItem(Item item) : Item</a:t>
            </a:r>
            <a:endParaRPr/>
          </a:p>
          <a:p>
            <a:pPr indent="0" lvl="0" marL="0" marR="0" rtl="0" algn="l">
              <a:spcBef>
                <a:spcPts val="0"/>
              </a:spcBef>
              <a:spcAft>
                <a:spcPts val="0"/>
              </a:spcAft>
              <a:buNone/>
            </a:pPr>
            <a:r>
              <a:rPr lang="en-US" sz="800">
                <a:solidFill>
                  <a:schemeClr val="dk1"/>
                </a:solidFill>
                <a:latin typeface="Verdana"/>
                <a:ea typeface="Verdana"/>
                <a:cs typeface="Verdana"/>
                <a:sym typeface="Verdana"/>
              </a:rPr>
              <a:t>+searchItem(long id): Item</a:t>
            </a:r>
            <a:endParaRPr/>
          </a:p>
          <a:p>
            <a:pPr indent="0" lvl="0" marL="0" marR="0" rtl="0" algn="l">
              <a:spcBef>
                <a:spcPts val="0"/>
              </a:spcBef>
              <a:spcAft>
                <a:spcPts val="0"/>
              </a:spcAft>
              <a:buNone/>
            </a:pPr>
            <a:r>
              <a:rPr lang="en-US" sz="800">
                <a:solidFill>
                  <a:schemeClr val="dk1"/>
                </a:solidFill>
                <a:latin typeface="Verdana"/>
                <a:ea typeface="Verdana"/>
                <a:cs typeface="Verdana"/>
                <a:sym typeface="Verdana"/>
              </a:rPr>
              <a:t>+deleteItem(long id):Item</a:t>
            </a:r>
            <a:endParaRPr/>
          </a:p>
          <a:p>
            <a:pPr indent="0" lvl="0" marL="0" marR="0" rtl="0" algn="l">
              <a:spcBef>
                <a:spcPts val="0"/>
              </a:spcBef>
              <a:spcAft>
                <a:spcPts val="0"/>
              </a:spcAft>
              <a:buNone/>
            </a:pPr>
            <a:r>
              <a:t/>
            </a:r>
            <a:endParaRPr sz="8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800">
              <a:solidFill>
                <a:schemeClr val="dk1"/>
              </a:solidFill>
              <a:latin typeface="Verdana"/>
              <a:ea typeface="Verdana"/>
              <a:cs typeface="Verdana"/>
              <a:sym typeface="Verdana"/>
            </a:endParaRPr>
          </a:p>
        </p:txBody>
      </p:sp>
      <p:cxnSp>
        <p:nvCxnSpPr>
          <p:cNvPr id="1238" name="Google Shape;1238;p82"/>
          <p:cNvCxnSpPr/>
          <p:nvPr/>
        </p:nvCxnSpPr>
        <p:spPr>
          <a:xfrm>
            <a:off x="1869458" y="5825578"/>
            <a:ext cx="2657742" cy="0"/>
          </a:xfrm>
          <a:prstGeom prst="straightConnector1">
            <a:avLst/>
          </a:prstGeom>
          <a:noFill/>
          <a:ln cap="flat" cmpd="sng" w="9525">
            <a:solidFill>
              <a:schemeClr val="dk1"/>
            </a:solidFill>
            <a:prstDash val="solid"/>
            <a:miter lim="8000"/>
            <a:headEnd len="sm" w="sm" type="none"/>
            <a:tailEnd len="sm" w="sm" type="none"/>
          </a:ln>
        </p:spPr>
      </p:cxnSp>
      <p:pic>
        <p:nvPicPr>
          <p:cNvPr descr="Accenture Logo PNG (FREE DOWNLAD)" id="1239" name="Google Shape;1239;p82"/>
          <p:cNvPicPr preferRelativeResize="0"/>
          <p:nvPr/>
        </p:nvPicPr>
        <p:blipFill rotWithShape="1">
          <a:blip r:embed="rId3">
            <a:alphaModFix/>
          </a:blip>
          <a:srcRect b="0" l="0" r="0" t="0"/>
          <a:stretch/>
        </p:blipFill>
        <p:spPr>
          <a:xfrm>
            <a:off x="11435100" y="148089"/>
            <a:ext cx="597760" cy="59776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3" name="Shape 1243"/>
        <p:cNvGrpSpPr/>
        <p:nvPr/>
      </p:nvGrpSpPr>
      <p:grpSpPr>
        <a:xfrm>
          <a:off x="0" y="0"/>
          <a:ext cx="0" cy="0"/>
          <a:chOff x="0" y="0"/>
          <a:chExt cx="0" cy="0"/>
        </a:xfrm>
      </p:grpSpPr>
      <p:sp>
        <p:nvSpPr>
          <p:cNvPr id="1244" name="Google Shape;1244;p83"/>
          <p:cNvSpPr txBox="1"/>
          <p:nvPr/>
        </p:nvSpPr>
        <p:spPr>
          <a:xfrm>
            <a:off x="1044677" y="335289"/>
            <a:ext cx="3800475" cy="295275"/>
          </a:xfrm>
          <a:prstGeom prst="rect">
            <a:avLst/>
          </a:prstGeom>
          <a:noFill/>
          <a:ln>
            <a:noFill/>
          </a:ln>
        </p:spPr>
        <p:txBody>
          <a:bodyPr anchorCtr="0" anchor="t" bIns="45700" lIns="91425" spcFirstLastPara="1" rIns="91425" wrap="square" tIns="45700">
            <a:noAutofit/>
          </a:bodyPr>
          <a:lstStyle/>
          <a:p>
            <a:pPr indent="0" lvl="0" marL="0" marR="0" rtl="0" algn="l">
              <a:lnSpc>
                <a:spcPct val="107000"/>
              </a:lnSpc>
              <a:spcBef>
                <a:spcPts val="0"/>
              </a:spcBef>
              <a:spcAft>
                <a:spcPts val="0"/>
              </a:spcAft>
              <a:buNone/>
            </a:pPr>
            <a:r>
              <a:rPr b="1" lang="en-US" sz="1400">
                <a:solidFill>
                  <a:schemeClr val="dk1"/>
                </a:solidFill>
                <a:latin typeface="Calibri"/>
                <a:ea typeface="Calibri"/>
                <a:cs typeface="Calibri"/>
                <a:sym typeface="Calibri"/>
              </a:rPr>
              <a:t>Use case Diagrams</a:t>
            </a:r>
            <a:endParaRPr sz="11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None/>
            </a:pPr>
            <a:r>
              <a:rPr b="1" lang="en-US"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p:txBody>
      </p:sp>
      <p:pic>
        <p:nvPicPr>
          <p:cNvPr id="1245" name="Google Shape;1245;p83"/>
          <p:cNvPicPr preferRelativeResize="0"/>
          <p:nvPr/>
        </p:nvPicPr>
        <p:blipFill rotWithShape="1">
          <a:blip r:embed="rId3">
            <a:alphaModFix/>
          </a:blip>
          <a:srcRect b="0" l="0" r="0" t="0"/>
          <a:stretch/>
        </p:blipFill>
        <p:spPr>
          <a:xfrm>
            <a:off x="2129993" y="1346978"/>
            <a:ext cx="6048332" cy="4164044"/>
          </a:xfrm>
          <a:prstGeom prst="rect">
            <a:avLst/>
          </a:prstGeom>
          <a:noFill/>
          <a:ln>
            <a:noFill/>
          </a:ln>
        </p:spPr>
      </p:pic>
      <p:pic>
        <p:nvPicPr>
          <p:cNvPr descr="Accenture Logo PNG (FREE DOWNLAD)" id="1246" name="Google Shape;1246;p83"/>
          <p:cNvPicPr preferRelativeResize="0"/>
          <p:nvPr/>
        </p:nvPicPr>
        <p:blipFill rotWithShape="1">
          <a:blip r:embed="rId4">
            <a:alphaModFix/>
          </a:blip>
          <a:srcRect b="0" l="0" r="0" t="0"/>
          <a:stretch/>
        </p:blipFill>
        <p:spPr>
          <a:xfrm>
            <a:off x="11405440" y="184046"/>
            <a:ext cx="597760" cy="59776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0" name="Shape 1250"/>
        <p:cNvGrpSpPr/>
        <p:nvPr/>
      </p:nvGrpSpPr>
      <p:grpSpPr>
        <a:xfrm>
          <a:off x="0" y="0"/>
          <a:ext cx="0" cy="0"/>
          <a:chOff x="0" y="0"/>
          <a:chExt cx="0" cy="0"/>
        </a:xfrm>
      </p:grpSpPr>
      <p:sp>
        <p:nvSpPr>
          <p:cNvPr id="1251" name="Google Shape;1251;p84"/>
          <p:cNvSpPr txBox="1"/>
          <p:nvPr/>
        </p:nvSpPr>
        <p:spPr>
          <a:xfrm>
            <a:off x="1044677" y="335289"/>
            <a:ext cx="3800475" cy="295275"/>
          </a:xfrm>
          <a:prstGeom prst="rect">
            <a:avLst/>
          </a:prstGeom>
          <a:noFill/>
          <a:ln>
            <a:noFill/>
          </a:ln>
        </p:spPr>
        <p:txBody>
          <a:bodyPr anchorCtr="0" anchor="t" bIns="45700" lIns="91425" spcFirstLastPara="1" rIns="91425" wrap="square" tIns="45700">
            <a:noAutofit/>
          </a:bodyPr>
          <a:lstStyle/>
          <a:p>
            <a:pPr indent="0" lvl="0" marL="0" marR="0" rtl="0" algn="l">
              <a:lnSpc>
                <a:spcPct val="107000"/>
              </a:lnSpc>
              <a:spcBef>
                <a:spcPts val="0"/>
              </a:spcBef>
              <a:spcAft>
                <a:spcPts val="0"/>
              </a:spcAft>
              <a:buNone/>
            </a:pPr>
            <a:r>
              <a:rPr b="1" lang="en-US" sz="1400">
                <a:solidFill>
                  <a:schemeClr val="dk1"/>
                </a:solidFill>
                <a:latin typeface="Calibri"/>
                <a:ea typeface="Calibri"/>
                <a:cs typeface="Calibri"/>
                <a:sym typeface="Calibri"/>
              </a:rPr>
              <a:t>Use case Diagrams</a:t>
            </a:r>
            <a:endParaRPr sz="11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None/>
            </a:pPr>
            <a:r>
              <a:rPr b="1" lang="en-US"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p:txBody>
      </p:sp>
      <p:pic>
        <p:nvPicPr>
          <p:cNvPr id="1252" name="Google Shape;1252;p84"/>
          <p:cNvPicPr preferRelativeResize="0"/>
          <p:nvPr/>
        </p:nvPicPr>
        <p:blipFill rotWithShape="1">
          <a:blip r:embed="rId3">
            <a:alphaModFix/>
          </a:blip>
          <a:srcRect b="0" l="0" r="0" t="0"/>
          <a:stretch/>
        </p:blipFill>
        <p:spPr>
          <a:xfrm>
            <a:off x="1907511" y="1434071"/>
            <a:ext cx="6150864" cy="3813048"/>
          </a:xfrm>
          <a:prstGeom prst="rect">
            <a:avLst/>
          </a:prstGeom>
          <a:noFill/>
          <a:ln>
            <a:noFill/>
          </a:ln>
        </p:spPr>
      </p:pic>
      <p:pic>
        <p:nvPicPr>
          <p:cNvPr descr="Accenture Logo PNG (FREE DOWNLAD)" id="1253" name="Google Shape;1253;p84"/>
          <p:cNvPicPr preferRelativeResize="0"/>
          <p:nvPr/>
        </p:nvPicPr>
        <p:blipFill rotWithShape="1">
          <a:blip r:embed="rId4">
            <a:alphaModFix/>
          </a:blip>
          <a:srcRect b="0" l="0" r="0" t="0"/>
          <a:stretch/>
        </p:blipFill>
        <p:spPr>
          <a:xfrm>
            <a:off x="11456240" y="184046"/>
            <a:ext cx="597760" cy="59776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7" name="Shape 1257"/>
        <p:cNvGrpSpPr/>
        <p:nvPr/>
      </p:nvGrpSpPr>
      <p:grpSpPr>
        <a:xfrm>
          <a:off x="0" y="0"/>
          <a:ext cx="0" cy="0"/>
          <a:chOff x="0" y="0"/>
          <a:chExt cx="0" cy="0"/>
        </a:xfrm>
      </p:grpSpPr>
      <p:sp>
        <p:nvSpPr>
          <p:cNvPr id="1258" name="Google Shape;1258;p85"/>
          <p:cNvSpPr txBox="1"/>
          <p:nvPr/>
        </p:nvSpPr>
        <p:spPr>
          <a:xfrm>
            <a:off x="1044677" y="335289"/>
            <a:ext cx="3800475" cy="295275"/>
          </a:xfrm>
          <a:prstGeom prst="rect">
            <a:avLst/>
          </a:prstGeom>
          <a:noFill/>
          <a:ln>
            <a:noFill/>
          </a:ln>
        </p:spPr>
        <p:txBody>
          <a:bodyPr anchorCtr="0" anchor="t" bIns="45700" lIns="91425" spcFirstLastPara="1" rIns="91425" wrap="square" tIns="45700">
            <a:noAutofit/>
          </a:bodyPr>
          <a:lstStyle/>
          <a:p>
            <a:pPr indent="0" lvl="0" marL="0" marR="0" rtl="0" algn="l">
              <a:lnSpc>
                <a:spcPct val="107000"/>
              </a:lnSpc>
              <a:spcBef>
                <a:spcPts val="0"/>
              </a:spcBef>
              <a:spcAft>
                <a:spcPts val="0"/>
              </a:spcAft>
              <a:buNone/>
            </a:pPr>
            <a:r>
              <a:rPr b="1" lang="en-US" sz="1400">
                <a:solidFill>
                  <a:schemeClr val="dk1"/>
                </a:solidFill>
                <a:latin typeface="Calibri"/>
                <a:ea typeface="Calibri"/>
                <a:cs typeface="Calibri"/>
                <a:sym typeface="Calibri"/>
              </a:rPr>
              <a:t>Use case Diagrams</a:t>
            </a:r>
            <a:endParaRPr sz="11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None/>
            </a:pPr>
            <a:r>
              <a:rPr b="1" lang="en-US"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p:txBody>
      </p:sp>
      <p:pic>
        <p:nvPicPr>
          <p:cNvPr id="1259" name="Google Shape;1259;p85"/>
          <p:cNvPicPr preferRelativeResize="0"/>
          <p:nvPr/>
        </p:nvPicPr>
        <p:blipFill rotWithShape="1">
          <a:blip r:embed="rId3">
            <a:alphaModFix/>
          </a:blip>
          <a:srcRect b="0" l="0" r="0" t="0"/>
          <a:stretch/>
        </p:blipFill>
        <p:spPr>
          <a:xfrm>
            <a:off x="2532105" y="1329840"/>
            <a:ext cx="6409944" cy="3736848"/>
          </a:xfrm>
          <a:prstGeom prst="rect">
            <a:avLst/>
          </a:prstGeom>
          <a:noFill/>
          <a:ln>
            <a:noFill/>
          </a:ln>
        </p:spPr>
      </p:pic>
      <p:pic>
        <p:nvPicPr>
          <p:cNvPr descr="Accenture Logo PNG (FREE DOWNLAD)" id="1260" name="Google Shape;1260;p85"/>
          <p:cNvPicPr preferRelativeResize="0"/>
          <p:nvPr/>
        </p:nvPicPr>
        <p:blipFill rotWithShape="1">
          <a:blip r:embed="rId4">
            <a:alphaModFix/>
          </a:blip>
          <a:srcRect b="0" l="0" r="0" t="0"/>
          <a:stretch/>
        </p:blipFill>
        <p:spPr>
          <a:xfrm>
            <a:off x="11415600" y="184046"/>
            <a:ext cx="597760" cy="59776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ection slides">
  <a:themeElements>
    <a:clrScheme name="New-CG">
      <a:dk1>
        <a:srgbClr val="000000"/>
      </a:dk1>
      <a:lt1>
        <a:srgbClr val="FFFFFF"/>
      </a:lt1>
      <a:dk2>
        <a:srgbClr val="0070AD"/>
      </a:dk2>
      <a:lt2>
        <a:srgbClr val="EDEDED"/>
      </a:lt2>
      <a:accent1>
        <a:srgbClr val="0070AD"/>
      </a:accent1>
      <a:accent2>
        <a:srgbClr val="12ABDB"/>
      </a:accent2>
      <a:accent3>
        <a:srgbClr val="2B0A3D"/>
      </a:accent3>
      <a:accent4>
        <a:srgbClr val="FF304C"/>
      </a:accent4>
      <a:accent5>
        <a:srgbClr val="95E616"/>
      </a:accent5>
      <a:accent6>
        <a:srgbClr val="C2CF00"/>
      </a:accent6>
      <a:hlink>
        <a:srgbClr val="005481"/>
      </a:hlink>
      <a:folHlink>
        <a:srgbClr val="86176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Content Layouts">
  <a:themeElements>
    <a:clrScheme name="New-CG">
      <a:dk1>
        <a:srgbClr val="000000"/>
      </a:dk1>
      <a:lt1>
        <a:srgbClr val="FFFFFF"/>
      </a:lt1>
      <a:dk2>
        <a:srgbClr val="0070AD"/>
      </a:dk2>
      <a:lt2>
        <a:srgbClr val="EDEDED"/>
      </a:lt2>
      <a:accent1>
        <a:srgbClr val="0070AD"/>
      </a:accent1>
      <a:accent2>
        <a:srgbClr val="12ABDB"/>
      </a:accent2>
      <a:accent3>
        <a:srgbClr val="2B0A3D"/>
      </a:accent3>
      <a:accent4>
        <a:srgbClr val="FF304C"/>
      </a:accent4>
      <a:accent5>
        <a:srgbClr val="95E616"/>
      </a:accent5>
      <a:accent6>
        <a:srgbClr val="C2CF00"/>
      </a:accent6>
      <a:hlink>
        <a:srgbClr val="005481"/>
      </a:hlink>
      <a:folHlink>
        <a:srgbClr val="86176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Content Layouts">
  <a:themeElements>
    <a:clrScheme name="New-CG">
      <a:dk1>
        <a:srgbClr val="000000"/>
      </a:dk1>
      <a:lt1>
        <a:srgbClr val="FFFFFF"/>
      </a:lt1>
      <a:dk2>
        <a:srgbClr val="0070AD"/>
      </a:dk2>
      <a:lt2>
        <a:srgbClr val="EDEDED"/>
      </a:lt2>
      <a:accent1>
        <a:srgbClr val="0070AD"/>
      </a:accent1>
      <a:accent2>
        <a:srgbClr val="12ABDB"/>
      </a:accent2>
      <a:accent3>
        <a:srgbClr val="2B0A3D"/>
      </a:accent3>
      <a:accent4>
        <a:srgbClr val="FF304C"/>
      </a:accent4>
      <a:accent5>
        <a:srgbClr val="95E616"/>
      </a:accent5>
      <a:accent6>
        <a:srgbClr val="C2CF00"/>
      </a:accent6>
      <a:hlink>
        <a:srgbClr val="005481"/>
      </a:hlink>
      <a:folHlink>
        <a:srgbClr val="86176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Content and Image Layouts">
  <a:themeElements>
    <a:clrScheme name="New-CG">
      <a:dk1>
        <a:srgbClr val="000000"/>
      </a:dk1>
      <a:lt1>
        <a:srgbClr val="FFFFFF"/>
      </a:lt1>
      <a:dk2>
        <a:srgbClr val="0070AD"/>
      </a:dk2>
      <a:lt2>
        <a:srgbClr val="EDEDED"/>
      </a:lt2>
      <a:accent1>
        <a:srgbClr val="0070AD"/>
      </a:accent1>
      <a:accent2>
        <a:srgbClr val="12ABDB"/>
      </a:accent2>
      <a:accent3>
        <a:srgbClr val="2B0A3D"/>
      </a:accent3>
      <a:accent4>
        <a:srgbClr val="FF304C"/>
      </a:accent4>
      <a:accent5>
        <a:srgbClr val="95E616"/>
      </a:accent5>
      <a:accent6>
        <a:srgbClr val="C2CF00"/>
      </a:accent6>
      <a:hlink>
        <a:srgbClr val="005481"/>
      </a:hlink>
      <a:folHlink>
        <a:srgbClr val="86176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